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0" r:id="rId5"/>
    <p:sldId id="259" r:id="rId6"/>
    <p:sldId id="258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AB769-DD09-46F6-A985-459D1323C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815A3D-2167-43CD-AE13-EA4AB7D87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800E01-E399-4377-8ED1-0A80B026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ABC0E-BCF4-47D1-8A3B-64B6DCC9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A039F5-B2C2-4E6A-98E4-704ACBBD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31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340E9-09B4-4A12-BB01-91BFA3C0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D479E-7380-4112-9B26-0989BE93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123A7-C88F-4B2B-976F-FDDF8291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32CA2-01B4-45E9-A51D-D773F54E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DC7DD-D1CC-44FE-99FF-DED371BF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32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02D74-4860-46C1-98D7-0A6DCA9A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39BA3-765E-4475-95E3-AC96A78D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72D7A-5DBE-403A-92BD-5C888F47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7C4B6-AD5C-4FC8-9719-EC50119A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85404-14A7-4706-9545-246462AB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798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F13EC-5692-424C-B0CF-0F54ED31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85CAA-2421-438C-98B3-B7379609F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2D934C-BA34-4C6A-B358-FEC2446F8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7E1519-11FF-42C7-8E58-42335A64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2CC15C-A8D4-4554-8045-915C662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AF3EC0-7E68-4EB3-94A8-D1CD2966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06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474CC-654C-48EB-B62C-DFB7D18E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2E8CFA-D909-40B7-AA01-1CE66FBC4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A333D2-D466-4F94-AA48-4CE41EAEB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0CE52E-1468-465B-B8E9-4A3BC1681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25999F-FFC6-486E-9828-FB9E83A19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6C8956-0006-4EB5-9DB1-05A2B2C6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13BE50-B30E-42ED-AF37-7F69005B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3555D6-DFEB-4CA3-8601-D7A75F0B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164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C9EDA-5B6C-40C9-81CC-1FACDD83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7421CC-8B34-49DB-8920-24B038F1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96651D-A963-4F30-AD6B-5AC11D02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50D6B7-0324-41A4-BAD1-354EBE00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4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B08EB3-31F2-405E-9A6A-583C3642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4A23B0-7520-4907-9A88-74EEEC51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948130-CD09-46F8-B4DF-5433164F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4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BF8C6-64A3-4C2E-9F0F-0BC6D8FE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2E765E-F885-4C9A-B8D8-1549AA888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6BF3BD-6BBD-426D-A131-6EF085E88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EAB73-AE0B-4C83-B3E1-FA1D2EAC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6B2AB-B507-4DE0-BCA4-A509BCC7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92C948-B977-4DEC-94E9-56F3975E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6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D912B-5FD8-4B06-B7FA-6B61E2E5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DC394A-E8BD-48AF-AD59-E7E709359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AA6962-0423-4507-A31A-5984125AE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CA142-903A-4D1D-A881-460CB39C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79BC5-0B61-498B-8A90-53ED0E5B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D4CE8-F8C9-4173-A37E-A19EF2F0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32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14390-140E-49E6-AFE9-8E5A6131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C5F689-B4CB-4460-B032-1A3CD7A85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E2EF4-40F0-4251-BA61-7A5AA3E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1E0578-5A4C-443E-A66D-608FC72A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17E013-9A8A-4AE8-B585-AC569947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93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F2CD6C-5E2E-4729-A002-E7B5246FD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1E666F-254E-4826-9335-25C9C76E2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4CBC2-C77C-45A7-BA29-AC539883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A016E-B000-4301-837A-79F46126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C6592-FE6D-46C0-BCDE-4F8C7D2F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0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73E30E-06F4-45B3-88E1-3D09F995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6356C7-FBFA-490A-8B1C-6046A3ABD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C66BEC-F0BB-4236-9B39-5ACB562DA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D7D51-DEF7-4C5E-A040-BA4DC9459D17}" type="datetimeFigureOut">
              <a:rPr lang="zh-CN" altLang="en-US" smtClean="0"/>
              <a:t>2021/4/26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E5508-8F89-4D65-825C-249353E84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02AA1-F755-408C-BCBB-277CDD09B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57B54-64BB-4A6C-BC2F-A58F0E8E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9799F-395E-417C-8260-D35B4D168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Group15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A03335-CB4D-4541-A6A5-34F5017FE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1790"/>
          </a:xfrm>
        </p:spPr>
        <p:txBody>
          <a:bodyPr>
            <a:normAutofit/>
          </a:bodyPr>
          <a:lstStyle/>
          <a:p>
            <a:r>
              <a:rPr lang="en-US" altLang="zh-CN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261396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AE30CBF-791B-44BE-969E-CB56B6DC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7" y="0"/>
            <a:ext cx="10746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6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59FC0-DD3F-45F2-9CDE-C94D217E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推荐系统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62A27F-270D-4C65-BF2F-0E14D1A89247}"/>
              </a:ext>
            </a:extLst>
          </p:cNvPr>
          <p:cNvSpPr txBox="1"/>
          <p:nvPr/>
        </p:nvSpPr>
        <p:spPr>
          <a:xfrm>
            <a:off x="3047301" y="324643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gorse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A1E50C-DD85-4862-A2B3-4329838A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11" y="1725839"/>
            <a:ext cx="8329382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2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C30CD-B8C2-4607-AC28-54526485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Security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AAE018-BC45-4C7E-95AC-6265AD81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付费章节服务端渲染</a:t>
            </a:r>
            <a:endParaRPr lang="en-US" altLang="zh-CN" dirty="0"/>
          </a:p>
          <a:p>
            <a:r>
              <a:rPr lang="zh-CN" altLang="en-US" dirty="0"/>
              <a:t>小说文本加密传输，前端混淆</a:t>
            </a:r>
            <a:r>
              <a:rPr lang="en-US" altLang="zh-CN" dirty="0"/>
              <a:t>WASM</a:t>
            </a:r>
            <a:r>
              <a:rPr lang="zh-CN" altLang="en-US" dirty="0"/>
              <a:t>解密</a:t>
            </a:r>
            <a:endParaRPr lang="en-US" altLang="zh-CN" dirty="0"/>
          </a:p>
          <a:p>
            <a:r>
              <a:rPr lang="zh-CN" altLang="en-US" dirty="0"/>
              <a:t>域名 </a:t>
            </a:r>
            <a:r>
              <a:rPr lang="en-US" altLang="zh-CN" dirty="0"/>
              <a:t>HTTPS</a:t>
            </a:r>
            <a:r>
              <a:rPr lang="zh-CN" altLang="en-US" dirty="0"/>
              <a:t>，优先</a:t>
            </a:r>
            <a:r>
              <a:rPr lang="en-US" altLang="zh-CN" dirty="0"/>
              <a:t>HTTP2+TLS 1.2/1.3+HSTS</a:t>
            </a:r>
          </a:p>
          <a:p>
            <a:r>
              <a:rPr lang="zh-CN" altLang="en-US" dirty="0"/>
              <a:t>全链路的日志记录</a:t>
            </a:r>
            <a:endParaRPr lang="en-US" altLang="zh-CN" dirty="0"/>
          </a:p>
          <a:p>
            <a:r>
              <a:rPr lang="zh-CN" altLang="en-US" dirty="0"/>
              <a:t>内容安全政策（</a:t>
            </a:r>
            <a:r>
              <a:rPr lang="en-US" altLang="zh-CN" dirty="0"/>
              <a:t>CSP</a:t>
            </a:r>
            <a:r>
              <a:rPr lang="zh-CN" altLang="en-US" dirty="0"/>
              <a:t>）禁止非信任</a:t>
            </a:r>
            <a:r>
              <a:rPr lang="en-US" altLang="zh-CN" dirty="0" err="1"/>
              <a:t>Javascript</a:t>
            </a:r>
            <a:r>
              <a:rPr lang="zh-CN" altLang="en-US" dirty="0"/>
              <a:t>执行</a:t>
            </a:r>
            <a:endParaRPr lang="en-US" altLang="zh-CN" dirty="0"/>
          </a:p>
          <a:p>
            <a:r>
              <a:rPr lang="en-US" altLang="zh-CN" dirty="0"/>
              <a:t>CSRF Token</a:t>
            </a:r>
          </a:p>
          <a:p>
            <a:r>
              <a:rPr lang="zh-CN" altLang="en-US" dirty="0"/>
              <a:t>用户所有输入内容转义</a:t>
            </a:r>
            <a:endParaRPr lang="en-US" altLang="zh-CN" dirty="0"/>
          </a:p>
          <a:p>
            <a:r>
              <a:rPr lang="zh-CN" altLang="en-US" dirty="0"/>
              <a:t>脚本签名</a:t>
            </a:r>
            <a:endParaRPr lang="en-US" altLang="zh-CN" dirty="0"/>
          </a:p>
          <a:p>
            <a:r>
              <a:rPr lang="en-US" altLang="zh-CN" dirty="0" err="1"/>
              <a:t>ReCAPTCHA</a:t>
            </a:r>
            <a:r>
              <a:rPr lang="en-US" altLang="zh-CN" dirty="0"/>
              <a:t> v3+</a:t>
            </a:r>
            <a:r>
              <a:rPr lang="zh-CN" altLang="en-US" dirty="0"/>
              <a:t>敏感请求算力验证码</a:t>
            </a:r>
            <a:r>
              <a:rPr lang="en-US" altLang="zh-CN" dirty="0"/>
              <a:t>+</a:t>
            </a:r>
            <a:r>
              <a:rPr lang="en-US" altLang="zh-CN" dirty="0" err="1"/>
              <a:t>Ratelimiter</a:t>
            </a:r>
            <a:endParaRPr lang="en-US" altLang="zh-CN" dirty="0"/>
          </a:p>
          <a:p>
            <a:r>
              <a:rPr lang="zh-CN" altLang="en-US" dirty="0"/>
              <a:t>用户</a:t>
            </a:r>
            <a:r>
              <a:rPr lang="en-US" altLang="zh-CN" dirty="0"/>
              <a:t>Cookie/Session</a:t>
            </a:r>
            <a:r>
              <a:rPr lang="zh-CN" altLang="en-US" dirty="0"/>
              <a:t>与</a:t>
            </a:r>
            <a:r>
              <a:rPr lang="en-US" altLang="zh-CN" dirty="0"/>
              <a:t>IP</a:t>
            </a:r>
            <a:r>
              <a:rPr lang="zh-CN" altLang="en-US" dirty="0"/>
              <a:t>绑定，</a:t>
            </a:r>
            <a:r>
              <a:rPr lang="en-US" altLang="zh-CN" dirty="0"/>
              <a:t>Cookie HTTP Only</a:t>
            </a:r>
          </a:p>
          <a:p>
            <a:r>
              <a:rPr lang="zh-CN" altLang="en-US" dirty="0"/>
              <a:t>数据库全程预编译，避免注入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884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6CE13E7-0856-41C6-9758-C97750EF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16" y="994199"/>
            <a:ext cx="10463167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3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6B77B03-8219-4E43-89EE-F235E5B06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899" y="0"/>
            <a:ext cx="591620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746EAB-48ED-424D-9C92-BFD51204F489}"/>
              </a:ext>
            </a:extLst>
          </p:cNvPr>
          <p:cNvSpPr txBox="1"/>
          <p:nvPr/>
        </p:nvSpPr>
        <p:spPr>
          <a:xfrm>
            <a:off x="5022210" y="3339866"/>
            <a:ext cx="397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Blind Watermark + Visible Water Mark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7E0EC3-2787-4266-9262-FF3824ABF4CD}"/>
              </a:ext>
            </a:extLst>
          </p:cNvPr>
          <p:cNvSpPr txBox="1"/>
          <p:nvPr/>
        </p:nvSpPr>
        <p:spPr>
          <a:xfrm>
            <a:off x="3599086" y="1006680"/>
            <a:ext cx="117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Bootstrap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92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F4B7E07-FC46-4CFA-BDCA-6CA83A23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228"/>
            <a:ext cx="12192000" cy="49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1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93</Words>
  <Application>Microsoft Office PowerPoint</Application>
  <PresentationFormat>宽屏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Group15</vt:lpstr>
      <vt:lpstr>PowerPoint 演示文稿</vt:lpstr>
      <vt:lpstr>推荐系统</vt:lpstr>
      <vt:lpstr>More Security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Group11</dc:title>
  <dc:creator>剑秋</dc:creator>
  <cp:lastModifiedBy>剑秋</cp:lastModifiedBy>
  <cp:revision>13</cp:revision>
  <dcterms:created xsi:type="dcterms:W3CDTF">2021-04-26T10:52:10Z</dcterms:created>
  <dcterms:modified xsi:type="dcterms:W3CDTF">2021-04-26T11:43:14Z</dcterms:modified>
</cp:coreProperties>
</file>