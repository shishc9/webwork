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Override1.xml" ContentType="application/vnd.openxmlformats-officedocument.themeOverride+xml"/>
  <Override PartName="/ppt/tags/tag2.xml" ContentType="application/vnd.openxmlformats-officedocument.presentationml.tags+xml"/>
  <Override PartName="/ppt/notesSlides/notesSlide1.xml" ContentType="application/vnd.openxmlformats-officedocument.presentationml.notesSlide+xml"/>
  <Override PartName="/ppt/theme/themeOverride2.xml" ContentType="application/vnd.openxmlformats-officedocument.themeOverride+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heme/themeOverride3.xml" ContentType="application/vnd.openxmlformats-officedocument.themeOverride+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27"/>
  </p:notesMasterIdLst>
  <p:sldIdLst>
    <p:sldId id="256" r:id="rId2"/>
    <p:sldId id="258" r:id="rId3"/>
    <p:sldId id="262" r:id="rId4"/>
    <p:sldId id="270" r:id="rId5"/>
    <p:sldId id="274" r:id="rId6"/>
    <p:sldId id="272" r:id="rId7"/>
    <p:sldId id="278" r:id="rId8"/>
    <p:sldId id="276" r:id="rId9"/>
    <p:sldId id="280" r:id="rId10"/>
    <p:sldId id="279" r:id="rId11"/>
    <p:sldId id="282" r:id="rId12"/>
    <p:sldId id="281" r:id="rId13"/>
    <p:sldId id="284" r:id="rId14"/>
    <p:sldId id="285" r:id="rId15"/>
    <p:sldId id="273" r:id="rId16"/>
    <p:sldId id="277" r:id="rId17"/>
    <p:sldId id="287" r:id="rId18"/>
    <p:sldId id="261" r:id="rId19"/>
    <p:sldId id="263" r:id="rId20"/>
    <p:sldId id="264" r:id="rId21"/>
    <p:sldId id="265" r:id="rId22"/>
    <p:sldId id="266" r:id="rId23"/>
    <p:sldId id="267" r:id="rId24"/>
    <p:sldId id="268" r:id="rId25"/>
    <p:sldId id="269" r:id="rId26"/>
  </p:sldIdLst>
  <p:sldSz cx="12192000" cy="6858000"/>
  <p:notesSz cx="6858000" cy="9144000"/>
  <p:custDataLst>
    <p:tags r:id="rId28"/>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C4A4A"/>
    <a:srgbClr val="EAECE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985" autoAdjust="0"/>
    <p:restoredTop sz="94710" autoAdjust="0"/>
  </p:normalViewPr>
  <p:slideViewPr>
    <p:cSldViewPr snapToGrid="0">
      <p:cViewPr varScale="1">
        <p:scale>
          <a:sx n="82" d="100"/>
          <a:sy n="82" d="100"/>
        </p:scale>
        <p:origin x="629" y="67"/>
      </p:cViewPr>
      <p:guideLst/>
    </p:cSldViewPr>
  </p:slideViewPr>
  <p:notesTextViewPr>
    <p:cViewPr>
      <p:scale>
        <a:sx n="3" d="2"/>
        <a:sy n="3" d="2"/>
      </p:scale>
      <p:origin x="0" y="0"/>
    </p:cViewPr>
  </p:notesTextViewPr>
  <p:sorterViewPr>
    <p:cViewPr>
      <p:scale>
        <a:sx n="125" d="100"/>
        <a:sy n="125"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gs" Target="tags/tag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6606CF4-FA77-4E71-BDBB-B62F97D48318}" type="datetimeFigureOut">
              <a:rPr lang="zh-CN" altLang="en-US" smtClean="0"/>
              <a:t>2021/4/26</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A7EA511-84E0-4AE0-9842-AB0E10994BF1}" type="slidenum">
              <a:rPr lang="zh-CN" altLang="en-US" smtClean="0"/>
              <a:t>‹#›</a:t>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A7EA511-84E0-4AE0-9842-AB0E10994BF1}" type="slidenum">
              <a:rPr lang="zh-CN" altLang="en-US" smtClean="0"/>
              <a:t>1</a:t>
            </a:fld>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标题幻灯片">
    <p:spTree>
      <p:nvGrpSpPr>
        <p:cNvPr id="1" name=""/>
        <p:cNvGrpSpPr/>
        <p:nvPr/>
      </p:nvGrpSpPr>
      <p:grpSpPr>
        <a:xfrm>
          <a:off x="0" y="0"/>
          <a:ext cx="0" cy="0"/>
          <a:chOff x="0" y="0"/>
          <a:chExt cx="0" cy="0"/>
        </a:xfrm>
      </p:grpSpPr>
      <p:pic>
        <p:nvPicPr>
          <p:cNvPr id="1102" name="图片 1101"/>
          <p:cNvPicPr>
            <a:picLocks noChangeAspect="1"/>
          </p:cNvPicPr>
          <p:nvPr userDrawn="1"/>
        </p:nvPicPr>
        <p:blipFill>
          <a:blip r:embed="rId2"/>
          <a:stretch>
            <a:fillRect/>
          </a:stretch>
        </p:blipFill>
        <p:spPr>
          <a:xfrm>
            <a:off x="0" y="3037350"/>
            <a:ext cx="7930836" cy="3820649"/>
          </a:xfrm>
          <a:prstGeom prst="rect">
            <a:avLst/>
          </a:prstGeom>
        </p:spPr>
      </p:pic>
      <p:sp>
        <p:nvSpPr>
          <p:cNvPr id="9801" name="副标题 2"/>
          <p:cNvSpPr>
            <a:spLocks noGrp="1"/>
          </p:cNvSpPr>
          <p:nvPr userDrawn="1">
            <p:ph type="subTitle" idx="1"/>
          </p:nvPr>
        </p:nvSpPr>
        <p:spPr>
          <a:xfrm>
            <a:off x="669925" y="3079043"/>
            <a:ext cx="10850563" cy="475132"/>
          </a:xfrm>
        </p:spPr>
        <p:txBody>
          <a:bodyPr anchor="ctr">
            <a:normAutofit/>
          </a:bodyPr>
          <a:lstStyle>
            <a:lvl1pPr marL="0" indent="0" algn="r">
              <a:buNone/>
              <a:defRPr sz="16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endParaRPr lang="zh-CN" altLang="en-US" dirty="0"/>
          </a:p>
        </p:txBody>
      </p:sp>
      <p:sp>
        <p:nvSpPr>
          <p:cNvPr id="9802" name="标题 1"/>
          <p:cNvSpPr>
            <a:spLocks noGrp="1"/>
          </p:cNvSpPr>
          <p:nvPr userDrawn="1">
            <p:ph type="ctrTitle"/>
          </p:nvPr>
        </p:nvSpPr>
        <p:spPr>
          <a:xfrm>
            <a:off x="669926" y="2321170"/>
            <a:ext cx="10850562" cy="749082"/>
          </a:xfrm>
        </p:spPr>
        <p:txBody>
          <a:bodyPr anchor="ctr">
            <a:normAutofit/>
          </a:bodyPr>
          <a:lstStyle>
            <a:lvl1pPr algn="r">
              <a:defRPr sz="3600" b="1">
                <a:solidFill>
                  <a:schemeClr val="tx1"/>
                </a:solidFill>
              </a:defRPr>
            </a:lvl1pPr>
          </a:lstStyle>
          <a:p>
            <a:endParaRPr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节标题">
    <p:spTree>
      <p:nvGrpSpPr>
        <p:cNvPr id="1" name=""/>
        <p:cNvGrpSpPr/>
        <p:nvPr/>
      </p:nvGrpSpPr>
      <p:grpSpPr>
        <a:xfrm>
          <a:off x="0" y="0"/>
          <a:ext cx="0" cy="0"/>
          <a:chOff x="0" y="0"/>
          <a:chExt cx="0" cy="0"/>
        </a:xfrm>
      </p:grpSpPr>
      <p:pic>
        <p:nvPicPr>
          <p:cNvPr id="2" name="图片 1"/>
          <p:cNvPicPr>
            <a:picLocks noChangeAspect="1"/>
          </p:cNvPicPr>
          <p:nvPr userDrawn="1"/>
        </p:nvPicPr>
        <p:blipFill>
          <a:blip r:embed="rId2"/>
          <a:stretch>
            <a:fillRect/>
          </a:stretch>
        </p:blipFill>
        <p:spPr>
          <a:xfrm>
            <a:off x="46495" y="0"/>
            <a:ext cx="11473992" cy="2693989"/>
          </a:xfrm>
          <a:prstGeom prst="rect">
            <a:avLst/>
          </a:prstGeom>
        </p:spPr>
      </p:pic>
      <p:sp>
        <p:nvSpPr>
          <p:cNvPr id="20" name="标题 1"/>
          <p:cNvSpPr>
            <a:spLocks noGrp="1"/>
          </p:cNvSpPr>
          <p:nvPr userDrawn="1">
            <p:ph type="title" hasCustomPrompt="1"/>
          </p:nvPr>
        </p:nvSpPr>
        <p:spPr>
          <a:xfrm>
            <a:off x="669924" y="2927838"/>
            <a:ext cx="10850564" cy="501162"/>
          </a:xfrm>
          <a:noFill/>
        </p:spPr>
        <p:txBody>
          <a:bodyPr anchor="ctr">
            <a:normAutofit/>
          </a:bodyPr>
          <a:lstStyle>
            <a:lvl1pPr>
              <a:defRPr sz="2400" b="1">
                <a:solidFill>
                  <a:schemeClr val="tx1"/>
                </a:solidFill>
              </a:defRPr>
            </a:lvl1pPr>
          </a:lstStyle>
          <a:p>
            <a:r>
              <a:rPr lang="zh-CN" altLang="en-US" dirty="0"/>
              <a:t>单击此处添加幻灯片章节标题</a:t>
            </a:r>
          </a:p>
        </p:txBody>
      </p:sp>
      <p:sp>
        <p:nvSpPr>
          <p:cNvPr id="21" name="文本占位符 2"/>
          <p:cNvSpPr>
            <a:spLocks noGrp="1"/>
          </p:cNvSpPr>
          <p:nvPr userDrawn="1">
            <p:ph type="body" idx="1"/>
          </p:nvPr>
        </p:nvSpPr>
        <p:spPr>
          <a:xfrm>
            <a:off x="669924" y="3472000"/>
            <a:ext cx="10850564" cy="1082874"/>
          </a:xfrm>
          <a:noFill/>
        </p:spPr>
        <p:txBody>
          <a:bodyPr anchor="t">
            <a:normAutofit/>
          </a:bodyPr>
          <a:lstStyle>
            <a:lvl1pPr marL="0" indent="0">
              <a:lnSpc>
                <a:spcPct val="150000"/>
              </a:lnSpc>
              <a:spcBef>
                <a:spcPts val="0"/>
              </a:spcBef>
              <a:buNone/>
              <a:defRPr sz="12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dirty="0"/>
              <a:t>单击此处编辑母版文本样式</a:t>
            </a:r>
          </a:p>
        </p:txBody>
      </p:sp>
      <p:cxnSp>
        <p:nvCxnSpPr>
          <p:cNvPr id="3" name="直接连接符 2"/>
          <p:cNvCxnSpPr/>
          <p:nvPr userDrawn="1"/>
        </p:nvCxnSpPr>
        <p:spPr>
          <a:xfrm>
            <a:off x="669925" y="3471306"/>
            <a:ext cx="10850563"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4" name="日期占位符 3"/>
          <p:cNvSpPr>
            <a:spLocks noGrp="1"/>
          </p:cNvSpPr>
          <p:nvPr>
            <p:ph type="dt" sz="half" idx="10"/>
          </p:nvPr>
        </p:nvSpPr>
        <p:spPr/>
        <p:txBody>
          <a:bodyPr/>
          <a:lstStyle/>
          <a:p>
            <a:fld id="{6489D9C7-5DC6-4263-87FF-7C99F6FB63C3}" type="datetime1">
              <a:rPr lang="zh-CN" altLang="en-US" smtClean="0"/>
              <a:t>2021/4/26</a:t>
            </a:fld>
            <a:endParaRPr lang="zh-CN" altLang="en-US"/>
          </a:p>
        </p:txBody>
      </p:sp>
      <p:sp>
        <p:nvSpPr>
          <p:cNvPr id="5" name="页脚占位符 4"/>
          <p:cNvSpPr>
            <a:spLocks noGrp="1"/>
          </p:cNvSpPr>
          <p:nvPr>
            <p:ph type="ftr" sz="quarter" idx="11"/>
          </p:nvPr>
        </p:nvSpPr>
        <p:spPr/>
        <p:txBody>
          <a:bodyPr/>
          <a:lstStyle/>
          <a:p>
            <a:r>
              <a:rPr lang="en-US" altLang="zh-CN"/>
              <a:t>www.islide.cc</a:t>
            </a:r>
            <a:endParaRPr lang="zh-CN" altLang="en-US" dirty="0"/>
          </a:p>
        </p:txBody>
      </p:sp>
      <p:sp>
        <p:nvSpPr>
          <p:cNvPr id="6" name="灯片编号占位符 5"/>
          <p:cNvSpPr>
            <a:spLocks noGrp="1"/>
          </p:cNvSpPr>
          <p:nvPr>
            <p:ph type="sldNum" sz="quarter" idx="12"/>
          </p:nvPr>
        </p:nvSpPr>
        <p:spPr/>
        <p:txBody>
          <a:bodyPr/>
          <a:lstStyle/>
          <a:p>
            <a:fld id="{5DD3DB80-B894-403A-B48E-6FDC1A72010E}" type="slidenum">
              <a:rPr lang="zh-CN" altLang="en-US" smtClean="0"/>
              <a:t>‹#›</a:t>
            </a:fld>
            <a:endParaRPr lang="zh-CN" altLang="en-US"/>
          </a:p>
        </p:txBody>
      </p:sp>
    </p:spTree>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6489D9C7-5DC6-4263-87FF-7C99F6FB63C3}" type="datetime1">
              <a:rPr lang="zh-CN" altLang="en-US" smtClean="0"/>
              <a:t>2021/4/26</a:t>
            </a:fld>
            <a:endParaRPr lang="zh-CN" altLang="en-US"/>
          </a:p>
        </p:txBody>
      </p:sp>
      <p:sp>
        <p:nvSpPr>
          <p:cNvPr id="5" name="页脚占位符 4"/>
          <p:cNvSpPr>
            <a:spLocks noGrp="1"/>
          </p:cNvSpPr>
          <p:nvPr>
            <p:ph type="ftr" sz="quarter" idx="11"/>
          </p:nvPr>
        </p:nvSpPr>
        <p:spPr/>
        <p:txBody>
          <a:bodyPr/>
          <a:lstStyle/>
          <a:p>
            <a:r>
              <a:rPr lang="en-US" altLang="zh-CN"/>
              <a:t>www.islide.cc</a:t>
            </a:r>
            <a:endParaRPr lang="zh-CN" altLang="en-US" dirty="0"/>
          </a:p>
        </p:txBody>
      </p:sp>
      <p:sp>
        <p:nvSpPr>
          <p:cNvPr id="6" name="灯片编号占位符 5"/>
          <p:cNvSpPr>
            <a:spLocks noGrp="1"/>
          </p:cNvSpPr>
          <p:nvPr>
            <p:ph type="sldNum" sz="quarter" idx="12"/>
          </p:nvPr>
        </p:nvSpPr>
        <p:spPr/>
        <p:txBody>
          <a:bodyPr/>
          <a:lstStyle/>
          <a:p>
            <a:fld id="{5DD3DB80-B894-403A-B48E-6FDC1A72010E}" type="slidenum">
              <a:rPr lang="zh-CN" altLang="en-US" smtClean="0"/>
              <a:t>‹#›</a:t>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日期占位符 2"/>
          <p:cNvSpPr>
            <a:spLocks noGrp="1"/>
          </p:cNvSpPr>
          <p:nvPr>
            <p:ph type="dt" sz="half" idx="10"/>
          </p:nvPr>
        </p:nvSpPr>
        <p:spPr/>
        <p:txBody>
          <a:bodyPr/>
          <a:lstStyle/>
          <a:p>
            <a:fld id="{6489D9C7-5DC6-4263-87FF-7C99F6FB63C3}" type="datetime1">
              <a:rPr lang="zh-CN" altLang="en-US" smtClean="0"/>
              <a:t>2021/4/26</a:t>
            </a:fld>
            <a:endParaRPr lang="zh-CN" altLang="en-US"/>
          </a:p>
        </p:txBody>
      </p:sp>
      <p:sp>
        <p:nvSpPr>
          <p:cNvPr id="4" name="页脚占位符 3"/>
          <p:cNvSpPr>
            <a:spLocks noGrp="1"/>
          </p:cNvSpPr>
          <p:nvPr>
            <p:ph type="ftr" sz="quarter" idx="11"/>
          </p:nvPr>
        </p:nvSpPr>
        <p:spPr/>
        <p:txBody>
          <a:bodyPr/>
          <a:lstStyle/>
          <a:p>
            <a:r>
              <a:rPr lang="en-US" altLang="zh-CN"/>
              <a:t>www.islide.cc</a:t>
            </a:r>
            <a:endParaRPr lang="zh-CN" altLang="en-US" dirty="0"/>
          </a:p>
        </p:txBody>
      </p:sp>
      <p:sp>
        <p:nvSpPr>
          <p:cNvPr id="5" name="灯片编号占位符 4"/>
          <p:cNvSpPr>
            <a:spLocks noGrp="1"/>
          </p:cNvSpPr>
          <p:nvPr>
            <p:ph type="sldNum" sz="quarter" idx="12"/>
          </p:nvPr>
        </p:nvSpPr>
        <p:spPr/>
        <p:txBody>
          <a:bodyPr/>
          <a:lstStyle/>
          <a:p>
            <a:fld id="{5DD3DB80-B894-403A-B48E-6FDC1A72010E}" type="slidenum">
              <a:rPr lang="zh-CN" altLang="en-US" smtClean="0"/>
              <a:t>‹#›</a:t>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blank" preserve="1">
  <p:cSld name="空白">
    <p:spTree>
      <p:nvGrpSpPr>
        <p:cNvPr id="1" name=""/>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末尾幻灯片">
    <p:spTree>
      <p:nvGrpSpPr>
        <p:cNvPr id="1" name=""/>
        <p:cNvGrpSpPr/>
        <p:nvPr/>
      </p:nvGrpSpPr>
      <p:grpSpPr>
        <a:xfrm>
          <a:off x="0" y="0"/>
          <a:ext cx="0" cy="0"/>
          <a:chOff x="0" y="0"/>
          <a:chExt cx="0" cy="0"/>
        </a:xfrm>
      </p:grpSpPr>
      <p:pic>
        <p:nvPicPr>
          <p:cNvPr id="1129" name="图片 1128"/>
          <p:cNvPicPr>
            <a:picLocks noChangeAspect="1"/>
          </p:cNvPicPr>
          <p:nvPr userDrawn="1"/>
        </p:nvPicPr>
        <p:blipFill>
          <a:blip r:embed="rId2"/>
          <a:stretch>
            <a:fillRect/>
          </a:stretch>
        </p:blipFill>
        <p:spPr>
          <a:xfrm>
            <a:off x="0" y="3037350"/>
            <a:ext cx="7930836" cy="3820649"/>
          </a:xfrm>
          <a:prstGeom prst="rect">
            <a:avLst/>
          </a:prstGeom>
        </p:spPr>
      </p:pic>
      <p:sp>
        <p:nvSpPr>
          <p:cNvPr id="13" name="标题 1"/>
          <p:cNvSpPr>
            <a:spLocks noGrp="1"/>
          </p:cNvSpPr>
          <p:nvPr userDrawn="1">
            <p:ph type="ctrTitle" hasCustomPrompt="1"/>
          </p:nvPr>
        </p:nvSpPr>
        <p:spPr>
          <a:xfrm>
            <a:off x="6207126" y="2235084"/>
            <a:ext cx="4482645" cy="973538"/>
          </a:xfrm>
        </p:spPr>
        <p:txBody>
          <a:bodyPr anchor="b">
            <a:normAutofit/>
          </a:bodyPr>
          <a:lstStyle>
            <a:lvl1pPr marL="0" indent="0" algn="l">
              <a:buFont typeface="Arial" panose="020B0604020202020204" pitchFamily="34" charset="0"/>
              <a:buNone/>
              <a:defRPr sz="3200">
                <a:solidFill>
                  <a:schemeClr val="tx1"/>
                </a:solidFill>
              </a:defRPr>
            </a:lvl1pPr>
          </a:lstStyle>
          <a:p>
            <a:r>
              <a:rPr lang="zh-CN" altLang="en-US" dirty="0"/>
              <a:t>结束语</a:t>
            </a:r>
          </a:p>
        </p:txBody>
      </p:sp>
      <p:sp>
        <p:nvSpPr>
          <p:cNvPr id="14" name="文本占位符 62"/>
          <p:cNvSpPr>
            <a:spLocks noGrp="1"/>
          </p:cNvSpPr>
          <p:nvPr>
            <p:ph type="body" sz="quarter" idx="17" hasCustomPrompt="1"/>
          </p:nvPr>
        </p:nvSpPr>
        <p:spPr>
          <a:xfrm>
            <a:off x="6207126" y="3486125"/>
            <a:ext cx="4482645" cy="310871"/>
          </a:xfrm>
        </p:spPr>
        <p:txBody>
          <a:bodyPr vert="horz" lIns="91440" tIns="45720" rIns="91440" bIns="45720" rtlCol="0" anchor="b">
            <a:normAutofit/>
          </a:bodyPr>
          <a:lstStyle>
            <a:lvl1pPr marL="0" indent="0" algn="l">
              <a:buNone/>
              <a:defRPr lang="zh-CN" altLang="en-US" sz="1400" smtClean="0">
                <a:solidFill>
                  <a:schemeClr val="tx1"/>
                </a:solidFill>
              </a:defRPr>
            </a:lvl1pPr>
            <a:lvl2pPr>
              <a:defRPr lang="zh-CN" altLang="en-US" sz="2000" smtClean="0"/>
            </a:lvl2pPr>
            <a:lvl3pPr>
              <a:defRPr lang="zh-CN" altLang="en-US" sz="1800" smtClean="0"/>
            </a:lvl3pPr>
            <a:lvl4pPr>
              <a:defRPr lang="zh-CN" altLang="en-US" sz="1600" smtClean="0"/>
            </a:lvl4pPr>
            <a:lvl5pPr>
              <a:defRPr lang="zh-CN" altLang="en-US" sz="1600"/>
            </a:lvl5pPr>
          </a:lstStyle>
          <a:p>
            <a:pPr marL="228600" marR="0" lvl="0" indent="-228600" fontAlgn="auto">
              <a:spcAft>
                <a:spcPts val="0"/>
              </a:spcAft>
              <a:buClrTx/>
              <a:buSzTx/>
            </a:pPr>
            <a:r>
              <a:rPr lang="zh-CN" altLang="en-US" dirty="0"/>
              <a:t>公司或署名</a:t>
            </a:r>
            <a:endParaRPr lang="en-US" altLang="zh-CN" dirty="0"/>
          </a:p>
        </p:txBody>
      </p:sp>
      <p:sp>
        <p:nvSpPr>
          <p:cNvPr id="15" name="文本占位符 62"/>
          <p:cNvSpPr>
            <a:spLocks noGrp="1"/>
          </p:cNvSpPr>
          <p:nvPr>
            <p:ph type="body" sz="quarter" idx="18" hasCustomPrompt="1"/>
          </p:nvPr>
        </p:nvSpPr>
        <p:spPr>
          <a:xfrm>
            <a:off x="6207126" y="3801759"/>
            <a:ext cx="4482645" cy="310871"/>
          </a:xfrm>
        </p:spPr>
        <p:txBody>
          <a:bodyPr vert="horz" lIns="91440" tIns="45720" rIns="91440" bIns="45720" rtlCol="0">
            <a:normAutofit/>
          </a:bodyPr>
          <a:lstStyle>
            <a:lvl1pPr marL="0" indent="0" algn="l">
              <a:buNone/>
              <a:defRPr lang="zh-CN" altLang="en-US" sz="1400" smtClean="0">
                <a:solidFill>
                  <a:schemeClr val="tx1"/>
                </a:solidFill>
              </a:defRPr>
            </a:lvl1pPr>
            <a:lvl2pPr>
              <a:defRPr lang="zh-CN" altLang="en-US" sz="2000" smtClean="0"/>
            </a:lvl2pPr>
            <a:lvl3pPr>
              <a:defRPr lang="zh-CN" altLang="en-US" sz="1800" smtClean="0"/>
            </a:lvl3pPr>
            <a:lvl4pPr>
              <a:defRPr lang="zh-CN" altLang="en-US" sz="1600" smtClean="0"/>
            </a:lvl4pPr>
            <a:lvl5pPr>
              <a:defRPr lang="zh-CN" altLang="en-US" sz="1600"/>
            </a:lvl5pPr>
          </a:lstStyle>
          <a:p>
            <a:pPr marL="228600" marR="0" lvl="0" indent="-228600" fontAlgn="auto">
              <a:spcAft>
                <a:spcPts val="0"/>
              </a:spcAft>
              <a:buClrTx/>
              <a:buSzTx/>
            </a:pPr>
            <a:r>
              <a:rPr lang="zh-CN" altLang="en-US" dirty="0"/>
              <a:t>版权信息或网址</a:t>
            </a:r>
            <a:endParaRPr lang="en-US" altLang="zh-CN" dirty="0"/>
          </a:p>
        </p:txBody>
      </p:sp>
    </p:spTree>
  </p:cSld>
  <p:clrMapOvr>
    <a:overrideClrMapping bg1="lt1" tx1="dk1" bg2="lt2" tx2="dk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669924" y="1"/>
            <a:ext cx="10850563" cy="1028699"/>
          </a:xfrm>
          <a:prstGeom prst="rect">
            <a:avLst/>
          </a:prstGeom>
        </p:spPr>
        <p:txBody>
          <a:bodyPr vert="horz" lIns="91440" tIns="45720" rIns="91440" bIns="45720" rtlCol="0" anchor="b">
            <a:normAutofit/>
          </a:bodyPr>
          <a:lstStyle/>
          <a:p>
            <a:r>
              <a:rPr lang="zh-CN" altLang="en-US" dirty="0"/>
              <a:t>单击此处编辑母版标题样式</a:t>
            </a:r>
          </a:p>
        </p:txBody>
      </p:sp>
      <p:sp>
        <p:nvSpPr>
          <p:cNvPr id="3" name="文本占位符 2"/>
          <p:cNvSpPr>
            <a:spLocks noGrp="1"/>
          </p:cNvSpPr>
          <p:nvPr>
            <p:ph type="body" idx="1"/>
          </p:nvPr>
        </p:nvSpPr>
        <p:spPr>
          <a:xfrm>
            <a:off x="669924" y="1123950"/>
            <a:ext cx="10850563" cy="5019675"/>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4" name="日期占位符 3"/>
          <p:cNvSpPr>
            <a:spLocks noGrp="1"/>
          </p:cNvSpPr>
          <p:nvPr>
            <p:ph type="dt" sz="half" idx="2"/>
          </p:nvPr>
        </p:nvSpPr>
        <p:spPr>
          <a:xfrm>
            <a:off x="5401732" y="6515100"/>
            <a:ext cx="1388536" cy="206381"/>
          </a:xfrm>
          <a:prstGeom prst="rect">
            <a:avLst/>
          </a:prstGeom>
        </p:spPr>
        <p:txBody>
          <a:bodyPr vert="horz" lIns="91440" tIns="45720" rIns="91440" bIns="45720" rtlCol="0" anchor="ctr"/>
          <a:lstStyle>
            <a:lvl1pPr algn="ctr">
              <a:defRPr sz="1000">
                <a:solidFill>
                  <a:schemeClr val="tx1"/>
                </a:solidFill>
              </a:defRPr>
            </a:lvl1pPr>
          </a:lstStyle>
          <a:p>
            <a:fld id="{6489D9C7-5DC6-4263-87FF-7C99F6FB63C3}" type="datetime1">
              <a:rPr lang="zh-CN" altLang="en-US" smtClean="0"/>
              <a:t>2021/4/26</a:t>
            </a:fld>
            <a:endParaRPr lang="zh-CN" altLang="en-US"/>
          </a:p>
        </p:txBody>
      </p:sp>
      <p:sp>
        <p:nvSpPr>
          <p:cNvPr id="5" name="页脚占位符 4"/>
          <p:cNvSpPr>
            <a:spLocks noGrp="1"/>
          </p:cNvSpPr>
          <p:nvPr>
            <p:ph type="ftr" sz="quarter" idx="3"/>
          </p:nvPr>
        </p:nvSpPr>
        <p:spPr>
          <a:xfrm>
            <a:off x="669924" y="6515100"/>
            <a:ext cx="4140201" cy="206381"/>
          </a:xfrm>
          <a:prstGeom prst="rect">
            <a:avLst/>
          </a:prstGeom>
        </p:spPr>
        <p:txBody>
          <a:bodyPr vert="horz" lIns="91440" tIns="45720" rIns="91440" bIns="45720" rtlCol="0" anchor="ctr"/>
          <a:lstStyle>
            <a:lvl1pPr algn="l">
              <a:defRPr sz="1000">
                <a:solidFill>
                  <a:schemeClr val="tx1"/>
                </a:solidFill>
              </a:defRPr>
            </a:lvl1pPr>
          </a:lstStyle>
          <a:p>
            <a:r>
              <a:rPr lang="en-US" altLang="zh-CN" dirty="0"/>
              <a:t>www.islide.cc</a:t>
            </a:r>
            <a:endParaRPr lang="zh-CN" altLang="en-US" dirty="0"/>
          </a:p>
        </p:txBody>
      </p:sp>
      <p:sp>
        <p:nvSpPr>
          <p:cNvPr id="6" name="灯片编号占位符 5"/>
          <p:cNvSpPr>
            <a:spLocks noGrp="1"/>
          </p:cNvSpPr>
          <p:nvPr>
            <p:ph type="sldNum" sz="quarter" idx="4"/>
          </p:nvPr>
        </p:nvSpPr>
        <p:spPr>
          <a:xfrm>
            <a:off x="8610599" y="6515100"/>
            <a:ext cx="2909888" cy="206381"/>
          </a:xfrm>
          <a:prstGeom prst="rect">
            <a:avLst/>
          </a:prstGeom>
        </p:spPr>
        <p:txBody>
          <a:bodyPr vert="horz" lIns="91440" tIns="45720" rIns="91440" bIns="45720" rtlCol="0" anchor="ctr"/>
          <a:lstStyle>
            <a:lvl1pPr algn="r">
              <a:defRPr sz="1000">
                <a:solidFill>
                  <a:schemeClr val="tx1"/>
                </a:solidFill>
              </a:defRPr>
            </a:lvl1pPr>
          </a:lstStyle>
          <a:p>
            <a:fld id="{5DD3DB80-B894-403A-B48E-6FDC1A72010E}" type="slidenum">
              <a:rPr lang="zh-CN" altLang="en-US" smtClean="0"/>
              <a:t>‹#›</a:t>
            </a:fld>
            <a:endParaRPr lang="zh-CN" altLang="en-US"/>
          </a:p>
        </p:txBody>
      </p:sp>
      <p:cxnSp>
        <p:nvCxnSpPr>
          <p:cNvPr id="8" name="直接连接符 7"/>
          <p:cNvCxnSpPr/>
          <p:nvPr userDrawn="1"/>
        </p:nvCxnSpPr>
        <p:spPr>
          <a:xfrm>
            <a:off x="669924" y="6240463"/>
            <a:ext cx="10850564"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12" name="矩形 11"/>
          <p:cNvSpPr/>
          <p:nvPr userDrawn="1"/>
        </p:nvSpPr>
        <p:spPr>
          <a:xfrm>
            <a:off x="669923" y="1028700"/>
            <a:ext cx="10850563" cy="72000"/>
          </a:xfrm>
          <a:prstGeom prst="rect">
            <a:avLst/>
          </a:pr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hdr="0" dt="0"/>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tags" Target="../tags/tag2.xml"/><Relationship Id="rId1" Type="http://schemas.openxmlformats.org/officeDocument/2006/relationships/themeOverride" Target="../theme/themeOverride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3.xml"/><Relationship Id="rId1" Type="http://schemas.openxmlformats.org/officeDocument/2006/relationships/themeOverride" Target="../theme/themeOverride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slideLayout" Target="../slideLayouts/slideLayout4.xml"/><Relationship Id="rId1" Type="http://schemas.openxmlformats.org/officeDocument/2006/relationships/tags" Target="../tags/tag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tags" Target="../tags/tag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slideLayout" Target="../slideLayouts/slideLayout4.xml"/><Relationship Id="rId1" Type="http://schemas.openxmlformats.org/officeDocument/2006/relationships/tags" Target="../tags/tag6.xml"/><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tags" Target="../tags/tag7.xml"/></Relationships>
</file>

<file path=ppt/slides/_rels/slide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slideLayout" Target="../slideLayouts/slideLayout4.xml"/><Relationship Id="rId1" Type="http://schemas.openxmlformats.org/officeDocument/2006/relationships/tags" Target="../tags/tag8.xml"/></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tags" Target="../tags/tag9.xml"/><Relationship Id="rId1" Type="http://schemas.openxmlformats.org/officeDocument/2006/relationships/themeOverride" Target="../theme/themeOverride3.xml"/></Relationships>
</file>

<file path=ppt/slides/_rels/slide19.xml.rels><?xml version="1.0" encoding="UTF-8" standalone="yes"?>
<Relationships xmlns="http://schemas.openxmlformats.org/package/2006/relationships"><Relationship Id="rId2" Type="http://schemas.openxmlformats.org/officeDocument/2006/relationships/slideLayout" Target="../slideLayouts/slideLayout5.xml"/><Relationship Id="rId1" Type="http://schemas.openxmlformats.org/officeDocument/2006/relationships/tags" Target="../tags/tag10.xml"/></Relationships>
</file>

<file path=ppt/slides/_rels/slide20.xml.rels><?xml version="1.0" encoding="UTF-8" standalone="yes"?>
<Relationships xmlns="http://schemas.openxmlformats.org/package/2006/relationships"><Relationship Id="rId3" Type="http://schemas.openxmlformats.org/officeDocument/2006/relationships/hyperlink" Target="http://www.islide.cc/" TargetMode="External"/><Relationship Id="rId2" Type="http://schemas.openxmlformats.org/officeDocument/2006/relationships/slideLayout" Target="../slideLayouts/slideLayout5.xml"/><Relationship Id="rId1" Type="http://schemas.openxmlformats.org/officeDocument/2006/relationships/tags" Target="../tags/tag11.xml"/></Relationships>
</file>

<file path=ppt/slides/_rels/slide21.xml.rels><?xml version="1.0" encoding="UTF-8" standalone="yes"?>
<Relationships xmlns="http://schemas.openxmlformats.org/package/2006/relationships"><Relationship Id="rId2" Type="http://schemas.openxmlformats.org/officeDocument/2006/relationships/slideLayout" Target="../slideLayouts/slideLayout5.xml"/><Relationship Id="rId1" Type="http://schemas.openxmlformats.org/officeDocument/2006/relationships/tags" Target="../tags/tag12.xml"/></Relationships>
</file>

<file path=ppt/slides/_rels/slide22.xml.rels><?xml version="1.0" encoding="UTF-8" standalone="yes"?>
<Relationships xmlns="http://schemas.openxmlformats.org/package/2006/relationships"><Relationship Id="rId2" Type="http://schemas.openxmlformats.org/officeDocument/2006/relationships/slideLayout" Target="../slideLayouts/slideLayout5.xml"/><Relationship Id="rId1" Type="http://schemas.openxmlformats.org/officeDocument/2006/relationships/tags" Target="../tags/tag13.xml"/></Relationships>
</file>

<file path=ppt/slides/_rels/slide2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slideLayout" Target="../slideLayouts/slideLayout5.xml"/><Relationship Id="rId1" Type="http://schemas.openxmlformats.org/officeDocument/2006/relationships/tags" Target="../tags/tag14.xml"/></Relationships>
</file>

<file path=ppt/slides/_rels/slide2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slideLayout" Target="../slideLayouts/slideLayout5.xml"/><Relationship Id="rId1" Type="http://schemas.openxmlformats.org/officeDocument/2006/relationships/tags" Target="../tags/tag15.xml"/></Relationships>
</file>

<file path=ppt/slides/_rels/slide25.xml.rels><?xml version="1.0" encoding="UTF-8" standalone="yes"?>
<Relationships xmlns="http://schemas.openxmlformats.org/package/2006/relationships"><Relationship Id="rId3" Type="http://schemas.openxmlformats.org/officeDocument/2006/relationships/hyperlink" Target="http://www.islide.cc/" TargetMode="External"/><Relationship Id="rId2" Type="http://schemas.openxmlformats.org/officeDocument/2006/relationships/slideLayout" Target="../slideLayouts/slideLayout5.xml"/><Relationship Id="rId1" Type="http://schemas.openxmlformats.org/officeDocument/2006/relationships/tags" Target="../tags/tag16.xml"/><Relationship Id="rId4"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副标题 18"/>
          <p:cNvSpPr>
            <a:spLocks noGrp="1"/>
          </p:cNvSpPr>
          <p:nvPr>
            <p:ph type="subTitle" idx="1"/>
          </p:nvPr>
        </p:nvSpPr>
        <p:spPr/>
        <p:txBody>
          <a:bodyPr/>
          <a:lstStyle/>
          <a:p>
            <a:r>
              <a:rPr lang="en-US" altLang="zh-CN" dirty="0"/>
              <a:t>Web</a:t>
            </a:r>
            <a:r>
              <a:rPr lang="zh-CN" altLang="en-US" dirty="0"/>
              <a:t>工程项目展示</a:t>
            </a:r>
            <a:endParaRPr lang="en-US" altLang="zh-CN" dirty="0"/>
          </a:p>
        </p:txBody>
      </p:sp>
      <p:sp>
        <p:nvSpPr>
          <p:cNvPr id="18" name="标题 17"/>
          <p:cNvSpPr>
            <a:spLocks noGrp="1"/>
          </p:cNvSpPr>
          <p:nvPr>
            <p:ph type="ctrTitle"/>
          </p:nvPr>
        </p:nvSpPr>
        <p:spPr/>
        <p:txBody>
          <a:bodyPr/>
          <a:lstStyle/>
          <a:p>
            <a:pPr algn="ctr"/>
            <a:r>
              <a:rPr lang="en-US" altLang="zh-CN" dirty="0"/>
              <a:t>Horizon-Novel Dev Team</a:t>
            </a:r>
            <a:endParaRPr lang="zh-CN" altLang="en-US" dirty="0"/>
          </a:p>
        </p:txBody>
      </p:sp>
      <p:cxnSp>
        <p:nvCxnSpPr>
          <p:cNvPr id="4" name="直接连接符 3"/>
          <p:cNvCxnSpPr/>
          <p:nvPr/>
        </p:nvCxnSpPr>
        <p:spPr>
          <a:xfrm>
            <a:off x="3256384" y="2383326"/>
            <a:ext cx="8264104"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Tree>
    <p:custDataLst>
      <p:tags r:id="rId2"/>
    </p:custData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项目团队</a:t>
            </a:r>
          </a:p>
        </p:txBody>
      </p:sp>
      <p:sp>
        <p:nvSpPr>
          <p:cNvPr id="3" name="文本占位符 2"/>
          <p:cNvSpPr>
            <a:spLocks noGrp="1"/>
          </p:cNvSpPr>
          <p:nvPr>
            <p:ph type="body" idx="1"/>
          </p:nvPr>
        </p:nvSpPr>
        <p:spPr/>
        <p:txBody>
          <a:bodyPr/>
          <a:lstStyle/>
          <a:p>
            <a:pPr lvl="0"/>
            <a:endParaRPr lang="zh-CN" altLang="en-US" dirty="0"/>
          </a:p>
        </p:txBody>
      </p:sp>
    </p:spTree>
    <p:custDataLst>
      <p:tags r:id="rId2"/>
    </p:custData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团队成员介绍</a:t>
            </a:r>
          </a:p>
        </p:txBody>
      </p:sp>
      <p:sp>
        <p:nvSpPr>
          <p:cNvPr id="4" name="灯片编号占位符 3"/>
          <p:cNvSpPr>
            <a:spLocks noGrp="1"/>
          </p:cNvSpPr>
          <p:nvPr>
            <p:ph type="sldNum" sz="quarter" idx="12"/>
          </p:nvPr>
        </p:nvSpPr>
        <p:spPr/>
        <p:txBody>
          <a:bodyPr/>
          <a:lstStyle/>
          <a:p>
            <a:fld id="{5DD3DB80-B894-403A-B48E-6FDC1A72010E}" type="slidenum">
              <a:rPr lang="zh-CN" altLang="en-US" smtClean="0"/>
              <a:t>3</a:t>
            </a:fld>
            <a:endParaRPr lang="zh-CN" altLang="en-US"/>
          </a:p>
        </p:txBody>
      </p:sp>
      <p:sp>
        <p:nvSpPr>
          <p:cNvPr id="3" name="文本框 2"/>
          <p:cNvSpPr txBox="1"/>
          <p:nvPr/>
        </p:nvSpPr>
        <p:spPr>
          <a:xfrm>
            <a:off x="2118290" y="5355425"/>
            <a:ext cx="7953829" cy="369332"/>
          </a:xfrm>
          <a:prstGeom prst="rect">
            <a:avLst/>
          </a:prstGeom>
          <a:noFill/>
        </p:spPr>
        <p:txBody>
          <a:bodyPr wrap="square" rtlCol="0">
            <a:spAutoFit/>
          </a:bodyPr>
          <a:lstStyle/>
          <a:p>
            <a:pPr algn="ctr"/>
            <a:r>
              <a:rPr lang="en-US" altLang="zh-CN" b="1" dirty="0" err="1"/>
              <a:t>Github</a:t>
            </a:r>
            <a:r>
              <a:rPr lang="zh-CN" altLang="en-US" b="1" dirty="0"/>
              <a:t>仓库链接</a:t>
            </a:r>
            <a:r>
              <a:rPr lang="en-US" altLang="zh-CN" b="1" dirty="0"/>
              <a:t>:https://github.com/Horizon-</a:t>
            </a:r>
            <a:r>
              <a:rPr lang="en-US" altLang="zh-CN" b="1" dirty="0" err="1"/>
              <a:t>NovelDevTeam</a:t>
            </a:r>
            <a:r>
              <a:rPr lang="en-US" altLang="zh-CN" b="1" dirty="0"/>
              <a:t>/</a:t>
            </a:r>
            <a:r>
              <a:rPr lang="en-US" altLang="zh-CN" b="1" dirty="0" err="1"/>
              <a:t>WebWork</a:t>
            </a:r>
            <a:endParaRPr lang="zh-CN" altLang="en-US" b="1" dirty="0"/>
          </a:p>
        </p:txBody>
      </p:sp>
      <p:pic>
        <p:nvPicPr>
          <p:cNvPr id="6" name="图片 5"/>
          <p:cNvPicPr>
            <a:picLocks noChangeAspect="1"/>
          </p:cNvPicPr>
          <p:nvPr/>
        </p:nvPicPr>
        <p:blipFill>
          <a:blip r:embed="rId3"/>
          <a:stretch>
            <a:fillRect/>
          </a:stretch>
        </p:blipFill>
        <p:spPr>
          <a:xfrm>
            <a:off x="2917062" y="2138546"/>
            <a:ext cx="6356284" cy="2580908"/>
          </a:xfrm>
          <a:prstGeom prst="rect">
            <a:avLst/>
          </a:prstGeom>
        </p:spPr>
      </p:pic>
    </p:spTree>
    <p:custDataLst>
      <p:tags r:id="rId1"/>
    </p:custData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Web</a:t>
            </a:r>
            <a:r>
              <a:rPr lang="zh-CN" altLang="en-US" dirty="0"/>
              <a:t>项目建议书</a:t>
            </a:r>
          </a:p>
        </p:txBody>
      </p:sp>
      <p:sp>
        <p:nvSpPr>
          <p:cNvPr id="3" name="文本占位符 2"/>
          <p:cNvSpPr>
            <a:spLocks noGrp="1"/>
          </p:cNvSpPr>
          <p:nvPr>
            <p:ph type="body" idx="1"/>
          </p:nvPr>
        </p:nvSpPr>
        <p:spPr/>
        <p:txBody>
          <a:bodyPr/>
          <a:lstStyle/>
          <a:p>
            <a:r>
              <a:rPr lang="zh-CN" altLang="en-US" dirty="0"/>
              <a:t>侧重业务建议，所属领域、目标、解决核心问题、带来效益等方面。</a:t>
            </a:r>
          </a:p>
          <a:p>
            <a:endParaRPr lang="zh-CN" altLang="en-US" dirty="0"/>
          </a:p>
        </p:txBody>
      </p:sp>
      <p:sp>
        <p:nvSpPr>
          <p:cNvPr id="5" name="灯片编号占位符 4"/>
          <p:cNvSpPr>
            <a:spLocks noGrp="1"/>
          </p:cNvSpPr>
          <p:nvPr>
            <p:ph type="sldNum" sz="quarter" idx="12"/>
          </p:nvPr>
        </p:nvSpPr>
        <p:spPr/>
        <p:txBody>
          <a:bodyPr/>
          <a:lstStyle/>
          <a:p>
            <a:fld id="{5DD3DB80-B894-403A-B48E-6FDC1A72010E}" type="slidenum">
              <a:rPr lang="zh-CN" altLang="en-US" smtClean="0"/>
              <a:t>4</a:t>
            </a:fld>
            <a:endParaRPr lang="zh-CN" alt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Web</a:t>
            </a:r>
            <a:r>
              <a:rPr lang="zh-CN" altLang="en-US" dirty="0"/>
              <a:t>项目建议书</a:t>
            </a:r>
          </a:p>
        </p:txBody>
      </p:sp>
      <p:sp>
        <p:nvSpPr>
          <p:cNvPr id="4" name="灯片编号占位符 3"/>
          <p:cNvSpPr>
            <a:spLocks noGrp="1"/>
          </p:cNvSpPr>
          <p:nvPr>
            <p:ph type="sldNum" sz="quarter" idx="12"/>
          </p:nvPr>
        </p:nvSpPr>
        <p:spPr/>
        <p:txBody>
          <a:bodyPr/>
          <a:lstStyle/>
          <a:p>
            <a:fld id="{5DD3DB80-B894-403A-B48E-6FDC1A72010E}" type="slidenum">
              <a:rPr lang="zh-CN" altLang="en-US" smtClean="0"/>
              <a:t>5</a:t>
            </a:fld>
            <a:endParaRPr lang="zh-CN" altLang="en-US"/>
          </a:p>
        </p:txBody>
      </p:sp>
      <p:sp>
        <p:nvSpPr>
          <p:cNvPr id="5" name="文本框 4"/>
          <p:cNvSpPr txBox="1"/>
          <p:nvPr/>
        </p:nvSpPr>
        <p:spPr>
          <a:xfrm>
            <a:off x="671195" y="2136775"/>
            <a:ext cx="10849610" cy="2584450"/>
          </a:xfrm>
          <a:prstGeom prst="rect">
            <a:avLst/>
          </a:prstGeom>
          <a:noFill/>
        </p:spPr>
        <p:txBody>
          <a:bodyPr wrap="square" rtlCol="0">
            <a:spAutoFit/>
          </a:bodyPr>
          <a:lstStyle/>
          <a:p>
            <a:r>
              <a:rPr lang="en-US" altLang="zh-CN"/>
              <a:t>1. </a:t>
            </a:r>
            <a:r>
              <a:rPr lang="zh-CN" altLang="en-US"/>
              <a:t>文档说明</a:t>
            </a:r>
          </a:p>
          <a:p>
            <a:pPr marL="742950" lvl="1" indent="-285750">
              <a:buFont typeface="Arial" panose="020B0604020202020204" pitchFamily="34" charset="0"/>
              <a:buChar char="•"/>
            </a:pPr>
            <a:r>
              <a:rPr lang="zh-CN" altLang="en-US"/>
              <a:t>开发一个用户可以线上阅读，具有充值打赏评论功能的小说网站，后台人员可以上传下架小说</a:t>
            </a:r>
          </a:p>
          <a:p>
            <a:pPr marL="742950" lvl="1" indent="-285750">
              <a:buFont typeface="Arial" panose="020B0604020202020204" pitchFamily="34" charset="0"/>
              <a:buChar char="•"/>
            </a:pPr>
            <a:r>
              <a:rPr lang="zh-CN" altLang="en-US"/>
              <a:t>随着网络的发展，电子设备的进步，传统纸质书籍花费大，不便携，成本大的缺点暴露，线上阅读的需求变大，因此一个线上小说阅读网站的存在十分必要。</a:t>
            </a:r>
          </a:p>
          <a:p>
            <a:r>
              <a:rPr lang="en-US" altLang="zh-CN"/>
              <a:t>2. </a:t>
            </a:r>
            <a:r>
              <a:rPr lang="zh-CN" altLang="en-US"/>
              <a:t>可行性分析</a:t>
            </a:r>
          </a:p>
          <a:p>
            <a:pPr marL="742950" lvl="1" indent="-285750">
              <a:buFont typeface="Arial" panose="020B0604020202020204" pitchFamily="34" charset="0"/>
              <a:buChar char="•"/>
            </a:pPr>
            <a:r>
              <a:rPr lang="zh-CN" altLang="en-US"/>
              <a:t>电子阅读飞速发展，线上小说网站有充足的市场</a:t>
            </a:r>
          </a:p>
          <a:p>
            <a:pPr marL="742950" lvl="1" indent="-285750">
              <a:buFont typeface="Arial" panose="020B0604020202020204" pitchFamily="34" charset="0"/>
              <a:buChar char="•"/>
            </a:pPr>
            <a:r>
              <a:rPr lang="zh-CN" altLang="en-US"/>
              <a:t>网络写手数量大增，不缺少优秀的原创作品</a:t>
            </a:r>
          </a:p>
          <a:p>
            <a:pPr marL="742950" lvl="1" indent="-285750">
              <a:buFont typeface="Arial" panose="020B0604020202020204" pitchFamily="34" charset="0"/>
              <a:buChar char="•"/>
            </a:pPr>
            <a:r>
              <a:rPr lang="zh-CN" altLang="en-US"/>
              <a:t>智能机普及，线上小说不缺用户</a:t>
            </a:r>
          </a:p>
          <a:p>
            <a:pPr marL="742950" lvl="1" indent="-285750">
              <a:buFont typeface="Arial" panose="020B0604020202020204" pitchFamily="34" charset="0"/>
              <a:buChar char="•"/>
            </a:pPr>
            <a:r>
              <a:rPr lang="zh-CN" altLang="en-US"/>
              <a:t>相较于纸质书籍的花费，线上阅读的成本更低</a:t>
            </a:r>
          </a:p>
        </p:txBody>
      </p:sp>
    </p:spTree>
    <p:custDataLst>
      <p:tags r:id="rId1"/>
    </p:custData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Web</a:t>
            </a:r>
            <a:r>
              <a:rPr lang="zh-CN" altLang="en-US" dirty="0"/>
              <a:t>应用建模</a:t>
            </a:r>
          </a:p>
        </p:txBody>
      </p:sp>
      <p:sp>
        <p:nvSpPr>
          <p:cNvPr id="3" name="文本占位符 2"/>
          <p:cNvSpPr>
            <a:spLocks noGrp="1"/>
          </p:cNvSpPr>
          <p:nvPr>
            <p:ph type="body" idx="1"/>
          </p:nvPr>
        </p:nvSpPr>
        <p:spPr/>
        <p:txBody>
          <a:bodyPr/>
          <a:lstStyle/>
          <a:p>
            <a:endParaRPr lang="zh-CN" altLang="en-US" dirty="0"/>
          </a:p>
        </p:txBody>
      </p:sp>
      <p:sp>
        <p:nvSpPr>
          <p:cNvPr id="5" name="灯片编号占位符 4"/>
          <p:cNvSpPr>
            <a:spLocks noGrp="1"/>
          </p:cNvSpPr>
          <p:nvPr>
            <p:ph type="sldNum" sz="quarter" idx="12"/>
          </p:nvPr>
        </p:nvSpPr>
        <p:spPr/>
        <p:txBody>
          <a:bodyPr/>
          <a:lstStyle/>
          <a:p>
            <a:fld id="{5DD3DB80-B894-403A-B48E-6FDC1A72010E}" type="slidenum">
              <a:rPr lang="zh-CN" altLang="en-US" smtClean="0"/>
              <a:t>6</a:t>
            </a:fld>
            <a:endParaRPr lang="zh-CN" alt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功能需求建模</a:t>
            </a:r>
            <a:r>
              <a:rPr lang="en-US" altLang="zh-CN" dirty="0"/>
              <a:t>——</a:t>
            </a:r>
            <a:r>
              <a:rPr lang="zh-CN" altLang="en-US" dirty="0"/>
              <a:t>静态</a:t>
            </a:r>
          </a:p>
        </p:txBody>
      </p:sp>
      <p:sp>
        <p:nvSpPr>
          <p:cNvPr id="4" name="灯片编号占位符 3"/>
          <p:cNvSpPr>
            <a:spLocks noGrp="1"/>
          </p:cNvSpPr>
          <p:nvPr>
            <p:ph type="sldNum" sz="quarter" idx="12"/>
          </p:nvPr>
        </p:nvSpPr>
        <p:spPr/>
        <p:txBody>
          <a:bodyPr/>
          <a:lstStyle/>
          <a:p>
            <a:fld id="{5DD3DB80-B894-403A-B48E-6FDC1A72010E}" type="slidenum">
              <a:rPr lang="zh-CN" altLang="en-US" smtClean="0"/>
              <a:t>7</a:t>
            </a:fld>
            <a:endParaRPr lang="zh-CN" altLang="en-US"/>
          </a:p>
        </p:txBody>
      </p:sp>
      <p:pic>
        <p:nvPicPr>
          <p:cNvPr id="5" name="图片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21427" y="1125356"/>
            <a:ext cx="7175374" cy="5077735"/>
          </a:xfrm>
          <a:prstGeom prst="rect">
            <a:avLst/>
          </a:prstGeom>
        </p:spPr>
      </p:pic>
      <p:sp>
        <p:nvSpPr>
          <p:cNvPr id="6" name="文本占位符 2"/>
          <p:cNvSpPr txBox="1"/>
          <p:nvPr/>
        </p:nvSpPr>
        <p:spPr>
          <a:xfrm>
            <a:off x="669924" y="1660812"/>
            <a:ext cx="3951503" cy="1300722"/>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pPr>
            <a:r>
              <a:rPr lang="zh-CN" altLang="en-US" dirty="0"/>
              <a:t>确定用例</a:t>
            </a:r>
            <a:endParaRPr lang="en-US" altLang="zh-CN" dirty="0"/>
          </a:p>
          <a:p>
            <a:pPr marL="0" indent="0">
              <a:lnSpc>
                <a:spcPct val="100000"/>
              </a:lnSpc>
              <a:buNone/>
            </a:pPr>
            <a:r>
              <a:rPr lang="zh-CN" altLang="en-US" dirty="0"/>
              <a:t>小说网站的用例主要包括三方面：</a:t>
            </a:r>
            <a:endParaRPr lang="en-US" altLang="zh-CN" dirty="0"/>
          </a:p>
          <a:p>
            <a:pPr marL="0" indent="0">
              <a:lnSpc>
                <a:spcPct val="100000"/>
              </a:lnSpc>
              <a:buNone/>
            </a:pPr>
            <a:r>
              <a:rPr lang="en-US" altLang="zh-CN" dirty="0"/>
              <a:t>1.</a:t>
            </a:r>
            <a:r>
              <a:rPr lang="zh-CN" altLang="en-US" dirty="0"/>
              <a:t>用户的用例主要包括注册登录、互动、搜索以及充值。</a:t>
            </a:r>
            <a:endParaRPr lang="en-US" altLang="zh-CN" dirty="0"/>
          </a:p>
          <a:p>
            <a:pPr marL="0" indent="0">
              <a:lnSpc>
                <a:spcPct val="100000"/>
              </a:lnSpc>
              <a:buNone/>
            </a:pPr>
            <a:r>
              <a:rPr lang="en-US" altLang="zh-CN" dirty="0"/>
              <a:t>2.</a:t>
            </a:r>
            <a:r>
              <a:rPr lang="zh-CN" altLang="en-US" dirty="0"/>
              <a:t>作家的用例除了包括用户的所有用例外，还有上传小说的用例。</a:t>
            </a:r>
            <a:endParaRPr lang="en-US" altLang="zh-CN" dirty="0"/>
          </a:p>
          <a:p>
            <a:pPr marL="0" indent="0">
              <a:lnSpc>
                <a:spcPct val="100000"/>
              </a:lnSpc>
              <a:buNone/>
            </a:pPr>
            <a:r>
              <a:rPr lang="en-US" altLang="zh-CN" dirty="0"/>
              <a:t>3.</a:t>
            </a:r>
            <a:r>
              <a:rPr lang="zh-CN" altLang="en-US" dirty="0"/>
              <a:t>管理员的用例主要包括审核作品、管理用户以及维护。</a:t>
            </a:r>
            <a:endParaRPr lang="en-US" altLang="zh-CN" dirty="0"/>
          </a:p>
          <a:p>
            <a:pPr>
              <a:lnSpc>
                <a:spcPct val="100000"/>
              </a:lnSpc>
            </a:pPr>
            <a:r>
              <a:rPr lang="zh-CN" altLang="en-US" dirty="0"/>
              <a:t>创建用例图</a:t>
            </a:r>
            <a:endParaRPr lang="en-US" altLang="zh-CN" dirty="0"/>
          </a:p>
          <a:p>
            <a:pPr marL="0" indent="0">
              <a:lnSpc>
                <a:spcPct val="100000"/>
              </a:lnSpc>
              <a:buNone/>
            </a:pPr>
            <a:r>
              <a:rPr lang="zh-CN" altLang="en-US" dirty="0"/>
              <a:t>如右图所示</a:t>
            </a:r>
            <a:endParaRPr lang="en-US" altLang="zh-CN" dirty="0"/>
          </a:p>
          <a:p>
            <a:pPr>
              <a:lnSpc>
                <a:spcPct val="100000"/>
              </a:lnSpc>
            </a:pPr>
            <a:endParaRPr lang="zh-CN" alt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功能需求建模</a:t>
            </a:r>
            <a:r>
              <a:rPr lang="en-US" altLang="zh-CN" dirty="0"/>
              <a:t>——</a:t>
            </a:r>
            <a:r>
              <a:rPr lang="zh-CN" altLang="en-US" dirty="0"/>
              <a:t>动态</a:t>
            </a:r>
          </a:p>
        </p:txBody>
      </p:sp>
      <p:sp>
        <p:nvSpPr>
          <p:cNvPr id="4" name="灯片编号占位符 3"/>
          <p:cNvSpPr>
            <a:spLocks noGrp="1"/>
          </p:cNvSpPr>
          <p:nvPr>
            <p:ph type="sldNum" sz="quarter" idx="12"/>
          </p:nvPr>
        </p:nvSpPr>
        <p:spPr/>
        <p:txBody>
          <a:bodyPr/>
          <a:lstStyle/>
          <a:p>
            <a:fld id="{5DD3DB80-B894-403A-B48E-6FDC1A72010E}" type="slidenum">
              <a:rPr lang="zh-CN" altLang="en-US" smtClean="0"/>
              <a:t>8</a:t>
            </a:fld>
            <a:endParaRPr lang="zh-CN" altLang="en-US"/>
          </a:p>
        </p:txBody>
      </p:sp>
      <p:sp>
        <p:nvSpPr>
          <p:cNvPr id="8" name="文本占位符 2"/>
          <p:cNvSpPr txBox="1"/>
          <p:nvPr/>
        </p:nvSpPr>
        <p:spPr>
          <a:xfrm>
            <a:off x="669923" y="1445492"/>
            <a:ext cx="6415357" cy="1082874"/>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pPr>
            <a:r>
              <a:rPr lang="zh-CN" altLang="en-US" dirty="0"/>
              <a:t>活动图</a:t>
            </a:r>
            <a:endParaRPr lang="en-US" altLang="zh-CN" dirty="0"/>
          </a:p>
          <a:p>
            <a:pPr marL="0" indent="0">
              <a:lnSpc>
                <a:spcPct val="100000"/>
              </a:lnSpc>
              <a:buNone/>
            </a:pPr>
            <a:r>
              <a:rPr lang="zh-CN" altLang="en-US" dirty="0"/>
              <a:t>为表达该小说网站复杂业务逻辑的用例从而进一步精化建模。</a:t>
            </a:r>
          </a:p>
        </p:txBody>
      </p:sp>
      <p:pic>
        <p:nvPicPr>
          <p:cNvPr id="12" name="图片 1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218933" y="2321985"/>
            <a:ext cx="3876272" cy="3876272"/>
          </a:xfrm>
          <a:prstGeom prst="rect">
            <a:avLst/>
          </a:prstGeom>
        </p:spPr>
      </p:pic>
      <p:pic>
        <p:nvPicPr>
          <p:cNvPr id="16" name="图片 15"/>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085280" y="1239111"/>
            <a:ext cx="3983815" cy="4959146"/>
          </a:xfrm>
          <a:prstGeom prst="rect">
            <a:avLst/>
          </a:prstGeom>
        </p:spPr>
      </p:pic>
    </p:spTree>
    <p:custDataLst>
      <p:tags r:id="rId1"/>
    </p:custData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内容建模</a:t>
            </a:r>
            <a:r>
              <a:rPr lang="en-US" altLang="zh-CN" dirty="0"/>
              <a:t>——</a:t>
            </a:r>
            <a:r>
              <a:rPr lang="zh-CN" altLang="en-US" dirty="0"/>
              <a:t>静态</a:t>
            </a:r>
          </a:p>
        </p:txBody>
      </p:sp>
      <p:sp>
        <p:nvSpPr>
          <p:cNvPr id="4" name="灯片编号占位符 3"/>
          <p:cNvSpPr>
            <a:spLocks noGrp="1"/>
          </p:cNvSpPr>
          <p:nvPr>
            <p:ph type="sldNum" sz="quarter" idx="12"/>
          </p:nvPr>
        </p:nvSpPr>
        <p:spPr/>
        <p:txBody>
          <a:bodyPr/>
          <a:lstStyle/>
          <a:p>
            <a:fld id="{5DD3DB80-B894-403A-B48E-6FDC1A72010E}" type="slidenum">
              <a:rPr lang="zh-CN" altLang="en-US" smtClean="0"/>
              <a:t>9</a:t>
            </a:fld>
            <a:endParaRPr lang="zh-CN" altLang="en-US"/>
          </a:p>
        </p:txBody>
      </p:sp>
      <p:pic>
        <p:nvPicPr>
          <p:cNvPr id="8" name="图片 7"/>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250724" y="1109598"/>
            <a:ext cx="7269763" cy="5019353"/>
          </a:xfrm>
          <a:prstGeom prst="rect">
            <a:avLst/>
          </a:prstGeom>
        </p:spPr>
      </p:pic>
      <p:sp>
        <p:nvSpPr>
          <p:cNvPr id="9" name="文本占位符 2"/>
          <p:cNvSpPr txBox="1"/>
          <p:nvPr/>
        </p:nvSpPr>
        <p:spPr>
          <a:xfrm>
            <a:off x="669924" y="1420779"/>
            <a:ext cx="3580800" cy="1082874"/>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50000"/>
              </a:lnSpc>
            </a:pPr>
            <a:r>
              <a:rPr lang="zh-CN" altLang="en-US" dirty="0"/>
              <a:t>类图</a:t>
            </a:r>
            <a:endParaRPr lang="en-US" altLang="zh-CN" dirty="0"/>
          </a:p>
          <a:p>
            <a:pPr marL="0" indent="0">
              <a:lnSpc>
                <a:spcPct val="150000"/>
              </a:lnSpc>
              <a:buNone/>
            </a:pPr>
            <a:r>
              <a:rPr lang="zh-CN" altLang="en-US" dirty="0"/>
              <a:t>本小说网站的主要页面有登录注册页面、小说目录及内容页面、打赏充值页面、作家页面。</a:t>
            </a:r>
            <a:endParaRPr lang="en-US" altLang="zh-CN" dirty="0"/>
          </a:p>
          <a:p>
            <a:pPr marL="0" indent="0">
              <a:lnSpc>
                <a:spcPct val="150000"/>
              </a:lnSpc>
              <a:buNone/>
            </a:pPr>
            <a:r>
              <a:rPr lang="zh-CN" altLang="en-US" dirty="0"/>
              <a:t>业务逻辑处理类有读者类、管理员类、作家类、小说类。</a:t>
            </a:r>
            <a:endParaRPr lang="en-US" altLang="zh-CN" dirty="0"/>
          </a:p>
          <a:p>
            <a:pPr>
              <a:lnSpc>
                <a:spcPct val="150000"/>
              </a:lnSpc>
            </a:pPr>
            <a:endParaRPr lang="en-US" altLang="zh-CN" dirty="0"/>
          </a:p>
          <a:p>
            <a:pPr marL="0" indent="0">
              <a:lnSpc>
                <a:spcPct val="150000"/>
              </a:lnSpc>
              <a:buNone/>
            </a:pPr>
            <a:endParaRPr lang="en-US" altLang="zh-CN" dirty="0"/>
          </a:p>
          <a:p>
            <a:pPr marL="0" indent="0">
              <a:lnSpc>
                <a:spcPct val="150000"/>
              </a:lnSpc>
              <a:buNone/>
            </a:pPr>
            <a:endParaRPr lang="zh-CN" alt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内容建模</a:t>
            </a:r>
            <a:r>
              <a:rPr lang="en-US" altLang="zh-CN" dirty="0"/>
              <a:t>——</a:t>
            </a:r>
            <a:r>
              <a:rPr lang="zh-CN" altLang="en-US" dirty="0"/>
              <a:t>动态</a:t>
            </a:r>
          </a:p>
        </p:txBody>
      </p:sp>
      <p:sp>
        <p:nvSpPr>
          <p:cNvPr id="4" name="灯片编号占位符 3"/>
          <p:cNvSpPr>
            <a:spLocks noGrp="1"/>
          </p:cNvSpPr>
          <p:nvPr>
            <p:ph type="sldNum" sz="quarter" idx="12"/>
          </p:nvPr>
        </p:nvSpPr>
        <p:spPr/>
        <p:txBody>
          <a:bodyPr/>
          <a:lstStyle/>
          <a:p>
            <a:fld id="{5DD3DB80-B894-403A-B48E-6FDC1A72010E}" type="slidenum">
              <a:rPr lang="zh-CN" altLang="en-US" smtClean="0"/>
              <a:t>10</a:t>
            </a:fld>
            <a:endParaRPr lang="zh-CN" altLang="en-US"/>
          </a:p>
        </p:txBody>
      </p:sp>
      <p:pic>
        <p:nvPicPr>
          <p:cNvPr id="6" name="图片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99751" y="2562040"/>
            <a:ext cx="9992497" cy="3554227"/>
          </a:xfrm>
          <a:prstGeom prst="rect">
            <a:avLst/>
          </a:prstGeom>
        </p:spPr>
      </p:pic>
      <p:sp>
        <p:nvSpPr>
          <p:cNvPr id="7" name="文本占位符 2"/>
          <p:cNvSpPr txBox="1"/>
          <p:nvPr/>
        </p:nvSpPr>
        <p:spPr>
          <a:xfrm>
            <a:off x="669924" y="1253933"/>
            <a:ext cx="8671784" cy="1082874"/>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zh-CN" altLang="en-US" dirty="0"/>
              <a:t>状态图</a:t>
            </a:r>
            <a:endParaRPr lang="en-US" altLang="zh-CN" dirty="0"/>
          </a:p>
          <a:p>
            <a:pPr marL="0" indent="0">
              <a:buNone/>
            </a:pPr>
            <a:r>
              <a:rPr lang="zh-CN" altLang="en-US" dirty="0"/>
              <a:t>对各个界面与类进行状态分析，绘制如下状态图反映各个状态的迁移情况。</a:t>
            </a:r>
            <a:endParaRPr lang="en-US" altLang="zh-CN"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超文本建模</a:t>
            </a:r>
            <a:r>
              <a:rPr lang="en-US" altLang="zh-CN" dirty="0"/>
              <a:t>——</a:t>
            </a:r>
            <a:r>
              <a:rPr lang="zh-CN" altLang="en-US" dirty="0"/>
              <a:t>静态</a:t>
            </a:r>
          </a:p>
        </p:txBody>
      </p:sp>
      <p:sp>
        <p:nvSpPr>
          <p:cNvPr id="4" name="灯片编号占位符 3"/>
          <p:cNvSpPr>
            <a:spLocks noGrp="1"/>
          </p:cNvSpPr>
          <p:nvPr>
            <p:ph type="sldNum" sz="quarter" idx="12"/>
          </p:nvPr>
        </p:nvSpPr>
        <p:spPr/>
        <p:txBody>
          <a:bodyPr/>
          <a:lstStyle/>
          <a:p>
            <a:fld id="{5DD3DB80-B894-403A-B48E-6FDC1A72010E}" type="slidenum">
              <a:rPr lang="zh-CN" altLang="en-US" smtClean="0"/>
              <a:t>11</a:t>
            </a:fld>
            <a:endParaRPr lang="zh-CN" altLang="en-US"/>
          </a:p>
        </p:txBody>
      </p:sp>
      <p:pic>
        <p:nvPicPr>
          <p:cNvPr id="8" name="图片 7"/>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69924" y="2033576"/>
            <a:ext cx="10850563" cy="4012697"/>
          </a:xfrm>
          <a:prstGeom prst="rect">
            <a:avLst/>
          </a:prstGeom>
        </p:spPr>
      </p:pic>
      <p:sp>
        <p:nvSpPr>
          <p:cNvPr id="9" name="文本占位符 2"/>
          <p:cNvSpPr txBox="1"/>
          <p:nvPr/>
        </p:nvSpPr>
        <p:spPr>
          <a:xfrm>
            <a:off x="669924" y="1102655"/>
            <a:ext cx="8671784" cy="1082874"/>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zh-CN" altLang="en-US" dirty="0"/>
              <a:t>超文本结构模型</a:t>
            </a:r>
            <a:endParaRPr lang="en-US" altLang="zh-CN" dirty="0"/>
          </a:p>
          <a:p>
            <a:pPr marL="0" indent="0">
              <a:buNone/>
            </a:pPr>
            <a:r>
              <a:rPr lang="zh-CN" altLang="en-US" dirty="0"/>
              <a:t>以之前的内容模型为基础，表述超文本的结构。</a:t>
            </a:r>
            <a:endParaRPr lang="en-US" altLang="zh-CN"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超文本建模</a:t>
            </a:r>
            <a:r>
              <a:rPr lang="en-US" altLang="zh-CN" dirty="0"/>
              <a:t>——</a:t>
            </a:r>
            <a:r>
              <a:rPr lang="zh-CN" altLang="en-US" dirty="0"/>
              <a:t>动态</a:t>
            </a:r>
          </a:p>
        </p:txBody>
      </p:sp>
      <p:sp>
        <p:nvSpPr>
          <p:cNvPr id="4" name="灯片编号占位符 3"/>
          <p:cNvSpPr>
            <a:spLocks noGrp="1"/>
          </p:cNvSpPr>
          <p:nvPr>
            <p:ph type="sldNum" sz="quarter" idx="12"/>
          </p:nvPr>
        </p:nvSpPr>
        <p:spPr/>
        <p:txBody>
          <a:bodyPr/>
          <a:lstStyle/>
          <a:p>
            <a:fld id="{5DD3DB80-B894-403A-B48E-6FDC1A72010E}" type="slidenum">
              <a:rPr lang="zh-CN" altLang="en-US" smtClean="0"/>
              <a:t>12</a:t>
            </a:fld>
            <a:endParaRPr lang="zh-CN" altLang="en-US"/>
          </a:p>
        </p:txBody>
      </p:sp>
      <p:pic>
        <p:nvPicPr>
          <p:cNvPr id="6" name="图片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89686" y="1952368"/>
            <a:ext cx="10330249" cy="4254456"/>
          </a:xfrm>
          <a:prstGeom prst="rect">
            <a:avLst/>
          </a:prstGeom>
        </p:spPr>
      </p:pic>
      <p:sp>
        <p:nvSpPr>
          <p:cNvPr id="7" name="文本占位符 2"/>
          <p:cNvSpPr txBox="1"/>
          <p:nvPr/>
        </p:nvSpPr>
        <p:spPr>
          <a:xfrm>
            <a:off x="669924" y="1102655"/>
            <a:ext cx="8671784" cy="1082874"/>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zh-CN" altLang="en-US" dirty="0"/>
              <a:t>超文本访问模型</a:t>
            </a:r>
            <a:endParaRPr lang="en-US" altLang="zh-CN" dirty="0"/>
          </a:p>
          <a:p>
            <a:pPr marL="0" indent="0">
              <a:buNone/>
            </a:pPr>
            <a:r>
              <a:rPr lang="zh-CN" altLang="en-US" b="0" i="0" dirty="0">
                <a:solidFill>
                  <a:srgbClr val="4D4D4D"/>
                </a:solidFill>
                <a:effectLst/>
                <a:latin typeface="-apple-system"/>
              </a:rPr>
              <a:t>使用访问模型中的访问元素精化超文本结构模型，主要针对用户角色。</a:t>
            </a:r>
            <a:endParaRPr lang="en-US" altLang="zh-CN"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适应性建模</a:t>
            </a:r>
            <a:r>
              <a:rPr lang="en-US" altLang="zh-CN" dirty="0"/>
              <a:t>——</a:t>
            </a:r>
            <a:r>
              <a:rPr lang="zh-CN" altLang="en-US" dirty="0"/>
              <a:t>静态</a:t>
            </a:r>
          </a:p>
        </p:txBody>
      </p:sp>
      <p:sp>
        <p:nvSpPr>
          <p:cNvPr id="4" name="灯片编号占位符 3"/>
          <p:cNvSpPr>
            <a:spLocks noGrp="1"/>
          </p:cNvSpPr>
          <p:nvPr>
            <p:ph type="sldNum" sz="quarter" idx="12"/>
          </p:nvPr>
        </p:nvSpPr>
        <p:spPr/>
        <p:txBody>
          <a:bodyPr/>
          <a:lstStyle/>
          <a:p>
            <a:fld id="{5DD3DB80-B894-403A-B48E-6FDC1A72010E}" type="slidenum">
              <a:rPr lang="zh-CN" altLang="en-US" smtClean="0"/>
              <a:t>13</a:t>
            </a:fld>
            <a:endParaRPr lang="zh-CN" altLang="en-US"/>
          </a:p>
        </p:txBody>
      </p:sp>
      <p:pic>
        <p:nvPicPr>
          <p:cNvPr id="5" name="图片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2521" y="2259484"/>
            <a:ext cx="10405365" cy="3848056"/>
          </a:xfrm>
          <a:prstGeom prst="rect">
            <a:avLst/>
          </a:prstGeom>
        </p:spPr>
      </p:pic>
      <p:sp>
        <p:nvSpPr>
          <p:cNvPr id="6" name="文本占位符 2"/>
          <p:cNvSpPr txBox="1"/>
          <p:nvPr/>
        </p:nvSpPr>
        <p:spPr>
          <a:xfrm>
            <a:off x="669923" y="1102655"/>
            <a:ext cx="10850563" cy="1082874"/>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zh-CN" altLang="en-US" dirty="0"/>
              <a:t>不同上下文不同模型</a:t>
            </a:r>
            <a:endParaRPr lang="en-US" altLang="zh-CN" dirty="0"/>
          </a:p>
          <a:p>
            <a:pPr marL="0" indent="0">
              <a:buNone/>
            </a:pPr>
            <a:r>
              <a:rPr lang="zh-CN" altLang="en-US" dirty="0">
                <a:solidFill>
                  <a:srgbClr val="4D4D4D"/>
                </a:solidFill>
                <a:latin typeface="-apple-system"/>
              </a:rPr>
              <a:t>要适应多种模型的变化以及可能的模型数量的增加。总而言之，系统要能做到分析并适应各种具体情况。</a:t>
            </a:r>
            <a:endParaRPr lang="en-US" altLang="zh-CN"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适应性建模</a:t>
            </a:r>
            <a:r>
              <a:rPr lang="en-US" altLang="zh-CN" dirty="0"/>
              <a:t>——</a:t>
            </a:r>
            <a:r>
              <a:rPr lang="zh-CN" altLang="en-US" dirty="0"/>
              <a:t>动态</a:t>
            </a:r>
          </a:p>
        </p:txBody>
      </p:sp>
      <p:sp>
        <p:nvSpPr>
          <p:cNvPr id="4" name="灯片编号占位符 3"/>
          <p:cNvSpPr>
            <a:spLocks noGrp="1"/>
          </p:cNvSpPr>
          <p:nvPr>
            <p:ph type="sldNum" sz="quarter" idx="12"/>
          </p:nvPr>
        </p:nvSpPr>
        <p:spPr/>
        <p:txBody>
          <a:bodyPr/>
          <a:lstStyle/>
          <a:p>
            <a:fld id="{5DD3DB80-B894-403A-B48E-6FDC1A72010E}" type="slidenum">
              <a:rPr lang="zh-CN" altLang="en-US" smtClean="0"/>
              <a:t>14</a:t>
            </a:fld>
            <a:endParaRPr lang="zh-CN" altLang="en-US"/>
          </a:p>
        </p:txBody>
      </p:sp>
      <p:pic>
        <p:nvPicPr>
          <p:cNvPr id="9" name="图片 8"/>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69924" y="1028700"/>
            <a:ext cx="2940720" cy="5322818"/>
          </a:xfrm>
          <a:prstGeom prst="rect">
            <a:avLst/>
          </a:prstGeom>
        </p:spPr>
      </p:pic>
      <p:sp>
        <p:nvSpPr>
          <p:cNvPr id="10" name="文本占位符 2"/>
          <p:cNvSpPr txBox="1"/>
          <p:nvPr/>
        </p:nvSpPr>
        <p:spPr>
          <a:xfrm>
            <a:off x="3610644" y="1515962"/>
            <a:ext cx="7909843" cy="1082874"/>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200000"/>
              </a:lnSpc>
            </a:pPr>
            <a:r>
              <a:rPr lang="zh-CN" altLang="en-US" dirty="0"/>
              <a:t>页面的动态适应模型</a:t>
            </a:r>
            <a:endParaRPr lang="en-US" altLang="zh-CN" dirty="0"/>
          </a:p>
          <a:p>
            <a:pPr>
              <a:lnSpc>
                <a:spcPct val="200000"/>
              </a:lnSpc>
            </a:pPr>
            <a:r>
              <a:rPr lang="zh-CN" altLang="en-US" dirty="0"/>
              <a:t>根据用户上下文特性，给用户提供合适的展示。</a:t>
            </a:r>
            <a:endParaRPr lang="en-US" altLang="zh-CN" dirty="0"/>
          </a:p>
          <a:p>
            <a:pPr>
              <a:lnSpc>
                <a:spcPct val="200000"/>
              </a:lnSpc>
            </a:pPr>
            <a:r>
              <a:rPr lang="zh-CN" altLang="en-US" dirty="0"/>
              <a:t>一个模型</a:t>
            </a:r>
            <a:r>
              <a:rPr lang="en-US" altLang="zh-CN" dirty="0"/>
              <a:t>+</a:t>
            </a:r>
            <a:r>
              <a:rPr lang="zh-CN" altLang="en-US" dirty="0"/>
              <a:t>适应性规则</a:t>
            </a:r>
            <a:endParaRPr lang="en-US" altLang="zh-CN" dirty="0"/>
          </a:p>
          <a:p>
            <a:pPr>
              <a:lnSpc>
                <a:spcPct val="200000"/>
              </a:lnSpc>
            </a:pPr>
            <a:r>
              <a:rPr lang="zh-CN" altLang="en-US" dirty="0"/>
              <a:t>使用系统功能和个性化方面系统地进行分离，并减少冗余。</a:t>
            </a:r>
            <a:endParaRPr lang="en-US" altLang="zh-CN" dirty="0"/>
          </a:p>
          <a:p>
            <a:pPr>
              <a:lnSpc>
                <a:spcPct val="200000"/>
              </a:lnSpc>
            </a:pPr>
            <a:endParaRPr lang="en-US" altLang="zh-CN" dirty="0"/>
          </a:p>
          <a:p>
            <a:pPr>
              <a:lnSpc>
                <a:spcPct val="200000"/>
              </a:lnSpc>
            </a:pPr>
            <a:endParaRPr lang="en-US" altLang="zh-CN"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Web</a:t>
            </a:r>
            <a:r>
              <a:rPr lang="zh-CN" altLang="en-US" dirty="0"/>
              <a:t>应用架构设计</a:t>
            </a:r>
          </a:p>
        </p:txBody>
      </p:sp>
      <p:sp>
        <p:nvSpPr>
          <p:cNvPr id="3" name="文本占位符 2"/>
          <p:cNvSpPr>
            <a:spLocks noGrp="1"/>
          </p:cNvSpPr>
          <p:nvPr>
            <p:ph type="body" idx="1"/>
          </p:nvPr>
        </p:nvSpPr>
        <p:spPr/>
        <p:txBody>
          <a:bodyPr/>
          <a:lstStyle/>
          <a:p>
            <a:endParaRPr lang="zh-CN" altLang="en-US"/>
          </a:p>
        </p:txBody>
      </p:sp>
      <p:sp>
        <p:nvSpPr>
          <p:cNvPr id="5" name="灯片编号占位符 4"/>
          <p:cNvSpPr>
            <a:spLocks noGrp="1"/>
          </p:cNvSpPr>
          <p:nvPr>
            <p:ph type="sldNum" sz="quarter" idx="12"/>
          </p:nvPr>
        </p:nvSpPr>
        <p:spPr/>
        <p:txBody>
          <a:bodyPr/>
          <a:lstStyle/>
          <a:p>
            <a:fld id="{5DD3DB80-B894-403A-B48E-6FDC1A72010E}" type="slidenum">
              <a:rPr lang="zh-CN" altLang="en-US" smtClean="0"/>
              <a:t>15</a:t>
            </a:fld>
            <a:endParaRPr lang="zh-CN" alt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圆角矩形 19"/>
          <p:cNvSpPr/>
          <p:nvPr/>
        </p:nvSpPr>
        <p:spPr>
          <a:xfrm>
            <a:off x="1805305" y="4497705"/>
            <a:ext cx="6349365" cy="1678940"/>
          </a:xfrm>
          <a:prstGeom prst="round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p:cNvSpPr>
            <a:spLocks noGrp="1"/>
          </p:cNvSpPr>
          <p:nvPr>
            <p:ph type="title"/>
          </p:nvPr>
        </p:nvSpPr>
        <p:spPr/>
        <p:txBody>
          <a:bodyPr/>
          <a:lstStyle/>
          <a:p>
            <a:r>
              <a:rPr lang="en-US" altLang="zh-CN" dirty="0"/>
              <a:t>Web-</a:t>
            </a:r>
            <a:r>
              <a:rPr lang="zh-CN" altLang="en-US" dirty="0"/>
              <a:t>架构设计</a:t>
            </a:r>
          </a:p>
        </p:txBody>
      </p:sp>
      <p:sp>
        <p:nvSpPr>
          <p:cNvPr id="4" name="灯片编号占位符 3"/>
          <p:cNvSpPr>
            <a:spLocks noGrp="1"/>
          </p:cNvSpPr>
          <p:nvPr>
            <p:ph type="sldNum" sz="quarter" idx="12"/>
          </p:nvPr>
        </p:nvSpPr>
        <p:spPr/>
        <p:txBody>
          <a:bodyPr/>
          <a:lstStyle/>
          <a:p>
            <a:fld id="{5DD3DB80-B894-403A-B48E-6FDC1A72010E}" type="slidenum">
              <a:rPr lang="zh-CN" altLang="en-US" smtClean="0"/>
              <a:t>16</a:t>
            </a:fld>
            <a:endParaRPr lang="zh-CN" altLang="en-US"/>
          </a:p>
        </p:txBody>
      </p:sp>
      <p:sp>
        <p:nvSpPr>
          <p:cNvPr id="3" name="矩形 2"/>
          <p:cNvSpPr/>
          <p:nvPr/>
        </p:nvSpPr>
        <p:spPr>
          <a:xfrm>
            <a:off x="4207510" y="1274445"/>
            <a:ext cx="1544955" cy="78105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a:solidFill>
                  <a:schemeClr val="tx1"/>
                </a:solidFill>
              </a:rPr>
              <a:t>浏览器</a:t>
            </a:r>
          </a:p>
        </p:txBody>
      </p:sp>
      <p:sp>
        <p:nvSpPr>
          <p:cNvPr id="7" name="矩形 6"/>
          <p:cNvSpPr/>
          <p:nvPr/>
        </p:nvSpPr>
        <p:spPr>
          <a:xfrm>
            <a:off x="4208780" y="2346325"/>
            <a:ext cx="1544955" cy="78105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a:solidFill>
                  <a:schemeClr val="tx1"/>
                </a:solidFill>
              </a:rPr>
              <a:t>Nginx</a:t>
            </a:r>
          </a:p>
        </p:txBody>
      </p:sp>
      <p:sp>
        <p:nvSpPr>
          <p:cNvPr id="8" name="矩形 7"/>
          <p:cNvSpPr/>
          <p:nvPr/>
        </p:nvSpPr>
        <p:spPr>
          <a:xfrm>
            <a:off x="4208780" y="3417570"/>
            <a:ext cx="1544955" cy="6959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a:solidFill>
                  <a:schemeClr val="tx1"/>
                </a:solidFill>
              </a:rPr>
              <a:t>Tomcat</a:t>
            </a:r>
          </a:p>
        </p:txBody>
      </p:sp>
      <p:sp>
        <p:nvSpPr>
          <p:cNvPr id="9" name="矩形 8"/>
          <p:cNvSpPr/>
          <p:nvPr/>
        </p:nvSpPr>
        <p:spPr>
          <a:xfrm>
            <a:off x="8674735" y="1274445"/>
            <a:ext cx="1544955" cy="78105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a:solidFill>
                  <a:schemeClr val="tx1"/>
                </a:solidFill>
              </a:rPr>
              <a:t>DNS</a:t>
            </a:r>
            <a:r>
              <a:rPr lang="zh-CN" altLang="en-US">
                <a:solidFill>
                  <a:schemeClr val="tx1"/>
                </a:solidFill>
              </a:rPr>
              <a:t>服务器</a:t>
            </a:r>
          </a:p>
        </p:txBody>
      </p:sp>
      <p:sp>
        <p:nvSpPr>
          <p:cNvPr id="13" name="矩形 12"/>
          <p:cNvSpPr/>
          <p:nvPr/>
        </p:nvSpPr>
        <p:spPr>
          <a:xfrm>
            <a:off x="6158230" y="4946650"/>
            <a:ext cx="1544955" cy="78105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a:solidFill>
                  <a:schemeClr val="tx1"/>
                </a:solidFill>
              </a:rPr>
              <a:t>MYSQL(</a:t>
            </a:r>
            <a:r>
              <a:rPr lang="zh-CN" altLang="en-US">
                <a:solidFill>
                  <a:schemeClr val="tx1"/>
                </a:solidFill>
              </a:rPr>
              <a:t>写</a:t>
            </a:r>
            <a:r>
              <a:rPr lang="en-US" altLang="zh-CN">
                <a:solidFill>
                  <a:schemeClr val="tx1"/>
                </a:solidFill>
              </a:rPr>
              <a:t>)</a:t>
            </a:r>
          </a:p>
        </p:txBody>
      </p:sp>
      <p:sp>
        <p:nvSpPr>
          <p:cNvPr id="14" name="矩形 13"/>
          <p:cNvSpPr/>
          <p:nvPr/>
        </p:nvSpPr>
        <p:spPr>
          <a:xfrm>
            <a:off x="4038600" y="4946650"/>
            <a:ext cx="1544955" cy="78105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a:solidFill>
                  <a:schemeClr val="tx1"/>
                </a:solidFill>
              </a:rPr>
              <a:t>MYSQL(</a:t>
            </a:r>
            <a:r>
              <a:rPr lang="zh-CN" altLang="en-US">
                <a:solidFill>
                  <a:schemeClr val="tx1"/>
                </a:solidFill>
              </a:rPr>
              <a:t>读</a:t>
            </a:r>
            <a:r>
              <a:rPr lang="en-US" altLang="zh-CN">
                <a:solidFill>
                  <a:schemeClr val="tx1"/>
                </a:solidFill>
              </a:rPr>
              <a:t>)</a:t>
            </a:r>
          </a:p>
        </p:txBody>
      </p:sp>
      <p:cxnSp>
        <p:nvCxnSpPr>
          <p:cNvPr id="16" name="直接箭头连接符 15"/>
          <p:cNvCxnSpPr/>
          <p:nvPr/>
        </p:nvCxnSpPr>
        <p:spPr>
          <a:xfrm flipV="1">
            <a:off x="5596890" y="5167630"/>
            <a:ext cx="567690" cy="1016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a:stCxn id="13" idx="1"/>
            <a:endCxn id="14" idx="3"/>
          </p:cNvCxnSpPr>
          <p:nvPr/>
        </p:nvCxnSpPr>
        <p:spPr>
          <a:xfrm flipH="1">
            <a:off x="5583555" y="5337175"/>
            <a:ext cx="574675" cy="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8" name="文本框 17"/>
          <p:cNvSpPr txBox="1"/>
          <p:nvPr/>
        </p:nvSpPr>
        <p:spPr>
          <a:xfrm>
            <a:off x="5544820" y="4809490"/>
            <a:ext cx="671830" cy="368300"/>
          </a:xfrm>
          <a:prstGeom prst="rect">
            <a:avLst/>
          </a:prstGeom>
          <a:noFill/>
        </p:spPr>
        <p:txBody>
          <a:bodyPr wrap="square" rtlCol="0">
            <a:spAutoFit/>
          </a:bodyPr>
          <a:lstStyle/>
          <a:p>
            <a:r>
              <a:rPr lang="zh-CN" altLang="en-US"/>
              <a:t>同步</a:t>
            </a:r>
          </a:p>
        </p:txBody>
      </p:sp>
      <p:sp>
        <p:nvSpPr>
          <p:cNvPr id="19" name="矩形 18"/>
          <p:cNvSpPr/>
          <p:nvPr/>
        </p:nvSpPr>
        <p:spPr>
          <a:xfrm>
            <a:off x="2058670" y="4946015"/>
            <a:ext cx="1552575" cy="78168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a:solidFill>
                  <a:schemeClr val="tx1"/>
                </a:solidFill>
              </a:rPr>
              <a:t>分布式缓存</a:t>
            </a:r>
          </a:p>
        </p:txBody>
      </p:sp>
      <p:cxnSp>
        <p:nvCxnSpPr>
          <p:cNvPr id="21" name="直接箭头连接符 20"/>
          <p:cNvCxnSpPr/>
          <p:nvPr/>
        </p:nvCxnSpPr>
        <p:spPr>
          <a:xfrm>
            <a:off x="5770880" y="1425575"/>
            <a:ext cx="2941320" cy="10160"/>
          </a:xfrm>
          <a:prstGeom prst="straightConnector1">
            <a:avLst/>
          </a:prstGeom>
          <a:ln>
            <a:tailEnd type="arrow" w="med" len="med"/>
          </a:ln>
        </p:spPr>
        <p:style>
          <a:lnRef idx="2">
            <a:schemeClr val="accent1"/>
          </a:lnRef>
          <a:fillRef idx="0">
            <a:schemeClr val="accent1"/>
          </a:fillRef>
          <a:effectRef idx="1">
            <a:schemeClr val="accent1"/>
          </a:effectRef>
          <a:fontRef idx="minor">
            <a:schemeClr val="tx1"/>
          </a:fontRef>
        </p:style>
      </p:cxnSp>
      <p:cxnSp>
        <p:nvCxnSpPr>
          <p:cNvPr id="22" name="直接箭头连接符 21"/>
          <p:cNvCxnSpPr>
            <a:stCxn id="3" idx="3"/>
          </p:cNvCxnSpPr>
          <p:nvPr/>
        </p:nvCxnSpPr>
        <p:spPr>
          <a:xfrm>
            <a:off x="5752465" y="1664970"/>
            <a:ext cx="2922270" cy="0"/>
          </a:xfrm>
          <a:prstGeom prst="straightConnector1">
            <a:avLst/>
          </a:prstGeom>
          <a:ln>
            <a:headEnd type="arrow" w="med" len="med"/>
            <a:tailEnd type="none" w="med" len="med"/>
          </a:ln>
        </p:spPr>
        <p:style>
          <a:lnRef idx="2">
            <a:schemeClr val="accent1"/>
          </a:lnRef>
          <a:fillRef idx="0">
            <a:schemeClr val="accent1"/>
          </a:fillRef>
          <a:effectRef idx="1">
            <a:schemeClr val="accent1"/>
          </a:effectRef>
          <a:fontRef idx="minor">
            <a:schemeClr val="tx1"/>
          </a:fontRef>
        </p:style>
      </p:cxnSp>
      <p:sp>
        <p:nvSpPr>
          <p:cNvPr id="26" name="下箭头 25"/>
          <p:cNvSpPr/>
          <p:nvPr/>
        </p:nvSpPr>
        <p:spPr>
          <a:xfrm>
            <a:off x="4870450" y="2055495"/>
            <a:ext cx="221615" cy="302260"/>
          </a:xfrm>
          <a:prstGeom prst="down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下箭头 26"/>
          <p:cNvSpPr/>
          <p:nvPr/>
        </p:nvSpPr>
        <p:spPr>
          <a:xfrm>
            <a:off x="4869180" y="3115310"/>
            <a:ext cx="221615" cy="302260"/>
          </a:xfrm>
          <a:prstGeom prst="down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上下箭头 27"/>
          <p:cNvSpPr/>
          <p:nvPr/>
        </p:nvSpPr>
        <p:spPr>
          <a:xfrm>
            <a:off x="4870450" y="4113530"/>
            <a:ext cx="223520" cy="384175"/>
          </a:xfrm>
          <a:prstGeom prst="upDown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文本框 28"/>
          <p:cNvSpPr txBox="1"/>
          <p:nvPr/>
        </p:nvSpPr>
        <p:spPr>
          <a:xfrm>
            <a:off x="6217285" y="1067435"/>
            <a:ext cx="1993265" cy="368300"/>
          </a:xfrm>
          <a:prstGeom prst="rect">
            <a:avLst/>
          </a:prstGeom>
          <a:noFill/>
        </p:spPr>
        <p:txBody>
          <a:bodyPr wrap="square" rtlCol="0">
            <a:spAutoFit/>
          </a:bodyPr>
          <a:lstStyle/>
          <a:p>
            <a:r>
              <a:rPr lang="en-US" altLang="zh-CN"/>
              <a:t>novel.shishc.icu</a:t>
            </a:r>
          </a:p>
        </p:txBody>
      </p:sp>
      <p:sp>
        <p:nvSpPr>
          <p:cNvPr id="30" name="文本框 29"/>
          <p:cNvSpPr txBox="1"/>
          <p:nvPr/>
        </p:nvSpPr>
        <p:spPr>
          <a:xfrm>
            <a:off x="6217285" y="1687195"/>
            <a:ext cx="1937385" cy="368300"/>
          </a:xfrm>
          <a:prstGeom prst="rect">
            <a:avLst/>
          </a:prstGeom>
          <a:noFill/>
        </p:spPr>
        <p:txBody>
          <a:bodyPr wrap="square" rtlCol="0">
            <a:spAutoFit/>
          </a:bodyPr>
          <a:lstStyle/>
          <a:p>
            <a:r>
              <a:rPr lang="en-US" altLang="zh-CN"/>
              <a:t>123.56.42.105</a:t>
            </a:r>
          </a:p>
        </p:txBody>
      </p:sp>
    </p:spTree>
    <p:custDataLst>
      <p:tags r:id="rId1"/>
    </p:custData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Web-</a:t>
            </a:r>
            <a:r>
              <a:rPr lang="zh-CN" altLang="en-US" dirty="0"/>
              <a:t>架构设计</a:t>
            </a:r>
          </a:p>
        </p:txBody>
      </p:sp>
      <p:sp>
        <p:nvSpPr>
          <p:cNvPr id="4" name="灯片编号占位符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DD3DB80-B894-403A-B48E-6FDC1A72010E}" type="slidenum">
              <a:rPr kumimoji="0" lang="zh-CN" altLang="en-US" sz="1000" b="0" i="0" u="none" strike="noStrike" kern="1200" cap="none" spc="0" normalizeH="0" baseline="0" noProof="0" smtClean="0">
                <a:ln>
                  <a:noFill/>
                </a:ln>
                <a:solidFill>
                  <a:srgbClr val="000000"/>
                </a:solidFill>
                <a:effectLst/>
                <a:uLnTx/>
                <a:uFillTx/>
                <a:latin typeface="Arial"/>
                <a:ea typeface="微软雅黑"/>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zh-CN" altLang="en-US" sz="1000" b="0" i="0" u="none" strike="noStrike" kern="1200" cap="none" spc="0" normalizeH="0" baseline="0" noProof="0">
              <a:ln>
                <a:noFill/>
              </a:ln>
              <a:solidFill>
                <a:srgbClr val="000000"/>
              </a:solidFill>
              <a:effectLst/>
              <a:uLnTx/>
              <a:uFillTx/>
              <a:latin typeface="Arial"/>
              <a:ea typeface="微软雅黑"/>
              <a:cs typeface="+mn-cs"/>
            </a:endParaRPr>
          </a:p>
        </p:txBody>
      </p:sp>
      <p:pic>
        <p:nvPicPr>
          <p:cNvPr id="5" name="图片 4">
            <a:extLst>
              <a:ext uri="{FF2B5EF4-FFF2-40B4-BE49-F238E27FC236}">
                <a16:creationId xmlns:a16="http://schemas.microsoft.com/office/drawing/2014/main" id="{4CCD71A2-6BC0-4AF6-89BF-EF9B993A3FAB}"/>
              </a:ext>
            </a:extLst>
          </p:cNvPr>
          <p:cNvPicPr>
            <a:picLocks noChangeAspect="1"/>
          </p:cNvPicPr>
          <p:nvPr/>
        </p:nvPicPr>
        <p:blipFill>
          <a:blip r:embed="rId3"/>
          <a:stretch>
            <a:fillRect/>
          </a:stretch>
        </p:blipFill>
        <p:spPr>
          <a:xfrm>
            <a:off x="2040969" y="1101426"/>
            <a:ext cx="8108472" cy="5174577"/>
          </a:xfrm>
          <a:prstGeom prst="rect">
            <a:avLst/>
          </a:prstGeom>
        </p:spPr>
      </p:pic>
    </p:spTree>
    <p:custDataLst>
      <p:tags r:id="rId1"/>
    </p:custDataLst>
    <p:extLst>
      <p:ext uri="{BB962C8B-B14F-4D97-AF65-F5344CB8AC3E}">
        <p14:creationId xmlns:p14="http://schemas.microsoft.com/office/powerpoint/2010/main" val="160399256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p:nvPr>
        </p:nvSpPr>
        <p:spPr/>
        <p:txBody>
          <a:bodyPr/>
          <a:lstStyle/>
          <a:p>
            <a:r>
              <a:rPr lang="en-US" altLang="zh-CN" dirty="0"/>
              <a:t>Thanks.</a:t>
            </a:r>
            <a:br>
              <a:rPr lang="en-US" altLang="zh-CN" dirty="0"/>
            </a:br>
            <a:endParaRPr lang="zh-CN" altLang="en-US" sz="2400" b="0" dirty="0"/>
          </a:p>
        </p:txBody>
      </p:sp>
      <p:sp>
        <p:nvSpPr>
          <p:cNvPr id="3" name="文本占位符 2"/>
          <p:cNvSpPr>
            <a:spLocks noGrp="1"/>
          </p:cNvSpPr>
          <p:nvPr>
            <p:ph type="body" sz="quarter" idx="17"/>
          </p:nvPr>
        </p:nvSpPr>
        <p:spPr/>
        <p:txBody>
          <a:bodyPr/>
          <a:lstStyle/>
          <a:p>
            <a:r>
              <a:rPr lang="en-US" altLang="zh-CN" dirty="0"/>
              <a:t>Less </a:t>
            </a:r>
            <a:r>
              <a:rPr lang="en-US" altLang="zh-CN"/>
              <a:t>is more.</a:t>
            </a:r>
            <a:endParaRPr lang="en-US" altLang="zh-CN" dirty="0"/>
          </a:p>
        </p:txBody>
      </p:sp>
      <p:sp>
        <p:nvSpPr>
          <p:cNvPr id="4" name="文本占位符 3"/>
          <p:cNvSpPr>
            <a:spLocks noGrp="1"/>
          </p:cNvSpPr>
          <p:nvPr>
            <p:ph type="body" sz="quarter" idx="18"/>
          </p:nvPr>
        </p:nvSpPr>
        <p:spPr/>
        <p:txBody>
          <a:bodyPr/>
          <a:lstStyle/>
          <a:p>
            <a:endParaRPr lang="zh-CN" altLang="en-US" dirty="0"/>
          </a:p>
        </p:txBody>
      </p:sp>
      <p:cxnSp>
        <p:nvCxnSpPr>
          <p:cNvPr id="5" name="直接连接符 4"/>
          <p:cNvCxnSpPr/>
          <p:nvPr/>
        </p:nvCxnSpPr>
        <p:spPr>
          <a:xfrm>
            <a:off x="6207126" y="2127252"/>
            <a:ext cx="5313362"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 name="直接连接符 5"/>
          <p:cNvCxnSpPr/>
          <p:nvPr/>
        </p:nvCxnSpPr>
        <p:spPr>
          <a:xfrm>
            <a:off x="6207126" y="4112630"/>
            <a:ext cx="5313362"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Tree>
    <p:custDataLst>
      <p:tags r:id="rId2"/>
    </p:custData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pSp>
        <p:nvGrpSpPr>
          <p:cNvPr id="16" name="组合 15"/>
          <p:cNvGrpSpPr/>
          <p:nvPr/>
        </p:nvGrpSpPr>
        <p:grpSpPr>
          <a:xfrm>
            <a:off x="1022814" y="2128462"/>
            <a:ext cx="4460537" cy="691252"/>
            <a:chOff x="1101012" y="2911151"/>
            <a:chExt cx="9573211" cy="1483567"/>
          </a:xfrm>
        </p:grpSpPr>
        <p:sp>
          <p:nvSpPr>
            <p:cNvPr id="2" name="椭圆 1"/>
            <p:cNvSpPr/>
            <p:nvPr/>
          </p:nvSpPr>
          <p:spPr>
            <a:xfrm>
              <a:off x="5551715" y="3069771"/>
              <a:ext cx="643813" cy="643813"/>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7" name="椭圆 6"/>
            <p:cNvSpPr/>
            <p:nvPr/>
          </p:nvSpPr>
          <p:spPr>
            <a:xfrm>
              <a:off x="6447454" y="3069771"/>
              <a:ext cx="643813" cy="643813"/>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8" name="椭圆 7"/>
            <p:cNvSpPr/>
            <p:nvPr/>
          </p:nvSpPr>
          <p:spPr>
            <a:xfrm>
              <a:off x="7343193" y="3069771"/>
              <a:ext cx="643813" cy="64381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9" name="椭圆 8"/>
            <p:cNvSpPr/>
            <p:nvPr/>
          </p:nvSpPr>
          <p:spPr>
            <a:xfrm>
              <a:off x="8238932" y="3069771"/>
              <a:ext cx="643813" cy="643813"/>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10" name="椭圆 9"/>
            <p:cNvSpPr/>
            <p:nvPr/>
          </p:nvSpPr>
          <p:spPr>
            <a:xfrm>
              <a:off x="9134671" y="3069771"/>
              <a:ext cx="643813" cy="643813"/>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11" name="椭圆 10"/>
            <p:cNvSpPr/>
            <p:nvPr/>
          </p:nvSpPr>
          <p:spPr>
            <a:xfrm>
              <a:off x="10030410" y="3069771"/>
              <a:ext cx="643813" cy="643813"/>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12" name="椭圆 11"/>
            <p:cNvSpPr/>
            <p:nvPr/>
          </p:nvSpPr>
          <p:spPr>
            <a:xfrm>
              <a:off x="1101012" y="3069771"/>
              <a:ext cx="643813" cy="643813"/>
            </a:xfrm>
            <a:prstGeom prst="ellipse">
              <a:avLst/>
            </a:prstGeom>
            <a:solidFill>
              <a:schemeClr val="bg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13" name="椭圆 12"/>
            <p:cNvSpPr/>
            <p:nvPr/>
          </p:nvSpPr>
          <p:spPr>
            <a:xfrm>
              <a:off x="1996751" y="3069771"/>
              <a:ext cx="643813" cy="643813"/>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14" name="椭圆 13"/>
            <p:cNvSpPr/>
            <p:nvPr/>
          </p:nvSpPr>
          <p:spPr>
            <a:xfrm>
              <a:off x="2892490" y="3069771"/>
              <a:ext cx="643813" cy="643813"/>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15" name="椭圆 14"/>
            <p:cNvSpPr/>
            <p:nvPr/>
          </p:nvSpPr>
          <p:spPr>
            <a:xfrm>
              <a:off x="3788229" y="3069771"/>
              <a:ext cx="643813" cy="643813"/>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cxnSp>
          <p:nvCxnSpPr>
            <p:cNvPr id="4" name="直接连接符 3"/>
            <p:cNvCxnSpPr/>
            <p:nvPr/>
          </p:nvCxnSpPr>
          <p:spPr>
            <a:xfrm>
              <a:off x="4982546" y="2911151"/>
              <a:ext cx="0" cy="148356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18" name="文本框 17"/>
          <p:cNvSpPr txBox="1"/>
          <p:nvPr/>
        </p:nvSpPr>
        <p:spPr>
          <a:xfrm>
            <a:off x="660400" y="1512849"/>
            <a:ext cx="5852173" cy="276999"/>
          </a:xfrm>
          <a:prstGeom prst="rect">
            <a:avLst/>
          </a:prstGeom>
          <a:noFill/>
        </p:spPr>
        <p:txBody>
          <a:bodyPr wrap="square" rtlCol="0">
            <a:spAutoFit/>
          </a:bodyPr>
          <a:lstStyle/>
          <a:p>
            <a:r>
              <a:rPr lang="zh-CN" altLang="en-US" sz="1200" dirty="0"/>
              <a:t>主题色彩 </a:t>
            </a:r>
            <a:r>
              <a:rPr lang="en-US" altLang="zh-CN" sz="1200"/>
              <a:t>THEME </a:t>
            </a:r>
            <a:r>
              <a:rPr lang="en-US" altLang="zh-CN" sz="100"/>
              <a:t> </a:t>
            </a:r>
            <a:r>
              <a:rPr lang="en-US" altLang="zh-CN" sz="1200"/>
              <a:t>COLORS</a:t>
            </a:r>
            <a:endParaRPr lang="zh-CN" altLang="en-US" sz="1200" dirty="0"/>
          </a:p>
        </p:txBody>
      </p:sp>
      <p:cxnSp>
        <p:nvCxnSpPr>
          <p:cNvPr id="20" name="直接连接符 19"/>
          <p:cNvCxnSpPr/>
          <p:nvPr/>
        </p:nvCxnSpPr>
        <p:spPr>
          <a:xfrm>
            <a:off x="669931" y="1843079"/>
            <a:ext cx="5852175" cy="0"/>
          </a:xfrm>
          <a:prstGeom prst="line">
            <a:avLst/>
          </a:prstGeom>
          <a:ln>
            <a:solidFill>
              <a:srgbClr val="BFBFBF"/>
            </a:solidFill>
          </a:ln>
        </p:spPr>
        <p:style>
          <a:lnRef idx="1">
            <a:schemeClr val="accent1"/>
          </a:lnRef>
          <a:fillRef idx="0">
            <a:schemeClr val="accent1"/>
          </a:fillRef>
          <a:effectRef idx="0">
            <a:schemeClr val="accent1"/>
          </a:effectRef>
          <a:fontRef idx="minor">
            <a:schemeClr val="tx1"/>
          </a:fontRef>
        </p:style>
      </p:cxnSp>
      <p:sp>
        <p:nvSpPr>
          <p:cNvPr id="21" name="文本框 20"/>
          <p:cNvSpPr txBox="1"/>
          <p:nvPr/>
        </p:nvSpPr>
        <p:spPr>
          <a:xfrm>
            <a:off x="669929" y="2689501"/>
            <a:ext cx="2161443" cy="215444"/>
          </a:xfrm>
          <a:prstGeom prst="rect">
            <a:avLst/>
          </a:prstGeom>
          <a:noFill/>
        </p:spPr>
        <p:txBody>
          <a:bodyPr wrap="square" rtlCol="0">
            <a:spAutoFit/>
          </a:bodyPr>
          <a:lstStyle>
            <a:defPPr>
              <a:defRPr lang="zh-CN"/>
            </a:defPPr>
            <a:lvl1pPr algn="ctr">
              <a:defRPr sz="800"/>
            </a:lvl1pPr>
          </a:lstStyle>
          <a:p>
            <a:r>
              <a:rPr lang="zh-CN" altLang="en-US" dirty="0"/>
              <a:t>文字</a:t>
            </a:r>
            <a:r>
              <a:rPr lang="en-US" altLang="zh-CN" dirty="0"/>
              <a:t>/</a:t>
            </a:r>
            <a:r>
              <a:rPr lang="zh-CN" altLang="en-US" dirty="0"/>
              <a:t>背景 </a:t>
            </a:r>
            <a:r>
              <a:rPr lang="en-US" altLang="zh-CN" dirty="0"/>
              <a:t>Text</a:t>
            </a:r>
            <a:r>
              <a:rPr lang="en-US" altLang="zh-CN"/>
              <a:t>/Bac</a:t>
            </a:r>
            <a:r>
              <a:rPr lang="en-US" altLang="zh-CN" sz="100"/>
              <a:t> </a:t>
            </a:r>
            <a:r>
              <a:rPr lang="en-US" altLang="zh-CN"/>
              <a:t>kground</a:t>
            </a:r>
            <a:endParaRPr lang="zh-CN" altLang="en-US" dirty="0"/>
          </a:p>
        </p:txBody>
      </p:sp>
      <p:sp>
        <p:nvSpPr>
          <p:cNvPr id="22" name="文本框 21"/>
          <p:cNvSpPr txBox="1"/>
          <p:nvPr/>
        </p:nvSpPr>
        <p:spPr>
          <a:xfrm>
            <a:off x="2841871" y="2689501"/>
            <a:ext cx="2876627" cy="215444"/>
          </a:xfrm>
          <a:prstGeom prst="rect">
            <a:avLst/>
          </a:prstGeom>
          <a:noFill/>
        </p:spPr>
        <p:txBody>
          <a:bodyPr wrap="square" rtlCol="0">
            <a:spAutoFit/>
          </a:bodyPr>
          <a:lstStyle/>
          <a:p>
            <a:pPr algn="ctr"/>
            <a:r>
              <a:rPr lang="zh-CN" altLang="en-US" sz="800" dirty="0"/>
              <a:t>填充色 </a:t>
            </a:r>
            <a:r>
              <a:rPr lang="en-US" altLang="zh-CN" sz="800"/>
              <a:t>Fill C</a:t>
            </a:r>
            <a:r>
              <a:rPr lang="en-US" altLang="zh-CN" sz="100"/>
              <a:t> </a:t>
            </a:r>
            <a:r>
              <a:rPr lang="en-US" altLang="zh-CN" sz="800"/>
              <a:t>olors</a:t>
            </a:r>
            <a:endParaRPr lang="zh-CN" altLang="en-US" sz="800" dirty="0"/>
          </a:p>
        </p:txBody>
      </p:sp>
      <p:sp>
        <p:nvSpPr>
          <p:cNvPr id="25" name="文本框 24"/>
          <p:cNvSpPr txBox="1"/>
          <p:nvPr/>
        </p:nvSpPr>
        <p:spPr>
          <a:xfrm>
            <a:off x="660400" y="3943133"/>
            <a:ext cx="5852173" cy="276999"/>
          </a:xfrm>
          <a:prstGeom prst="rect">
            <a:avLst/>
          </a:prstGeom>
          <a:noFill/>
        </p:spPr>
        <p:txBody>
          <a:bodyPr wrap="square" rtlCol="0">
            <a:spAutoFit/>
          </a:bodyPr>
          <a:lstStyle/>
          <a:p>
            <a:r>
              <a:rPr lang="zh-CN" altLang="en-US" sz="1200" dirty="0"/>
              <a:t>主题</a:t>
            </a:r>
            <a:r>
              <a:rPr lang="zh-CN" altLang="en-US" sz="1200"/>
              <a:t>字体 </a:t>
            </a:r>
            <a:r>
              <a:rPr lang="en-US" altLang="zh-CN" sz="1200"/>
              <a:t>THEME</a:t>
            </a:r>
            <a:r>
              <a:rPr lang="en-US" altLang="zh-CN" sz="100"/>
              <a:t> </a:t>
            </a:r>
            <a:r>
              <a:rPr lang="en-US" altLang="zh-CN" sz="1200"/>
              <a:t> </a:t>
            </a:r>
            <a:r>
              <a:rPr lang="en-US" altLang="zh-CN" sz="1200" dirty="0"/>
              <a:t>FONTS</a:t>
            </a:r>
            <a:endParaRPr lang="zh-CN" altLang="en-US" sz="1200" dirty="0"/>
          </a:p>
        </p:txBody>
      </p:sp>
      <p:cxnSp>
        <p:nvCxnSpPr>
          <p:cNvPr id="26" name="直接连接符 25"/>
          <p:cNvCxnSpPr/>
          <p:nvPr/>
        </p:nvCxnSpPr>
        <p:spPr>
          <a:xfrm>
            <a:off x="669931" y="4273363"/>
            <a:ext cx="5852175" cy="0"/>
          </a:xfrm>
          <a:prstGeom prst="line">
            <a:avLst/>
          </a:prstGeom>
          <a:ln>
            <a:solidFill>
              <a:srgbClr val="BFBFBF"/>
            </a:solidFill>
          </a:ln>
        </p:spPr>
        <p:style>
          <a:lnRef idx="1">
            <a:schemeClr val="accent1"/>
          </a:lnRef>
          <a:fillRef idx="0">
            <a:schemeClr val="accent1"/>
          </a:fillRef>
          <a:effectRef idx="0">
            <a:schemeClr val="accent1"/>
          </a:effectRef>
          <a:fontRef idx="minor">
            <a:schemeClr val="tx1"/>
          </a:fontRef>
        </p:style>
      </p:cxnSp>
      <p:sp>
        <p:nvSpPr>
          <p:cNvPr id="27" name="矩形 26"/>
          <p:cNvSpPr/>
          <p:nvPr/>
        </p:nvSpPr>
        <p:spPr>
          <a:xfrm>
            <a:off x="660400" y="4407104"/>
            <a:ext cx="5048569" cy="461665"/>
          </a:xfrm>
          <a:prstGeom prst="rect">
            <a:avLst/>
          </a:prstGeom>
          <a:noFill/>
        </p:spPr>
        <p:txBody>
          <a:bodyPr wrap="square" rtlCol="0">
            <a:spAutoFit/>
          </a:bodyPr>
          <a:lstStyle/>
          <a:p>
            <a:r>
              <a:rPr lang="zh-CN" altLang="en-US" sz="800" dirty="0"/>
              <a:t>中文字体：微软雅黑  </a:t>
            </a:r>
            <a:r>
              <a:rPr lang="en-US" altLang="zh-CN" sz="800" dirty="0"/>
              <a:t>East Asian Font: Microsoft </a:t>
            </a:r>
            <a:r>
              <a:rPr lang="en-US" altLang="zh-CN" sz="800" dirty="0" err="1"/>
              <a:t>YaHei</a:t>
            </a:r>
            <a:endParaRPr lang="en-US" altLang="zh-CN" sz="800" dirty="0"/>
          </a:p>
          <a:p>
            <a:endParaRPr lang="en-US" altLang="zh-CN" sz="800" dirty="0"/>
          </a:p>
          <a:p>
            <a:r>
              <a:rPr lang="zh-CN" altLang="en-US" sz="800" dirty="0"/>
              <a:t>英文字体</a:t>
            </a:r>
            <a:r>
              <a:rPr lang="zh-CN" altLang="en-US" sz="800"/>
              <a:t>：</a:t>
            </a:r>
            <a:r>
              <a:rPr lang="en-US" altLang="zh-CN" sz="800"/>
              <a:t>A</a:t>
            </a:r>
            <a:r>
              <a:rPr lang="en-US" altLang="zh-CN" sz="100"/>
              <a:t> </a:t>
            </a:r>
            <a:r>
              <a:rPr lang="en-US" altLang="zh-CN" sz="800"/>
              <a:t>rial  </a:t>
            </a:r>
            <a:r>
              <a:rPr lang="en-US" altLang="zh-CN" sz="800" dirty="0"/>
              <a:t>Latin Font: Arial</a:t>
            </a:r>
            <a:endParaRPr lang="zh-CN" altLang="en-US" sz="800" dirty="0"/>
          </a:p>
        </p:txBody>
      </p:sp>
      <p:sp>
        <p:nvSpPr>
          <p:cNvPr id="32" name="文本框 31"/>
          <p:cNvSpPr txBox="1"/>
          <p:nvPr/>
        </p:nvSpPr>
        <p:spPr>
          <a:xfrm>
            <a:off x="6959600" y="1512850"/>
            <a:ext cx="4559300" cy="276999"/>
          </a:xfrm>
          <a:prstGeom prst="rect">
            <a:avLst/>
          </a:prstGeom>
          <a:noFill/>
        </p:spPr>
        <p:txBody>
          <a:bodyPr wrap="square" rtlCol="0">
            <a:spAutoFit/>
          </a:bodyPr>
          <a:lstStyle/>
          <a:p>
            <a:r>
              <a:rPr lang="zh-CN" altLang="en-US" sz="1200" dirty="0"/>
              <a:t>预设参考线（</a:t>
            </a:r>
            <a:r>
              <a:rPr lang="en-US" altLang="zh-CN" sz="1200" dirty="0"/>
              <a:t>2016</a:t>
            </a:r>
            <a:r>
              <a:rPr lang="zh-CN" altLang="en-US" sz="1200" dirty="0"/>
              <a:t>版本及以上）</a:t>
            </a:r>
            <a:r>
              <a:rPr lang="en-US" altLang="zh-CN" sz="1200" dirty="0"/>
              <a:t> GUIDES (</a:t>
            </a:r>
            <a:r>
              <a:rPr lang="en-US" altLang="zh-CN" sz="1200"/>
              <a:t>Office </a:t>
            </a:r>
            <a:r>
              <a:rPr lang="en-US" altLang="zh-CN" sz="100"/>
              <a:t> </a:t>
            </a:r>
            <a:r>
              <a:rPr lang="en-US" altLang="zh-CN" sz="1200"/>
              <a:t>2016 </a:t>
            </a:r>
            <a:r>
              <a:rPr lang="en-US" altLang="zh-CN" sz="1200" dirty="0"/>
              <a:t>and later)</a:t>
            </a:r>
            <a:endParaRPr lang="zh-CN" altLang="en-US" sz="1200" dirty="0"/>
          </a:p>
        </p:txBody>
      </p:sp>
      <p:cxnSp>
        <p:nvCxnSpPr>
          <p:cNvPr id="33" name="直接连接符 32"/>
          <p:cNvCxnSpPr/>
          <p:nvPr/>
        </p:nvCxnSpPr>
        <p:spPr>
          <a:xfrm>
            <a:off x="6959600" y="1843079"/>
            <a:ext cx="4559300" cy="0"/>
          </a:xfrm>
          <a:prstGeom prst="line">
            <a:avLst/>
          </a:prstGeom>
          <a:ln>
            <a:solidFill>
              <a:srgbClr val="BFBFBF"/>
            </a:solidFill>
          </a:ln>
        </p:spPr>
        <p:style>
          <a:lnRef idx="1">
            <a:schemeClr val="accent1"/>
          </a:lnRef>
          <a:fillRef idx="0">
            <a:schemeClr val="accent1"/>
          </a:fillRef>
          <a:effectRef idx="0">
            <a:schemeClr val="accent1"/>
          </a:effectRef>
          <a:fontRef idx="minor">
            <a:schemeClr val="tx1"/>
          </a:fontRef>
        </p:style>
      </p:cxnSp>
      <p:grpSp>
        <p:nvGrpSpPr>
          <p:cNvPr id="17" name="组合 16"/>
          <p:cNvGrpSpPr/>
          <p:nvPr/>
        </p:nvGrpSpPr>
        <p:grpSpPr>
          <a:xfrm>
            <a:off x="6959600" y="2103062"/>
            <a:ext cx="4559300" cy="2807437"/>
            <a:chOff x="7069136" y="2204131"/>
            <a:chExt cx="4449763" cy="2731768"/>
          </a:xfrm>
        </p:grpSpPr>
        <p:sp>
          <p:nvSpPr>
            <p:cNvPr id="35" name="矩形 34"/>
            <p:cNvSpPr/>
            <p:nvPr/>
          </p:nvSpPr>
          <p:spPr>
            <a:xfrm>
              <a:off x="7069136" y="2240063"/>
              <a:ext cx="4449763" cy="2502992"/>
            </a:xfrm>
            <a:prstGeom prst="rect">
              <a:avLst/>
            </a:prstGeom>
            <a:solidFill>
              <a:srgbClr val="B4B4B4"/>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cxnSp>
          <p:nvCxnSpPr>
            <p:cNvPr id="37" name="直接连接符 36"/>
            <p:cNvCxnSpPr/>
            <p:nvPr/>
          </p:nvCxnSpPr>
          <p:spPr>
            <a:xfrm>
              <a:off x="7332272" y="2204131"/>
              <a:ext cx="0" cy="2731768"/>
            </a:xfrm>
            <a:prstGeom prst="line">
              <a:avLst/>
            </a:prstGeom>
            <a:ln>
              <a:solidFill>
                <a:schemeClr val="bg1"/>
              </a:solidFill>
              <a:prstDash val="dash"/>
            </a:ln>
          </p:spPr>
          <p:style>
            <a:lnRef idx="1">
              <a:schemeClr val="accent1"/>
            </a:lnRef>
            <a:fillRef idx="0">
              <a:schemeClr val="accent1"/>
            </a:fillRef>
            <a:effectRef idx="0">
              <a:schemeClr val="accent1"/>
            </a:effectRef>
            <a:fontRef idx="minor">
              <a:schemeClr val="tx1"/>
            </a:fontRef>
          </p:style>
        </p:cxnSp>
        <p:cxnSp>
          <p:nvCxnSpPr>
            <p:cNvPr id="38" name="直接连接符 37"/>
            <p:cNvCxnSpPr/>
            <p:nvPr/>
          </p:nvCxnSpPr>
          <p:spPr>
            <a:xfrm>
              <a:off x="11279121" y="2204131"/>
              <a:ext cx="0" cy="2731768"/>
            </a:xfrm>
            <a:prstGeom prst="line">
              <a:avLst/>
            </a:prstGeom>
            <a:ln>
              <a:solidFill>
                <a:schemeClr val="bg1"/>
              </a:solidFill>
              <a:prstDash val="dash"/>
            </a:ln>
          </p:spPr>
          <p:style>
            <a:lnRef idx="1">
              <a:schemeClr val="accent1"/>
            </a:lnRef>
            <a:fillRef idx="0">
              <a:schemeClr val="accent1"/>
            </a:fillRef>
            <a:effectRef idx="0">
              <a:schemeClr val="accent1"/>
            </a:effectRef>
            <a:fontRef idx="minor">
              <a:schemeClr val="tx1"/>
            </a:fontRef>
          </p:style>
        </p:cxnSp>
        <p:cxnSp>
          <p:nvCxnSpPr>
            <p:cNvPr id="40" name="直接连接符 39"/>
            <p:cNvCxnSpPr/>
            <p:nvPr/>
          </p:nvCxnSpPr>
          <p:spPr>
            <a:xfrm>
              <a:off x="7069136" y="2667250"/>
              <a:ext cx="4449763" cy="0"/>
            </a:xfrm>
            <a:prstGeom prst="line">
              <a:avLst/>
            </a:prstGeom>
            <a:ln>
              <a:solidFill>
                <a:schemeClr val="bg1"/>
              </a:solidFill>
              <a:prstDash val="dash"/>
            </a:ln>
          </p:spPr>
          <p:style>
            <a:lnRef idx="1">
              <a:schemeClr val="accent1"/>
            </a:lnRef>
            <a:fillRef idx="0">
              <a:schemeClr val="accent1"/>
            </a:fillRef>
            <a:effectRef idx="0">
              <a:schemeClr val="accent1"/>
            </a:effectRef>
            <a:fontRef idx="minor">
              <a:schemeClr val="tx1"/>
            </a:fontRef>
          </p:style>
        </p:cxnSp>
        <p:cxnSp>
          <p:nvCxnSpPr>
            <p:cNvPr id="41" name="直接连接符 40"/>
            <p:cNvCxnSpPr/>
            <p:nvPr/>
          </p:nvCxnSpPr>
          <p:spPr>
            <a:xfrm>
              <a:off x="7069136" y="2746566"/>
              <a:ext cx="4449763" cy="0"/>
            </a:xfrm>
            <a:prstGeom prst="line">
              <a:avLst/>
            </a:prstGeom>
            <a:ln>
              <a:solidFill>
                <a:schemeClr val="bg1"/>
              </a:solidFill>
              <a:prstDash val="dash"/>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7069136" y="4443013"/>
              <a:ext cx="4449763" cy="0"/>
            </a:xfrm>
            <a:prstGeom prst="line">
              <a:avLst/>
            </a:prstGeom>
            <a:ln>
              <a:solidFill>
                <a:schemeClr val="bg1"/>
              </a:solidFill>
              <a:prstDash val="dash"/>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7069136" y="4517658"/>
              <a:ext cx="4449763" cy="0"/>
            </a:xfrm>
            <a:prstGeom prst="line">
              <a:avLst/>
            </a:prstGeom>
            <a:ln>
              <a:solidFill>
                <a:schemeClr val="bg1"/>
              </a:solidFill>
              <a:prstDash val="dash"/>
            </a:ln>
          </p:spPr>
          <p:style>
            <a:lnRef idx="1">
              <a:schemeClr val="accent1"/>
            </a:lnRef>
            <a:fillRef idx="0">
              <a:schemeClr val="accent1"/>
            </a:fillRef>
            <a:effectRef idx="0">
              <a:schemeClr val="accent1"/>
            </a:effectRef>
            <a:fontRef idx="minor">
              <a:schemeClr val="tx1"/>
            </a:fontRef>
          </p:style>
        </p:cxnSp>
        <p:cxnSp>
          <p:nvCxnSpPr>
            <p:cNvPr id="46" name="直接连接符 45"/>
            <p:cNvCxnSpPr/>
            <p:nvPr/>
          </p:nvCxnSpPr>
          <p:spPr>
            <a:xfrm>
              <a:off x="7332271" y="2741895"/>
              <a:ext cx="3946849" cy="1701118"/>
            </a:xfrm>
            <a:prstGeom prst="line">
              <a:avLst/>
            </a:prstGeom>
            <a:ln>
              <a:solidFill>
                <a:schemeClr val="bg1"/>
              </a:solidFill>
              <a:prstDash val="dash"/>
            </a:ln>
          </p:spPr>
          <p:style>
            <a:lnRef idx="1">
              <a:schemeClr val="accent1"/>
            </a:lnRef>
            <a:fillRef idx="0">
              <a:schemeClr val="accent1"/>
            </a:fillRef>
            <a:effectRef idx="0">
              <a:schemeClr val="accent1"/>
            </a:effectRef>
            <a:fontRef idx="minor">
              <a:schemeClr val="tx1"/>
            </a:fontRef>
          </p:style>
        </p:cxnSp>
      </p:grpSp>
      <p:sp>
        <p:nvSpPr>
          <p:cNvPr id="47" name="矩形 46"/>
          <p:cNvSpPr/>
          <p:nvPr/>
        </p:nvSpPr>
        <p:spPr>
          <a:xfrm>
            <a:off x="6959600" y="4822368"/>
            <a:ext cx="4559300" cy="461665"/>
          </a:xfrm>
          <a:prstGeom prst="rect">
            <a:avLst/>
          </a:prstGeom>
          <a:noFill/>
        </p:spPr>
        <p:txBody>
          <a:bodyPr wrap="square" rtlCol="0">
            <a:spAutoFit/>
          </a:bodyPr>
          <a:lstStyle/>
          <a:p>
            <a:r>
              <a:rPr lang="en-US" altLang="zh-CN" sz="800" dirty="0"/>
              <a:t>ALT+F9 </a:t>
            </a:r>
            <a:r>
              <a:rPr lang="zh-CN" altLang="en-US" sz="800" dirty="0"/>
              <a:t>开启和查看本主题预设的参考线</a:t>
            </a:r>
            <a:endParaRPr lang="en-US" altLang="zh-CN" sz="800" dirty="0"/>
          </a:p>
          <a:p>
            <a:r>
              <a:rPr lang="en-US" altLang="zh-CN" sz="800" dirty="0"/>
              <a:t>Press Alt + </a:t>
            </a:r>
            <a:r>
              <a:rPr lang="en-US" altLang="zh-CN" sz="800"/>
              <a:t>F9 to</a:t>
            </a:r>
            <a:r>
              <a:rPr lang="en-US" altLang="zh-CN" sz="100"/>
              <a:t> </a:t>
            </a:r>
            <a:r>
              <a:rPr lang="zh-CN" altLang="en-US" sz="800"/>
              <a:t> </a:t>
            </a:r>
            <a:r>
              <a:rPr lang="en-US" altLang="zh-CN" sz="800" dirty="0"/>
              <a:t>show/hide guides</a:t>
            </a:r>
          </a:p>
          <a:p>
            <a:endParaRPr lang="zh-CN" altLang="en-US" sz="800" dirty="0"/>
          </a:p>
        </p:txBody>
      </p:sp>
      <p:sp>
        <p:nvSpPr>
          <p:cNvPr id="39" name="文本框 38"/>
          <p:cNvSpPr txBox="1"/>
          <p:nvPr/>
        </p:nvSpPr>
        <p:spPr>
          <a:xfrm>
            <a:off x="660400" y="3104927"/>
            <a:ext cx="5852173"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a:defRPr sz="1200">
                <a:solidFill>
                  <a:schemeClr val="tx1">
                    <a:lumMod val="50000"/>
                    <a:lumOff val="50000"/>
                  </a:schemeClr>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zh-CN" altLang="en-US" sz="800" dirty="0">
                <a:solidFill>
                  <a:srgbClr val="2F2F2F"/>
                </a:solidFill>
              </a:rPr>
              <a:t>可以通过</a:t>
            </a:r>
            <a:r>
              <a:rPr lang="en-US" altLang="zh-CN" sz="800" dirty="0">
                <a:solidFill>
                  <a:srgbClr val="2F2F2F"/>
                </a:solidFill>
              </a:rPr>
              <a:t>iSlide 【</a:t>
            </a:r>
            <a:r>
              <a:rPr lang="zh-CN" altLang="en-US" sz="800" dirty="0">
                <a:solidFill>
                  <a:srgbClr val="2F2F2F"/>
                </a:solidFill>
              </a:rPr>
              <a:t>色彩库</a:t>
            </a:r>
            <a:r>
              <a:rPr lang="en-US" altLang="zh-CN" sz="800" dirty="0">
                <a:solidFill>
                  <a:srgbClr val="2F2F2F"/>
                </a:solidFill>
              </a:rPr>
              <a:t>】</a:t>
            </a:r>
            <a:r>
              <a:rPr lang="zh-CN" altLang="en-US" sz="800" dirty="0">
                <a:solidFill>
                  <a:srgbClr val="2F2F2F"/>
                </a:solidFill>
              </a:rPr>
              <a:t>功能，快速应用更多色彩</a:t>
            </a:r>
            <a:endParaRPr lang="en-US" altLang="zh-CN" sz="800" dirty="0">
              <a:solidFill>
                <a:srgbClr val="2F2F2F"/>
              </a:solidFill>
            </a:endParaRPr>
          </a:p>
          <a:p>
            <a:r>
              <a:rPr lang="en-US" altLang="zh-CN" sz="800" dirty="0">
                <a:solidFill>
                  <a:srgbClr val="2F2F2F"/>
                </a:solidFill>
              </a:rPr>
              <a:t>More color schemes are optional in </a:t>
            </a:r>
            <a:r>
              <a:rPr lang="en-US" altLang="zh-CN" sz="800">
                <a:solidFill>
                  <a:srgbClr val="2F2F2F"/>
                </a:solidFill>
              </a:rPr>
              <a:t>iSlide Col</a:t>
            </a:r>
            <a:r>
              <a:rPr lang="en-US" altLang="zh-CN" sz="100">
                <a:solidFill>
                  <a:srgbClr val="2F2F2F"/>
                </a:solidFill>
              </a:rPr>
              <a:t> </a:t>
            </a:r>
            <a:r>
              <a:rPr lang="en-US" altLang="zh-CN" sz="800">
                <a:solidFill>
                  <a:srgbClr val="2F2F2F"/>
                </a:solidFill>
              </a:rPr>
              <a:t>or </a:t>
            </a:r>
            <a:r>
              <a:rPr lang="en-US" altLang="zh-CN" sz="800" dirty="0">
                <a:solidFill>
                  <a:srgbClr val="2F2F2F"/>
                </a:solidFill>
              </a:rPr>
              <a:t>Library. Just click to apply</a:t>
            </a:r>
            <a:endParaRPr lang="zh-CN" altLang="en-US" sz="800" dirty="0">
              <a:solidFill>
                <a:srgbClr val="2F2F2F"/>
              </a:solidFill>
            </a:endParaRPr>
          </a:p>
        </p:txBody>
      </p:sp>
      <p:sp>
        <p:nvSpPr>
          <p:cNvPr id="44" name="文本框 43"/>
          <p:cNvSpPr txBox="1"/>
          <p:nvPr/>
        </p:nvSpPr>
        <p:spPr>
          <a:xfrm>
            <a:off x="660400" y="5304245"/>
            <a:ext cx="5852173"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a:defRPr sz="1200">
                <a:solidFill>
                  <a:schemeClr val="tx1">
                    <a:lumMod val="50000"/>
                    <a:lumOff val="50000"/>
                  </a:schemeClr>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zh-CN" altLang="en-US" sz="800" dirty="0">
                <a:solidFill>
                  <a:srgbClr val="2F2F2F"/>
                </a:solidFill>
              </a:rPr>
              <a:t>可以在</a:t>
            </a:r>
            <a:r>
              <a:rPr lang="en-US" altLang="zh-CN" sz="800" dirty="0">
                <a:solidFill>
                  <a:srgbClr val="2F2F2F"/>
                </a:solidFill>
              </a:rPr>
              <a:t>【</a:t>
            </a:r>
            <a:r>
              <a:rPr lang="zh-CN" altLang="en-US" sz="800" dirty="0">
                <a:solidFill>
                  <a:srgbClr val="2F2F2F"/>
                </a:solidFill>
              </a:rPr>
              <a:t>设计</a:t>
            </a:r>
            <a:r>
              <a:rPr lang="en-US" altLang="zh-CN" sz="800" dirty="0">
                <a:solidFill>
                  <a:srgbClr val="2F2F2F"/>
                </a:solidFill>
              </a:rPr>
              <a:t>】</a:t>
            </a:r>
            <a:r>
              <a:rPr lang="zh-CN" altLang="en-US" sz="800" dirty="0">
                <a:solidFill>
                  <a:srgbClr val="2F2F2F"/>
                </a:solidFill>
              </a:rPr>
              <a:t>菜单</a:t>
            </a:r>
            <a:r>
              <a:rPr lang="en-US" altLang="zh-CN" sz="800" dirty="0">
                <a:solidFill>
                  <a:srgbClr val="2F2F2F"/>
                </a:solidFill>
              </a:rPr>
              <a:t>【</a:t>
            </a:r>
            <a:r>
              <a:rPr lang="zh-CN" altLang="en-US" sz="800" dirty="0">
                <a:solidFill>
                  <a:srgbClr val="2F2F2F"/>
                </a:solidFill>
              </a:rPr>
              <a:t>字体</a:t>
            </a:r>
            <a:r>
              <a:rPr lang="en-US" altLang="zh-CN" sz="800" dirty="0">
                <a:solidFill>
                  <a:srgbClr val="2F2F2F"/>
                </a:solidFill>
              </a:rPr>
              <a:t>】</a:t>
            </a:r>
            <a:r>
              <a:rPr lang="zh-CN" altLang="en-US" sz="800" dirty="0">
                <a:solidFill>
                  <a:srgbClr val="2F2F2F"/>
                </a:solidFill>
              </a:rPr>
              <a:t>中改变，或应用</a:t>
            </a:r>
            <a:r>
              <a:rPr lang="en-US" altLang="zh-CN" sz="800" dirty="0">
                <a:solidFill>
                  <a:srgbClr val="2F2F2F"/>
                </a:solidFill>
              </a:rPr>
              <a:t>iSlide【</a:t>
            </a:r>
            <a:r>
              <a:rPr lang="zh-CN" altLang="en-US" sz="800" dirty="0">
                <a:solidFill>
                  <a:srgbClr val="2F2F2F"/>
                </a:solidFill>
              </a:rPr>
              <a:t>统一字体</a:t>
            </a:r>
            <a:r>
              <a:rPr lang="en-US" altLang="zh-CN" sz="800" dirty="0">
                <a:solidFill>
                  <a:srgbClr val="2F2F2F"/>
                </a:solidFill>
              </a:rPr>
              <a:t>】</a:t>
            </a:r>
            <a:r>
              <a:rPr lang="zh-CN" altLang="en-US" sz="800" dirty="0">
                <a:solidFill>
                  <a:srgbClr val="2F2F2F"/>
                </a:solidFill>
              </a:rPr>
              <a:t>功能改变设置</a:t>
            </a:r>
            <a:endParaRPr lang="en-US" altLang="zh-CN" sz="800" dirty="0">
              <a:solidFill>
                <a:srgbClr val="2F2F2F"/>
              </a:solidFill>
            </a:endParaRPr>
          </a:p>
          <a:p>
            <a:r>
              <a:rPr lang="en-US" altLang="zh-CN" sz="800" dirty="0">
                <a:solidFill>
                  <a:srgbClr val="2F2F2F"/>
                </a:solidFill>
              </a:rPr>
              <a:t>To change theme fonts, you can click Design &gt; Variants </a:t>
            </a:r>
            <a:r>
              <a:rPr lang="en-US" altLang="zh-CN" sz="800">
                <a:solidFill>
                  <a:srgbClr val="2F2F2F"/>
                </a:solidFill>
              </a:rPr>
              <a:t>&gt; Font</a:t>
            </a:r>
            <a:r>
              <a:rPr lang="en-US" altLang="zh-CN" sz="100">
                <a:solidFill>
                  <a:srgbClr val="2F2F2F"/>
                </a:solidFill>
              </a:rPr>
              <a:t> </a:t>
            </a:r>
            <a:r>
              <a:rPr lang="en-US" altLang="zh-CN" sz="800">
                <a:solidFill>
                  <a:srgbClr val="2F2F2F"/>
                </a:solidFill>
              </a:rPr>
              <a:t>s</a:t>
            </a:r>
            <a:r>
              <a:rPr lang="en-US" altLang="zh-CN" sz="800" dirty="0">
                <a:solidFill>
                  <a:srgbClr val="2F2F2F"/>
                </a:solidFill>
              </a:rPr>
              <a:t>, or use “Uniform Fonts” feature of </a:t>
            </a:r>
            <a:r>
              <a:rPr lang="en-US" altLang="zh-CN" sz="800" dirty="0" err="1">
                <a:solidFill>
                  <a:srgbClr val="2F2F2F"/>
                </a:solidFill>
              </a:rPr>
              <a:t>iSlide</a:t>
            </a:r>
            <a:endParaRPr lang="zh-CN" altLang="en-US" sz="800" dirty="0">
              <a:solidFill>
                <a:srgbClr val="2F2F2F"/>
              </a:solidFill>
            </a:endParaRPr>
          </a:p>
        </p:txBody>
      </p:sp>
      <p:sp>
        <p:nvSpPr>
          <p:cNvPr id="6" name="Rectangle 5"/>
          <p:cNvSpPr/>
          <p:nvPr/>
        </p:nvSpPr>
        <p:spPr>
          <a:xfrm>
            <a:off x="6959599" y="5304244"/>
            <a:ext cx="4559300" cy="40011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r>
              <a:rPr lang="zh-CN" altLang="en-US" sz="800" dirty="0">
                <a:solidFill>
                  <a:srgbClr val="2F2F2F"/>
                </a:solidFill>
              </a:rPr>
              <a:t>可以</a:t>
            </a:r>
            <a:r>
              <a:rPr lang="zh-CN" altLang="en-US" sz="800">
                <a:solidFill>
                  <a:srgbClr val="2F2F2F"/>
                </a:solidFill>
              </a:rPr>
              <a:t>通过</a:t>
            </a:r>
            <a:r>
              <a:rPr lang="en-US" altLang="zh-CN" sz="800">
                <a:solidFill>
                  <a:srgbClr val="2F2F2F"/>
                </a:solidFill>
              </a:rPr>
              <a:t>iSli</a:t>
            </a:r>
            <a:r>
              <a:rPr lang="en-US" altLang="zh-CN" sz="100">
                <a:solidFill>
                  <a:srgbClr val="2F2F2F"/>
                </a:solidFill>
              </a:rPr>
              <a:t> </a:t>
            </a:r>
            <a:r>
              <a:rPr lang="en-US" altLang="zh-CN" sz="800">
                <a:solidFill>
                  <a:srgbClr val="2F2F2F"/>
                </a:solidFill>
              </a:rPr>
              <a:t>de </a:t>
            </a:r>
            <a:r>
              <a:rPr lang="en-US" altLang="zh-CN" sz="800" dirty="0">
                <a:solidFill>
                  <a:srgbClr val="2F2F2F"/>
                </a:solidFill>
              </a:rPr>
              <a:t>【</a:t>
            </a:r>
            <a:r>
              <a:rPr lang="zh-CN" altLang="en-US" sz="800" dirty="0">
                <a:solidFill>
                  <a:srgbClr val="2F2F2F"/>
                </a:solidFill>
              </a:rPr>
              <a:t>一键优化</a:t>
            </a:r>
            <a:r>
              <a:rPr lang="en-US" altLang="zh-CN" sz="800" dirty="0">
                <a:solidFill>
                  <a:srgbClr val="2F2F2F"/>
                </a:solidFill>
              </a:rPr>
              <a:t>】</a:t>
            </a:r>
            <a:r>
              <a:rPr lang="zh-CN" altLang="en-US" sz="800" dirty="0">
                <a:solidFill>
                  <a:srgbClr val="2F2F2F"/>
                </a:solidFill>
              </a:rPr>
              <a:t>（智能参考线）功能，应用更多预设参考线</a:t>
            </a:r>
            <a:endParaRPr lang="en-US" altLang="zh-CN" sz="800" dirty="0">
              <a:solidFill>
                <a:srgbClr val="2F2F2F"/>
              </a:solidFill>
            </a:endParaRPr>
          </a:p>
          <a:p>
            <a:r>
              <a:rPr lang="en-US" altLang="zh-CN" sz="800" dirty="0">
                <a:solidFill>
                  <a:srgbClr val="2F2F2F"/>
                </a:solidFill>
              </a:rPr>
              <a:t>Use iSlide “Uniform Guides” feature to edit and apply more preset guides</a:t>
            </a:r>
          </a:p>
        </p:txBody>
      </p:sp>
      <p:sp>
        <p:nvSpPr>
          <p:cNvPr id="48" name="标题 1"/>
          <p:cNvSpPr txBox="1"/>
          <p:nvPr/>
        </p:nvSpPr>
        <p:spPr>
          <a:xfrm>
            <a:off x="660400" y="-1"/>
            <a:ext cx="10858500" cy="102870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defTabSz="914400"/>
            <a:r>
              <a:rPr lang="zh-CN" altLang="en-US" sz="2800" b="1"/>
              <a:t>设计</a:t>
            </a:r>
            <a:r>
              <a:rPr lang="zh-CN" altLang="en-US" sz="100" b="1"/>
              <a:t> </a:t>
            </a:r>
            <a:r>
              <a:rPr lang="zh-CN" altLang="en-US" sz="2800" b="1"/>
              <a:t>标准 </a:t>
            </a:r>
            <a:r>
              <a:rPr lang="en-US" altLang="zh-CN" sz="2800" b="1" dirty="0"/>
              <a:t>Design Criteria</a:t>
            </a:r>
            <a:endParaRPr lang="zh-CN" altLang="en-US" sz="2800" b="1" dirty="0"/>
          </a:p>
        </p:txBody>
      </p:sp>
      <p:sp>
        <p:nvSpPr>
          <p:cNvPr id="51" name="矩形 50"/>
          <p:cNvSpPr/>
          <p:nvPr/>
        </p:nvSpPr>
        <p:spPr>
          <a:xfrm>
            <a:off x="8978025" y="128575"/>
            <a:ext cx="2540875" cy="771556"/>
          </a:xfrm>
          <a:prstGeom prst="rect">
            <a:avLst/>
          </a:prstGeom>
          <a:solidFill>
            <a:srgbClr val="F73434"/>
          </a:solidFill>
          <a:ln w="12700">
            <a:noFill/>
            <a:prstDash val="sysDash"/>
          </a:ln>
        </p:spPr>
        <p:txBody>
          <a:bodyPr wrap="square" lIns="91440" tIns="91440" rIns="91440" bIns="91440" rtlCol="0" anchor="ctr">
            <a:noAutofit/>
          </a:bodyPr>
          <a:lstStyle/>
          <a:p>
            <a:pPr>
              <a:lnSpc>
                <a:spcPct val="120000"/>
              </a:lnSpc>
            </a:pPr>
            <a:r>
              <a:rPr lang="en-US" altLang="zh-CN" sz="800" b="1" dirty="0">
                <a:solidFill>
                  <a:schemeClr val="bg1"/>
                </a:solidFill>
              </a:rPr>
              <a:t>Note:</a:t>
            </a:r>
          </a:p>
          <a:p>
            <a:pPr>
              <a:lnSpc>
                <a:spcPct val="120000"/>
              </a:lnSpc>
            </a:pPr>
            <a:r>
              <a:rPr lang="zh-CN" altLang="en-US" sz="800">
                <a:solidFill>
                  <a:schemeClr val="bg1"/>
                </a:solidFill>
              </a:rPr>
              <a:t>本页</a:t>
            </a:r>
            <a:r>
              <a:rPr lang="zh-CN" altLang="en-US" sz="100">
                <a:solidFill>
                  <a:schemeClr val="bg1"/>
                </a:solidFill>
              </a:rPr>
              <a:t> </a:t>
            </a:r>
            <a:r>
              <a:rPr lang="zh-CN" altLang="en-US" sz="800">
                <a:solidFill>
                  <a:schemeClr val="bg1"/>
                </a:solidFill>
              </a:rPr>
              <a:t>为</a:t>
            </a:r>
            <a:r>
              <a:rPr lang="zh-CN" altLang="en-US" sz="800" dirty="0">
                <a:solidFill>
                  <a:schemeClr val="bg1"/>
                </a:solidFill>
              </a:rPr>
              <a:t>说明页，使用时请删除本页内容。</a:t>
            </a:r>
          </a:p>
          <a:p>
            <a:pPr>
              <a:lnSpc>
                <a:spcPct val="120000"/>
              </a:lnSpc>
            </a:pPr>
            <a:r>
              <a:rPr lang="en-US" altLang="zh-CN" sz="800" dirty="0">
                <a:solidFill>
                  <a:schemeClr val="bg1"/>
                </a:solidFill>
              </a:rPr>
              <a:t>This slide is an instruction. Please delete this slide before using it for presentation.</a:t>
            </a:r>
          </a:p>
        </p:txBody>
      </p:sp>
    </p:spTree>
    <p:custDataLst>
      <p:tags r:id="rId1"/>
    </p:custData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2" name="副标题 9"/>
          <p:cNvSpPr txBox="1"/>
          <p:nvPr/>
        </p:nvSpPr>
        <p:spPr>
          <a:xfrm>
            <a:off x="660400" y="5074963"/>
            <a:ext cx="10858500" cy="706715"/>
          </a:xfrm>
          <a:prstGeom prst="rect">
            <a:avLst/>
          </a:prstGeom>
        </p:spPr>
        <p:txBody>
          <a:bodyPr vert="horz" lIns="91440" tIns="45720" rIns="91440" bIns="45720" rtlCol="0" anchor="t">
            <a:noAutofit/>
          </a:bodyPr>
          <a:lstStyle>
            <a:lvl1pPr marL="0" indent="0" algn="ctr" defTabSz="914400" rtl="0" eaLnBrk="1" latinLnBrk="0" hangingPunct="1">
              <a:lnSpc>
                <a:spcPct val="100000"/>
              </a:lnSpc>
              <a:spcBef>
                <a:spcPts val="0"/>
              </a:spcBef>
              <a:buFont typeface="Arial" panose="020B0604020202020204" pitchFamily="34" charset="0"/>
              <a:buNone/>
              <a:defRPr sz="800" kern="1200">
                <a:solidFill>
                  <a:schemeClr val="bg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defTabSz="914400">
              <a:defRPr/>
            </a:pPr>
            <a:r>
              <a:rPr lang="zh-CN" altLang="en-US" sz="1200">
                <a:solidFill>
                  <a:srgbClr val="2F2F2F"/>
                </a:solidFill>
                <a:latin typeface="Arial" panose="020B0604020202020204"/>
                <a:ea typeface="微软雅黑" panose="020B0503020204020204" charset="-122"/>
              </a:rPr>
              <a:t>免费下</a:t>
            </a:r>
            <a:r>
              <a:rPr lang="zh-CN" altLang="en-US" sz="100">
                <a:solidFill>
                  <a:srgbClr val="2F2F2F"/>
                </a:solidFill>
                <a:latin typeface="Arial" panose="020B0604020202020204"/>
                <a:ea typeface="微软雅黑" panose="020B0503020204020204" charset="-122"/>
              </a:rPr>
              <a:t> </a:t>
            </a:r>
            <a:r>
              <a:rPr lang="zh-CN" altLang="en-US" sz="1200">
                <a:solidFill>
                  <a:srgbClr val="2F2F2F"/>
                </a:solidFill>
                <a:latin typeface="Arial" panose="020B0604020202020204"/>
                <a:ea typeface="微软雅黑" panose="020B0503020204020204" charset="-122"/>
              </a:rPr>
              <a:t>载 </a:t>
            </a:r>
            <a:r>
              <a:rPr lang="en-US" altLang="zh-CN" sz="1200" dirty="0">
                <a:solidFill>
                  <a:srgbClr val="2F2F2F"/>
                </a:solidFill>
                <a:latin typeface="Arial" panose="020B0604020202020204"/>
                <a:ea typeface="微软雅黑" panose="020B0503020204020204" charset="-122"/>
              </a:rPr>
              <a:t>/ Download for FREE</a:t>
            </a:r>
          </a:p>
          <a:p>
            <a:pPr algn="l" defTabSz="914400">
              <a:defRPr/>
            </a:pPr>
            <a:r>
              <a:rPr lang="en-US" altLang="zh-CN" sz="1200" dirty="0">
                <a:solidFill>
                  <a:srgbClr val="FF4715"/>
                </a:solidFill>
                <a:latin typeface="Arial" panose="020B0604020202020204"/>
                <a:ea typeface="微软雅黑" panose="020B0503020204020204" charset="-122"/>
                <a:hlinkClick r:id="rId3"/>
              </a:rPr>
              <a:t>www.islide.cc</a:t>
            </a:r>
            <a:endParaRPr lang="en-US" altLang="zh-CN" sz="1200" dirty="0">
              <a:solidFill>
                <a:srgbClr val="FF4715"/>
              </a:solidFill>
              <a:latin typeface="Arial" panose="020B0604020202020204"/>
              <a:ea typeface="微软雅黑" panose="020B0503020204020204" charset="-122"/>
            </a:endParaRPr>
          </a:p>
        </p:txBody>
      </p:sp>
      <p:grpSp>
        <p:nvGrpSpPr>
          <p:cNvPr id="4" name="组合 3"/>
          <p:cNvGrpSpPr/>
          <p:nvPr/>
        </p:nvGrpSpPr>
        <p:grpSpPr>
          <a:xfrm>
            <a:off x="660400" y="2553342"/>
            <a:ext cx="10858500" cy="1751324"/>
            <a:chOff x="1853236" y="2525799"/>
            <a:chExt cx="10858500" cy="1751323"/>
          </a:xfrm>
        </p:grpSpPr>
        <p:sp>
          <p:nvSpPr>
            <p:cNvPr id="11" name="文本框 10"/>
            <p:cNvSpPr txBox="1"/>
            <p:nvPr/>
          </p:nvSpPr>
          <p:spPr>
            <a:xfrm>
              <a:off x="1853236" y="3760699"/>
              <a:ext cx="10858500" cy="516423"/>
            </a:xfrm>
            <a:prstGeom prst="rect">
              <a:avLst/>
            </a:prstGeom>
            <a:noFill/>
          </p:spPr>
          <p:txBody>
            <a:bodyPr wrap="square">
              <a:spAutoFit/>
            </a:bodyPr>
            <a:lstStyle/>
            <a:p>
              <a:pPr defTabSz="914400">
                <a:lnSpc>
                  <a:spcPct val="120000"/>
                </a:lnSpc>
                <a:spcBef>
                  <a:spcPct val="0"/>
                </a:spcBef>
                <a:defRPr/>
              </a:pPr>
              <a:r>
                <a:rPr lang="en-US" altLang="zh-CN" sz="1200">
                  <a:solidFill>
                    <a:srgbClr val="2F2F2F"/>
                  </a:solidFill>
                  <a:latin typeface="微软雅黑" panose="020B0503020204020204" charset="-122"/>
                  <a:ea typeface="微软雅黑" panose="020B0503020204020204" charset="-122"/>
                  <a:cs typeface="Arial" panose="020B0604020202020204" pitchFamily="34" charset="0"/>
                </a:rPr>
                <a:t>iSlid</a:t>
              </a:r>
              <a:r>
                <a:rPr lang="en-US" altLang="zh-CN" sz="100">
                  <a:solidFill>
                    <a:srgbClr val="2F2F2F"/>
                  </a:solidFill>
                  <a:latin typeface="微软雅黑" panose="020B0503020204020204" charset="-122"/>
                  <a:ea typeface="微软雅黑" panose="020B0503020204020204" charset="-122"/>
                  <a:cs typeface="Arial" panose="020B0604020202020204" pitchFamily="34" charset="0"/>
                </a:rPr>
                <a:t> </a:t>
              </a:r>
              <a:r>
                <a:rPr lang="en-US" altLang="zh-CN" sz="1200">
                  <a:solidFill>
                    <a:srgbClr val="2F2F2F"/>
                  </a:solidFill>
                  <a:latin typeface="微软雅黑" panose="020B0503020204020204" charset="-122"/>
                  <a:ea typeface="微软雅黑" panose="020B0503020204020204" charset="-122"/>
                  <a:cs typeface="Arial" panose="020B0604020202020204" pitchFamily="34" charset="0"/>
                </a:rPr>
                <a:t>e </a:t>
              </a:r>
              <a:r>
                <a:rPr lang="en-US" altLang="zh-CN" sz="1200" dirty="0">
                  <a:solidFill>
                    <a:srgbClr val="2F2F2F"/>
                  </a:solidFill>
                  <a:latin typeface="微软雅黑" panose="020B0503020204020204" charset="-122"/>
                  <a:ea typeface="微软雅黑" panose="020B0503020204020204" charset="-122"/>
                  <a:cs typeface="Arial" panose="020B0604020202020204" pitchFamily="34" charset="0"/>
                </a:rPr>
                <a:t>add-in saves you 90% of the time </a:t>
              </a:r>
            </a:p>
            <a:p>
              <a:pPr defTabSz="914400">
                <a:lnSpc>
                  <a:spcPct val="120000"/>
                </a:lnSpc>
                <a:spcBef>
                  <a:spcPct val="0"/>
                </a:spcBef>
                <a:defRPr/>
              </a:pPr>
              <a:r>
                <a:rPr lang="en-US" altLang="zh-CN" sz="1200" dirty="0">
                  <a:solidFill>
                    <a:srgbClr val="2F2F2F"/>
                  </a:solidFill>
                  <a:latin typeface="微软雅黑" panose="020B0503020204020204" charset="-122"/>
                  <a:ea typeface="微软雅黑" panose="020B0503020204020204" charset="-122"/>
                  <a:cs typeface="Arial" panose="020B0604020202020204" pitchFamily="34" charset="0"/>
                </a:rPr>
                <a:t>in making presentation</a:t>
              </a:r>
              <a:endParaRPr lang="en-US" altLang="en-US" dirty="0">
                <a:solidFill>
                  <a:srgbClr val="2F2F2F"/>
                </a:solidFill>
                <a:ea typeface="微软雅黑" panose="020B0503020204020204" charset="-122"/>
                <a:cs typeface="Arial" panose="020B0604020202020204" pitchFamily="34" charset="0"/>
              </a:endParaRPr>
            </a:p>
          </p:txBody>
        </p:sp>
        <p:sp>
          <p:nvSpPr>
            <p:cNvPr id="2" name="矩形 1"/>
            <p:cNvSpPr/>
            <p:nvPr/>
          </p:nvSpPr>
          <p:spPr>
            <a:xfrm>
              <a:off x="1853236" y="2525799"/>
              <a:ext cx="10858500" cy="1001683"/>
            </a:xfrm>
            <a:prstGeom prst="rect">
              <a:avLst/>
            </a:prstGeom>
          </p:spPr>
          <p:txBody>
            <a:bodyPr wrap="square">
              <a:spAutoFit/>
            </a:bodyPr>
            <a:lstStyle/>
            <a:p>
              <a:pPr defTabSz="914400">
                <a:lnSpc>
                  <a:spcPct val="120000"/>
                </a:lnSpc>
                <a:spcBef>
                  <a:spcPct val="0"/>
                </a:spcBef>
                <a:defRPr/>
              </a:pPr>
              <a:r>
                <a:rPr lang="zh-CN" altLang="en-US" sz="2000">
                  <a:solidFill>
                    <a:srgbClr val="2F2F2F"/>
                  </a:solidFill>
                  <a:latin typeface="Arial" panose="020B0604020202020204" pitchFamily="34" charset="0"/>
                  <a:ea typeface="微软雅黑" panose="020B0503020204020204" charset="-122"/>
                  <a:cs typeface="Arial" panose="020B0604020202020204" pitchFamily="34" charset="0"/>
                </a:rPr>
                <a:t>使用 </a:t>
              </a:r>
              <a:r>
                <a:rPr lang="zh-CN" altLang="en-US" sz="100">
                  <a:solidFill>
                    <a:srgbClr val="2F2F2F"/>
                  </a:solidFill>
                  <a:latin typeface="Arial" panose="020B0604020202020204" pitchFamily="34" charset="0"/>
                  <a:ea typeface="微软雅黑" panose="020B0503020204020204" charset="-122"/>
                  <a:cs typeface="Arial" panose="020B0604020202020204" pitchFamily="34" charset="0"/>
                </a:rPr>
                <a:t> </a:t>
              </a:r>
              <a:r>
                <a:rPr lang="en-US" altLang="zh-CN" sz="2000">
                  <a:solidFill>
                    <a:srgbClr val="2F2F2F"/>
                  </a:solidFill>
                  <a:latin typeface="Arial" panose="020B0604020202020204" pitchFamily="34" charset="0"/>
                  <a:ea typeface="微软雅黑" panose="020B0503020204020204" charset="-122"/>
                  <a:cs typeface="Arial" panose="020B0604020202020204" pitchFamily="34" charset="0"/>
                </a:rPr>
                <a:t>iSlide </a:t>
              </a:r>
              <a:r>
                <a:rPr lang="en-US" altLang="zh-CN" sz="2000" dirty="0">
                  <a:solidFill>
                    <a:srgbClr val="2F2F2F"/>
                  </a:solidFill>
                  <a:latin typeface="Arial" panose="020B0604020202020204" pitchFamily="34" charset="0"/>
                  <a:ea typeface="微软雅黑" panose="020B0503020204020204" charset="-122"/>
                  <a:cs typeface="Arial" panose="020B0604020202020204" pitchFamily="34" charset="0"/>
                </a:rPr>
                <a:t>PPT </a:t>
              </a:r>
              <a:r>
                <a:rPr lang="zh-CN" altLang="en-US" sz="2000" dirty="0">
                  <a:solidFill>
                    <a:srgbClr val="2F2F2F"/>
                  </a:solidFill>
                  <a:latin typeface="Arial" panose="020B0604020202020204" pitchFamily="34" charset="0"/>
                  <a:ea typeface="微软雅黑" panose="020B0503020204020204" charset="-122"/>
                  <a:cs typeface="Arial" panose="020B0604020202020204" pitchFamily="34" charset="0"/>
                </a:rPr>
                <a:t>插件</a:t>
              </a:r>
              <a:br>
                <a:rPr lang="zh-CN" altLang="en-US" sz="2000" dirty="0">
                  <a:solidFill>
                    <a:srgbClr val="2F2F2F"/>
                  </a:solidFill>
                  <a:latin typeface="Arial" panose="020B0604020202020204" pitchFamily="34" charset="0"/>
                  <a:ea typeface="微软雅黑" panose="020B0503020204020204" charset="-122"/>
                  <a:cs typeface="Arial" panose="020B0604020202020204" pitchFamily="34" charset="0"/>
                </a:rPr>
              </a:br>
              <a:r>
                <a:rPr lang="zh-CN" altLang="en-US" sz="3200" b="1" dirty="0">
                  <a:solidFill>
                    <a:srgbClr val="2F2F2F"/>
                  </a:solidFill>
                  <a:latin typeface="微软雅黑" panose="020B0503020204020204" charset="-122"/>
                  <a:ea typeface="微软雅黑" panose="020B0503020204020204" charset="-122"/>
                  <a:cs typeface="Arial" panose="020B0604020202020204" pitchFamily="34" charset="0"/>
                </a:rPr>
                <a:t>为您节省 </a:t>
              </a:r>
              <a:r>
                <a:rPr lang="en-US" altLang="zh-CN" sz="3200" b="1" dirty="0">
                  <a:solidFill>
                    <a:srgbClr val="2F2F2F"/>
                  </a:solidFill>
                  <a:latin typeface="微软雅黑" panose="020B0503020204020204" charset="-122"/>
                  <a:ea typeface="微软雅黑" panose="020B0503020204020204" charset="-122"/>
                  <a:cs typeface="Arial" panose="020B0604020202020204" pitchFamily="34" charset="0"/>
                </a:rPr>
                <a:t>90% </a:t>
              </a:r>
              <a:r>
                <a:rPr lang="zh-CN" altLang="en-US" sz="3200" b="1" dirty="0">
                  <a:solidFill>
                    <a:srgbClr val="2F2F2F"/>
                  </a:solidFill>
                  <a:latin typeface="微软雅黑" panose="020B0503020204020204" charset="-122"/>
                  <a:ea typeface="微软雅黑" panose="020B0503020204020204" charset="-122"/>
                  <a:cs typeface="Arial" panose="020B0604020202020204" pitchFamily="34" charset="0"/>
                </a:rPr>
                <a:t>的 </a:t>
              </a:r>
              <a:r>
                <a:rPr lang="en-US" altLang="zh-CN" sz="3200" b="1" dirty="0">
                  <a:solidFill>
                    <a:srgbClr val="2F2F2F"/>
                  </a:solidFill>
                  <a:latin typeface="微软雅黑" panose="020B0503020204020204" charset="-122"/>
                  <a:ea typeface="微软雅黑" panose="020B0503020204020204" charset="-122"/>
                  <a:cs typeface="Arial" panose="020B0604020202020204" pitchFamily="34" charset="0"/>
                </a:rPr>
                <a:t>PPT </a:t>
              </a:r>
              <a:r>
                <a:rPr lang="zh-CN" altLang="en-US" sz="3200" b="1" dirty="0">
                  <a:solidFill>
                    <a:srgbClr val="2F2F2F"/>
                  </a:solidFill>
                  <a:latin typeface="微软雅黑" panose="020B0503020204020204" charset="-122"/>
                  <a:ea typeface="微软雅黑" panose="020B0503020204020204" charset="-122"/>
                  <a:cs typeface="Arial" panose="020B0604020202020204" pitchFamily="34" charset="0"/>
                </a:rPr>
                <a:t>设计时间</a:t>
              </a:r>
              <a:endParaRPr lang="en-US" altLang="en-US" sz="2800" dirty="0">
                <a:solidFill>
                  <a:srgbClr val="2F2F2F"/>
                </a:solidFill>
                <a:ea typeface="微软雅黑" panose="020B0503020204020204" charset="-122"/>
                <a:cs typeface="Arial" panose="020B0604020202020204" pitchFamily="34" charset="0"/>
              </a:endParaRPr>
            </a:p>
          </p:txBody>
        </p:sp>
      </p:grpSp>
      <p:grpSp>
        <p:nvGrpSpPr>
          <p:cNvPr id="6" name="组合 5"/>
          <p:cNvGrpSpPr/>
          <p:nvPr/>
        </p:nvGrpSpPr>
        <p:grpSpPr>
          <a:xfrm>
            <a:off x="5252647" y="0"/>
            <a:ext cx="6939359" cy="6858000"/>
            <a:chOff x="5252643" y="0"/>
            <a:chExt cx="6939358" cy="6858000"/>
          </a:xfrm>
          <a:solidFill>
            <a:srgbClr val="F7F7F7"/>
          </a:solidFill>
        </p:grpSpPr>
        <p:sp>
          <p:nvSpPr>
            <p:cNvPr id="7" name="任意多边形: 形状 6"/>
            <p:cNvSpPr/>
            <p:nvPr/>
          </p:nvSpPr>
          <p:spPr>
            <a:xfrm rot="19800000">
              <a:off x="7350845" y="2199545"/>
              <a:ext cx="2772000" cy="2772000"/>
            </a:xfrm>
            <a:custGeom>
              <a:avLst/>
              <a:gdLst>
                <a:gd name="connsiteX0" fmla="*/ 786764 w 1905000"/>
                <a:gd name="connsiteY0" fmla="*/ 1857375 h 1866900"/>
                <a:gd name="connsiteX1" fmla="*/ 1116329 w 1905000"/>
                <a:gd name="connsiteY1" fmla="*/ 1857375 h 1866900"/>
                <a:gd name="connsiteX2" fmla="*/ 1047749 w 1905000"/>
                <a:gd name="connsiteY2" fmla="*/ 1866900 h 1866900"/>
                <a:gd name="connsiteX3" fmla="*/ 855344 w 1905000"/>
                <a:gd name="connsiteY3" fmla="*/ 1866900 h 1866900"/>
                <a:gd name="connsiteX4" fmla="*/ 786764 w 1905000"/>
                <a:gd name="connsiteY4" fmla="*/ 1857375 h 1866900"/>
                <a:gd name="connsiteX5" fmla="*/ 614362 w 1905000"/>
                <a:gd name="connsiteY5" fmla="*/ 1809750 h 1866900"/>
                <a:gd name="connsiteX6" fmla="*/ 1290637 w 1905000"/>
                <a:gd name="connsiteY6" fmla="*/ 1809750 h 1866900"/>
                <a:gd name="connsiteX7" fmla="*/ 1263967 w 1905000"/>
                <a:gd name="connsiteY7" fmla="*/ 1819275 h 1866900"/>
                <a:gd name="connsiteX8" fmla="*/ 640079 w 1905000"/>
                <a:gd name="connsiteY8" fmla="*/ 1819275 h 1866900"/>
                <a:gd name="connsiteX9" fmla="*/ 614362 w 1905000"/>
                <a:gd name="connsiteY9" fmla="*/ 1809750 h 1866900"/>
                <a:gd name="connsiteX10" fmla="*/ 509587 w 1905000"/>
                <a:gd name="connsiteY10" fmla="*/ 1762125 h 1866900"/>
                <a:gd name="connsiteX11" fmla="*/ 1396365 w 1905000"/>
                <a:gd name="connsiteY11" fmla="*/ 1762125 h 1866900"/>
                <a:gd name="connsiteX12" fmla="*/ 1377315 w 1905000"/>
                <a:gd name="connsiteY12" fmla="*/ 1771650 h 1866900"/>
                <a:gd name="connsiteX13" fmla="*/ 527685 w 1905000"/>
                <a:gd name="connsiteY13" fmla="*/ 1771650 h 1866900"/>
                <a:gd name="connsiteX14" fmla="*/ 509587 w 1905000"/>
                <a:gd name="connsiteY14" fmla="*/ 1762125 h 1866900"/>
                <a:gd name="connsiteX15" fmla="*/ 428625 w 1905000"/>
                <a:gd name="connsiteY15" fmla="*/ 1714500 h 1866900"/>
                <a:gd name="connsiteX16" fmla="*/ 1478280 w 1905000"/>
                <a:gd name="connsiteY16" fmla="*/ 1714500 h 1866900"/>
                <a:gd name="connsiteX17" fmla="*/ 1463040 w 1905000"/>
                <a:gd name="connsiteY17" fmla="*/ 1724025 h 1866900"/>
                <a:gd name="connsiteX18" fmla="*/ 443865 w 1905000"/>
                <a:gd name="connsiteY18" fmla="*/ 1724025 h 1866900"/>
                <a:gd name="connsiteX19" fmla="*/ 428625 w 1905000"/>
                <a:gd name="connsiteY19" fmla="*/ 1714500 h 1866900"/>
                <a:gd name="connsiteX20" fmla="*/ 362902 w 1905000"/>
                <a:gd name="connsiteY20" fmla="*/ 1666875 h 1866900"/>
                <a:gd name="connsiteX21" fmla="*/ 1544002 w 1905000"/>
                <a:gd name="connsiteY21" fmla="*/ 1666875 h 1866900"/>
                <a:gd name="connsiteX22" fmla="*/ 1531620 w 1905000"/>
                <a:gd name="connsiteY22" fmla="*/ 1676400 h 1866900"/>
                <a:gd name="connsiteX23" fmla="*/ 375285 w 1905000"/>
                <a:gd name="connsiteY23" fmla="*/ 1676400 h 1866900"/>
                <a:gd name="connsiteX24" fmla="*/ 362902 w 1905000"/>
                <a:gd name="connsiteY24" fmla="*/ 1666875 h 1866900"/>
                <a:gd name="connsiteX25" fmla="*/ 306705 w 1905000"/>
                <a:gd name="connsiteY25" fmla="*/ 1619250 h 1866900"/>
                <a:gd name="connsiteX26" fmla="*/ 1599247 w 1905000"/>
                <a:gd name="connsiteY26" fmla="*/ 1619250 h 1866900"/>
                <a:gd name="connsiteX27" fmla="*/ 1588770 w 1905000"/>
                <a:gd name="connsiteY27" fmla="*/ 1628775 h 1866900"/>
                <a:gd name="connsiteX28" fmla="*/ 317182 w 1905000"/>
                <a:gd name="connsiteY28" fmla="*/ 1628775 h 1866900"/>
                <a:gd name="connsiteX29" fmla="*/ 306705 w 1905000"/>
                <a:gd name="connsiteY29" fmla="*/ 1619250 h 1866900"/>
                <a:gd name="connsiteX30" fmla="*/ 258127 w 1905000"/>
                <a:gd name="connsiteY30" fmla="*/ 1571625 h 1866900"/>
                <a:gd name="connsiteX31" fmla="*/ 1646872 w 1905000"/>
                <a:gd name="connsiteY31" fmla="*/ 1571625 h 1866900"/>
                <a:gd name="connsiteX32" fmla="*/ 1637347 w 1905000"/>
                <a:gd name="connsiteY32" fmla="*/ 1581150 h 1866900"/>
                <a:gd name="connsiteX33" fmla="*/ 266699 w 1905000"/>
                <a:gd name="connsiteY33" fmla="*/ 1581150 h 1866900"/>
                <a:gd name="connsiteX34" fmla="*/ 258127 w 1905000"/>
                <a:gd name="connsiteY34" fmla="*/ 1571625 h 1866900"/>
                <a:gd name="connsiteX35" fmla="*/ 216217 w 1905000"/>
                <a:gd name="connsiteY35" fmla="*/ 1524000 h 1866900"/>
                <a:gd name="connsiteX36" fmla="*/ 1687830 w 1905000"/>
                <a:gd name="connsiteY36" fmla="*/ 1524000 h 1866900"/>
                <a:gd name="connsiteX37" fmla="*/ 1680209 w 1905000"/>
                <a:gd name="connsiteY37" fmla="*/ 1533525 h 1866900"/>
                <a:gd name="connsiteX38" fmla="*/ 223837 w 1905000"/>
                <a:gd name="connsiteY38" fmla="*/ 1533525 h 1866900"/>
                <a:gd name="connsiteX39" fmla="*/ 216217 w 1905000"/>
                <a:gd name="connsiteY39" fmla="*/ 1524000 h 1866900"/>
                <a:gd name="connsiteX40" fmla="*/ 180022 w 1905000"/>
                <a:gd name="connsiteY40" fmla="*/ 1476375 h 1866900"/>
                <a:gd name="connsiteX41" fmla="*/ 1724977 w 1905000"/>
                <a:gd name="connsiteY41" fmla="*/ 1476375 h 1866900"/>
                <a:gd name="connsiteX42" fmla="*/ 1718310 w 1905000"/>
                <a:gd name="connsiteY42" fmla="*/ 1485900 h 1866900"/>
                <a:gd name="connsiteX43" fmla="*/ 186690 w 1905000"/>
                <a:gd name="connsiteY43" fmla="*/ 1485900 h 1866900"/>
                <a:gd name="connsiteX44" fmla="*/ 180022 w 1905000"/>
                <a:gd name="connsiteY44" fmla="*/ 1476375 h 1866900"/>
                <a:gd name="connsiteX45" fmla="*/ 147637 w 1905000"/>
                <a:gd name="connsiteY45" fmla="*/ 1428750 h 1866900"/>
                <a:gd name="connsiteX46" fmla="*/ 1756410 w 1905000"/>
                <a:gd name="connsiteY46" fmla="*/ 1428750 h 1866900"/>
                <a:gd name="connsiteX47" fmla="*/ 1750695 w 1905000"/>
                <a:gd name="connsiteY47" fmla="*/ 1438275 h 1866900"/>
                <a:gd name="connsiteX48" fmla="*/ 153352 w 1905000"/>
                <a:gd name="connsiteY48" fmla="*/ 1438275 h 1866900"/>
                <a:gd name="connsiteX49" fmla="*/ 147637 w 1905000"/>
                <a:gd name="connsiteY49" fmla="*/ 1428750 h 1866900"/>
                <a:gd name="connsiteX50" fmla="*/ 119062 w 1905000"/>
                <a:gd name="connsiteY50" fmla="*/ 1381125 h 1866900"/>
                <a:gd name="connsiteX51" fmla="*/ 1785937 w 1905000"/>
                <a:gd name="connsiteY51" fmla="*/ 1381125 h 1866900"/>
                <a:gd name="connsiteX52" fmla="*/ 1780222 w 1905000"/>
                <a:gd name="connsiteY52" fmla="*/ 1390650 h 1866900"/>
                <a:gd name="connsiteX53" fmla="*/ 124777 w 1905000"/>
                <a:gd name="connsiteY53" fmla="*/ 1390650 h 1866900"/>
                <a:gd name="connsiteX54" fmla="*/ 119062 w 1905000"/>
                <a:gd name="connsiteY54" fmla="*/ 1381125 h 1866900"/>
                <a:gd name="connsiteX55" fmla="*/ 95250 w 1905000"/>
                <a:gd name="connsiteY55" fmla="*/ 1333500 h 1866900"/>
                <a:gd name="connsiteX56" fmla="*/ 1810703 w 1905000"/>
                <a:gd name="connsiteY56" fmla="*/ 1333500 h 1866900"/>
                <a:gd name="connsiteX57" fmla="*/ 1805940 w 1905000"/>
                <a:gd name="connsiteY57" fmla="*/ 1343025 h 1866900"/>
                <a:gd name="connsiteX58" fmla="*/ 100013 w 1905000"/>
                <a:gd name="connsiteY58" fmla="*/ 1343025 h 1866900"/>
                <a:gd name="connsiteX59" fmla="*/ 95250 w 1905000"/>
                <a:gd name="connsiteY59" fmla="*/ 1333500 h 1866900"/>
                <a:gd name="connsiteX60" fmla="*/ 73342 w 1905000"/>
                <a:gd name="connsiteY60" fmla="*/ 1285875 h 1866900"/>
                <a:gd name="connsiteX61" fmla="*/ 1830705 w 1905000"/>
                <a:gd name="connsiteY61" fmla="*/ 1285875 h 1866900"/>
                <a:gd name="connsiteX62" fmla="*/ 1826895 w 1905000"/>
                <a:gd name="connsiteY62" fmla="*/ 1295400 h 1866900"/>
                <a:gd name="connsiteX63" fmla="*/ 77152 w 1905000"/>
                <a:gd name="connsiteY63" fmla="*/ 1295400 h 1866900"/>
                <a:gd name="connsiteX64" fmla="*/ 73342 w 1905000"/>
                <a:gd name="connsiteY64" fmla="*/ 1285875 h 1866900"/>
                <a:gd name="connsiteX65" fmla="*/ 55245 w 1905000"/>
                <a:gd name="connsiteY65" fmla="*/ 1238250 h 1866900"/>
                <a:gd name="connsiteX66" fmla="*/ 1850708 w 1905000"/>
                <a:gd name="connsiteY66" fmla="*/ 1238250 h 1866900"/>
                <a:gd name="connsiteX67" fmla="*/ 1846898 w 1905000"/>
                <a:gd name="connsiteY67" fmla="*/ 1247775 h 1866900"/>
                <a:gd name="connsiteX68" fmla="*/ 59055 w 1905000"/>
                <a:gd name="connsiteY68" fmla="*/ 1247775 h 1866900"/>
                <a:gd name="connsiteX69" fmla="*/ 55245 w 1905000"/>
                <a:gd name="connsiteY69" fmla="*/ 1238250 h 1866900"/>
                <a:gd name="connsiteX70" fmla="*/ 40004 w 1905000"/>
                <a:gd name="connsiteY70" fmla="*/ 1190625 h 1866900"/>
                <a:gd name="connsiteX71" fmla="*/ 1865947 w 1905000"/>
                <a:gd name="connsiteY71" fmla="*/ 1190625 h 1866900"/>
                <a:gd name="connsiteX72" fmla="*/ 1863089 w 1905000"/>
                <a:gd name="connsiteY72" fmla="*/ 1200150 h 1866900"/>
                <a:gd name="connsiteX73" fmla="*/ 42862 w 1905000"/>
                <a:gd name="connsiteY73" fmla="*/ 1200150 h 1866900"/>
                <a:gd name="connsiteX74" fmla="*/ 40004 w 1905000"/>
                <a:gd name="connsiteY74" fmla="*/ 1190625 h 1866900"/>
                <a:gd name="connsiteX75" fmla="*/ 26669 w 1905000"/>
                <a:gd name="connsiteY75" fmla="*/ 1143000 h 1866900"/>
                <a:gd name="connsiteX76" fmla="*/ 1878329 w 1905000"/>
                <a:gd name="connsiteY76" fmla="*/ 1143000 h 1866900"/>
                <a:gd name="connsiteX77" fmla="*/ 1876424 w 1905000"/>
                <a:gd name="connsiteY77" fmla="*/ 1152525 h 1866900"/>
                <a:gd name="connsiteX78" fmla="*/ 29526 w 1905000"/>
                <a:gd name="connsiteY78" fmla="*/ 1152525 h 1866900"/>
                <a:gd name="connsiteX79" fmla="*/ 26669 w 1905000"/>
                <a:gd name="connsiteY79" fmla="*/ 1143000 h 1866900"/>
                <a:gd name="connsiteX80" fmla="*/ 16192 w 1905000"/>
                <a:gd name="connsiteY80" fmla="*/ 1095375 h 1866900"/>
                <a:gd name="connsiteX81" fmla="*/ 1888807 w 1905000"/>
                <a:gd name="connsiteY81" fmla="*/ 1095375 h 1866900"/>
                <a:gd name="connsiteX82" fmla="*/ 1886902 w 1905000"/>
                <a:gd name="connsiteY82" fmla="*/ 1104900 h 1866900"/>
                <a:gd name="connsiteX83" fmla="*/ 18097 w 1905000"/>
                <a:gd name="connsiteY83" fmla="*/ 1104900 h 1866900"/>
                <a:gd name="connsiteX84" fmla="*/ 16192 w 1905000"/>
                <a:gd name="connsiteY84" fmla="*/ 1095375 h 1866900"/>
                <a:gd name="connsiteX85" fmla="*/ 8572 w 1905000"/>
                <a:gd name="connsiteY85" fmla="*/ 1047750 h 1866900"/>
                <a:gd name="connsiteX86" fmla="*/ 1896427 w 1905000"/>
                <a:gd name="connsiteY86" fmla="*/ 1047750 h 1866900"/>
                <a:gd name="connsiteX87" fmla="*/ 1895475 w 1905000"/>
                <a:gd name="connsiteY87" fmla="*/ 1057275 h 1866900"/>
                <a:gd name="connsiteX88" fmla="*/ 9525 w 1905000"/>
                <a:gd name="connsiteY88" fmla="*/ 1057275 h 1866900"/>
                <a:gd name="connsiteX89" fmla="*/ 8572 w 1905000"/>
                <a:gd name="connsiteY89" fmla="*/ 1047750 h 1866900"/>
                <a:gd name="connsiteX90" fmla="*/ 3810 w 1905000"/>
                <a:gd name="connsiteY90" fmla="*/ 1000125 h 1866900"/>
                <a:gd name="connsiteX91" fmla="*/ 1902143 w 1905000"/>
                <a:gd name="connsiteY91" fmla="*/ 1000125 h 1866900"/>
                <a:gd name="connsiteX92" fmla="*/ 1901190 w 1905000"/>
                <a:gd name="connsiteY92" fmla="*/ 1009650 h 1866900"/>
                <a:gd name="connsiteX93" fmla="*/ 4762 w 1905000"/>
                <a:gd name="connsiteY93" fmla="*/ 1009650 h 1866900"/>
                <a:gd name="connsiteX94" fmla="*/ 3810 w 1905000"/>
                <a:gd name="connsiteY94" fmla="*/ 1000125 h 1866900"/>
                <a:gd name="connsiteX95" fmla="*/ 952 w 1905000"/>
                <a:gd name="connsiteY95" fmla="*/ 952500 h 1866900"/>
                <a:gd name="connsiteX96" fmla="*/ 1904047 w 1905000"/>
                <a:gd name="connsiteY96" fmla="*/ 952500 h 1866900"/>
                <a:gd name="connsiteX97" fmla="*/ 1904047 w 1905000"/>
                <a:gd name="connsiteY97" fmla="*/ 962025 h 1866900"/>
                <a:gd name="connsiteX98" fmla="*/ 952 w 1905000"/>
                <a:gd name="connsiteY98" fmla="*/ 962025 h 1866900"/>
                <a:gd name="connsiteX99" fmla="*/ 952 w 1905000"/>
                <a:gd name="connsiteY99" fmla="*/ 952500 h 1866900"/>
                <a:gd name="connsiteX100" fmla="*/ 0 w 1905000"/>
                <a:gd name="connsiteY100" fmla="*/ 904875 h 1866900"/>
                <a:gd name="connsiteX101" fmla="*/ 1905000 w 1905000"/>
                <a:gd name="connsiteY101" fmla="*/ 904875 h 1866900"/>
                <a:gd name="connsiteX102" fmla="*/ 1905000 w 1905000"/>
                <a:gd name="connsiteY102" fmla="*/ 914400 h 1866900"/>
                <a:gd name="connsiteX103" fmla="*/ 0 w 1905000"/>
                <a:gd name="connsiteY103" fmla="*/ 914400 h 1866900"/>
                <a:gd name="connsiteX104" fmla="*/ 0 w 1905000"/>
                <a:gd name="connsiteY104" fmla="*/ 904875 h 1866900"/>
                <a:gd name="connsiteX105" fmla="*/ 1905 w 1905000"/>
                <a:gd name="connsiteY105" fmla="*/ 857250 h 1866900"/>
                <a:gd name="connsiteX106" fmla="*/ 1902142 w 1905000"/>
                <a:gd name="connsiteY106" fmla="*/ 857250 h 1866900"/>
                <a:gd name="connsiteX107" fmla="*/ 1903095 w 1905000"/>
                <a:gd name="connsiteY107" fmla="*/ 866775 h 1866900"/>
                <a:gd name="connsiteX108" fmla="*/ 952 w 1905000"/>
                <a:gd name="connsiteY108" fmla="*/ 866775 h 1866900"/>
                <a:gd name="connsiteX109" fmla="*/ 1905 w 1905000"/>
                <a:gd name="connsiteY109" fmla="*/ 857250 h 1866900"/>
                <a:gd name="connsiteX110" fmla="*/ 6667 w 1905000"/>
                <a:gd name="connsiteY110" fmla="*/ 809625 h 1866900"/>
                <a:gd name="connsiteX111" fmla="*/ 1899285 w 1905000"/>
                <a:gd name="connsiteY111" fmla="*/ 809625 h 1866900"/>
                <a:gd name="connsiteX112" fmla="*/ 1900238 w 1905000"/>
                <a:gd name="connsiteY112" fmla="*/ 819150 h 1866900"/>
                <a:gd name="connsiteX113" fmla="*/ 5715 w 1905000"/>
                <a:gd name="connsiteY113" fmla="*/ 819150 h 1866900"/>
                <a:gd name="connsiteX114" fmla="*/ 6667 w 1905000"/>
                <a:gd name="connsiteY114" fmla="*/ 809625 h 1866900"/>
                <a:gd name="connsiteX115" fmla="*/ 13335 w 1905000"/>
                <a:gd name="connsiteY115" fmla="*/ 762000 h 1866900"/>
                <a:gd name="connsiteX116" fmla="*/ 1891665 w 1905000"/>
                <a:gd name="connsiteY116" fmla="*/ 762000 h 1866900"/>
                <a:gd name="connsiteX117" fmla="*/ 1893570 w 1905000"/>
                <a:gd name="connsiteY117" fmla="*/ 771525 h 1866900"/>
                <a:gd name="connsiteX118" fmla="*/ 11430 w 1905000"/>
                <a:gd name="connsiteY118" fmla="*/ 771525 h 1866900"/>
                <a:gd name="connsiteX119" fmla="*/ 13335 w 1905000"/>
                <a:gd name="connsiteY119" fmla="*/ 762000 h 1866900"/>
                <a:gd name="connsiteX120" fmla="*/ 21907 w 1905000"/>
                <a:gd name="connsiteY120" fmla="*/ 714375 h 1866900"/>
                <a:gd name="connsiteX121" fmla="*/ 1883092 w 1905000"/>
                <a:gd name="connsiteY121" fmla="*/ 714375 h 1866900"/>
                <a:gd name="connsiteX122" fmla="*/ 1884997 w 1905000"/>
                <a:gd name="connsiteY122" fmla="*/ 723900 h 1866900"/>
                <a:gd name="connsiteX123" fmla="*/ 20002 w 1905000"/>
                <a:gd name="connsiteY123" fmla="*/ 723900 h 1866900"/>
                <a:gd name="connsiteX124" fmla="*/ 21907 w 1905000"/>
                <a:gd name="connsiteY124" fmla="*/ 714375 h 1866900"/>
                <a:gd name="connsiteX125" fmla="*/ 34289 w 1905000"/>
                <a:gd name="connsiteY125" fmla="*/ 666750 h 1866900"/>
                <a:gd name="connsiteX126" fmla="*/ 1870710 w 1905000"/>
                <a:gd name="connsiteY126" fmla="*/ 666750 h 1866900"/>
                <a:gd name="connsiteX127" fmla="*/ 1873567 w 1905000"/>
                <a:gd name="connsiteY127" fmla="*/ 676275 h 1866900"/>
                <a:gd name="connsiteX128" fmla="*/ 31432 w 1905000"/>
                <a:gd name="connsiteY128" fmla="*/ 676275 h 1866900"/>
                <a:gd name="connsiteX129" fmla="*/ 34289 w 1905000"/>
                <a:gd name="connsiteY129" fmla="*/ 666750 h 1866900"/>
                <a:gd name="connsiteX130" fmla="*/ 48577 w 1905000"/>
                <a:gd name="connsiteY130" fmla="*/ 619125 h 1866900"/>
                <a:gd name="connsiteX131" fmla="*/ 1857375 w 1905000"/>
                <a:gd name="connsiteY131" fmla="*/ 619125 h 1866900"/>
                <a:gd name="connsiteX132" fmla="*/ 1860233 w 1905000"/>
                <a:gd name="connsiteY132" fmla="*/ 628650 h 1866900"/>
                <a:gd name="connsiteX133" fmla="*/ 45720 w 1905000"/>
                <a:gd name="connsiteY133" fmla="*/ 628650 h 1866900"/>
                <a:gd name="connsiteX134" fmla="*/ 48577 w 1905000"/>
                <a:gd name="connsiteY134" fmla="*/ 619125 h 1866900"/>
                <a:gd name="connsiteX135" fmla="*/ 65722 w 1905000"/>
                <a:gd name="connsiteY135" fmla="*/ 571500 h 1866900"/>
                <a:gd name="connsiteX136" fmla="*/ 1839277 w 1905000"/>
                <a:gd name="connsiteY136" fmla="*/ 571500 h 1866900"/>
                <a:gd name="connsiteX137" fmla="*/ 1843087 w 1905000"/>
                <a:gd name="connsiteY137" fmla="*/ 581025 h 1866900"/>
                <a:gd name="connsiteX138" fmla="*/ 61912 w 1905000"/>
                <a:gd name="connsiteY138" fmla="*/ 581025 h 1866900"/>
                <a:gd name="connsiteX139" fmla="*/ 65722 w 1905000"/>
                <a:gd name="connsiteY139" fmla="*/ 571500 h 1866900"/>
                <a:gd name="connsiteX140" fmla="*/ 85725 w 1905000"/>
                <a:gd name="connsiteY140" fmla="*/ 523875 h 1866900"/>
                <a:gd name="connsiteX141" fmla="*/ 1819275 w 1905000"/>
                <a:gd name="connsiteY141" fmla="*/ 523875 h 1866900"/>
                <a:gd name="connsiteX142" fmla="*/ 1823085 w 1905000"/>
                <a:gd name="connsiteY142" fmla="*/ 533400 h 1866900"/>
                <a:gd name="connsiteX143" fmla="*/ 80962 w 1905000"/>
                <a:gd name="connsiteY143" fmla="*/ 533400 h 1866900"/>
                <a:gd name="connsiteX144" fmla="*/ 85725 w 1905000"/>
                <a:gd name="connsiteY144" fmla="*/ 523875 h 1866900"/>
                <a:gd name="connsiteX145" fmla="*/ 109538 w 1905000"/>
                <a:gd name="connsiteY145" fmla="*/ 476250 h 1866900"/>
                <a:gd name="connsiteX146" fmla="*/ 1796415 w 1905000"/>
                <a:gd name="connsiteY146" fmla="*/ 476250 h 1866900"/>
                <a:gd name="connsiteX147" fmla="*/ 1801178 w 1905000"/>
                <a:gd name="connsiteY147" fmla="*/ 485775 h 1866900"/>
                <a:gd name="connsiteX148" fmla="*/ 104775 w 1905000"/>
                <a:gd name="connsiteY148" fmla="*/ 485775 h 1866900"/>
                <a:gd name="connsiteX149" fmla="*/ 109538 w 1905000"/>
                <a:gd name="connsiteY149" fmla="*/ 476250 h 1866900"/>
                <a:gd name="connsiteX150" fmla="*/ 136207 w 1905000"/>
                <a:gd name="connsiteY150" fmla="*/ 428625 h 1866900"/>
                <a:gd name="connsiteX151" fmla="*/ 1768792 w 1905000"/>
                <a:gd name="connsiteY151" fmla="*/ 428625 h 1866900"/>
                <a:gd name="connsiteX152" fmla="*/ 1774507 w 1905000"/>
                <a:gd name="connsiteY152" fmla="*/ 438150 h 1866900"/>
                <a:gd name="connsiteX153" fmla="*/ 130492 w 1905000"/>
                <a:gd name="connsiteY153" fmla="*/ 438150 h 1866900"/>
                <a:gd name="connsiteX154" fmla="*/ 136207 w 1905000"/>
                <a:gd name="connsiteY154" fmla="*/ 428625 h 1866900"/>
                <a:gd name="connsiteX155" fmla="*/ 166687 w 1905000"/>
                <a:gd name="connsiteY155" fmla="*/ 381000 h 1866900"/>
                <a:gd name="connsiteX156" fmla="*/ 1738312 w 1905000"/>
                <a:gd name="connsiteY156" fmla="*/ 381000 h 1866900"/>
                <a:gd name="connsiteX157" fmla="*/ 1744979 w 1905000"/>
                <a:gd name="connsiteY157" fmla="*/ 390525 h 1866900"/>
                <a:gd name="connsiteX158" fmla="*/ 160019 w 1905000"/>
                <a:gd name="connsiteY158" fmla="*/ 390525 h 1866900"/>
                <a:gd name="connsiteX159" fmla="*/ 166687 w 1905000"/>
                <a:gd name="connsiteY159" fmla="*/ 381000 h 1866900"/>
                <a:gd name="connsiteX160" fmla="*/ 201929 w 1905000"/>
                <a:gd name="connsiteY160" fmla="*/ 333375 h 1866900"/>
                <a:gd name="connsiteX161" fmla="*/ 1704022 w 1905000"/>
                <a:gd name="connsiteY161" fmla="*/ 333375 h 1866900"/>
                <a:gd name="connsiteX162" fmla="*/ 1711642 w 1905000"/>
                <a:gd name="connsiteY162" fmla="*/ 342900 h 1866900"/>
                <a:gd name="connsiteX163" fmla="*/ 194309 w 1905000"/>
                <a:gd name="connsiteY163" fmla="*/ 342900 h 1866900"/>
                <a:gd name="connsiteX164" fmla="*/ 201929 w 1905000"/>
                <a:gd name="connsiteY164" fmla="*/ 333375 h 1866900"/>
                <a:gd name="connsiteX165" fmla="*/ 240981 w 1905000"/>
                <a:gd name="connsiteY165" fmla="*/ 285750 h 1866900"/>
                <a:gd name="connsiteX166" fmla="*/ 1664017 w 1905000"/>
                <a:gd name="connsiteY166" fmla="*/ 285750 h 1866900"/>
                <a:gd name="connsiteX167" fmla="*/ 1672589 w 1905000"/>
                <a:gd name="connsiteY167" fmla="*/ 295275 h 1866900"/>
                <a:gd name="connsiteX168" fmla="*/ 232409 w 1905000"/>
                <a:gd name="connsiteY168" fmla="*/ 295275 h 1866900"/>
                <a:gd name="connsiteX169" fmla="*/ 240981 w 1905000"/>
                <a:gd name="connsiteY169" fmla="*/ 285750 h 1866900"/>
                <a:gd name="connsiteX170" fmla="*/ 286702 w 1905000"/>
                <a:gd name="connsiteY170" fmla="*/ 238125 h 1866900"/>
                <a:gd name="connsiteX171" fmla="*/ 1619250 w 1905000"/>
                <a:gd name="connsiteY171" fmla="*/ 238125 h 1866900"/>
                <a:gd name="connsiteX172" fmla="*/ 1628775 w 1905000"/>
                <a:gd name="connsiteY172" fmla="*/ 247650 h 1866900"/>
                <a:gd name="connsiteX173" fmla="*/ 277177 w 1905000"/>
                <a:gd name="connsiteY173" fmla="*/ 247650 h 1866900"/>
                <a:gd name="connsiteX174" fmla="*/ 286702 w 1905000"/>
                <a:gd name="connsiteY174" fmla="*/ 238125 h 1866900"/>
                <a:gd name="connsiteX175" fmla="*/ 339090 w 1905000"/>
                <a:gd name="connsiteY175" fmla="*/ 190500 h 1866900"/>
                <a:gd name="connsiteX176" fmla="*/ 1565910 w 1905000"/>
                <a:gd name="connsiteY176" fmla="*/ 190500 h 1866900"/>
                <a:gd name="connsiteX177" fmla="*/ 1577340 w 1905000"/>
                <a:gd name="connsiteY177" fmla="*/ 200025 h 1866900"/>
                <a:gd name="connsiteX178" fmla="*/ 327660 w 1905000"/>
                <a:gd name="connsiteY178" fmla="*/ 200025 h 1866900"/>
                <a:gd name="connsiteX179" fmla="*/ 339090 w 1905000"/>
                <a:gd name="connsiteY179" fmla="*/ 190500 h 1866900"/>
                <a:gd name="connsiteX180" fmla="*/ 400049 w 1905000"/>
                <a:gd name="connsiteY180" fmla="*/ 142875 h 1866900"/>
                <a:gd name="connsiteX181" fmla="*/ 1503997 w 1905000"/>
                <a:gd name="connsiteY181" fmla="*/ 142875 h 1866900"/>
                <a:gd name="connsiteX182" fmla="*/ 1517332 w 1905000"/>
                <a:gd name="connsiteY182" fmla="*/ 152400 h 1866900"/>
                <a:gd name="connsiteX183" fmla="*/ 386714 w 1905000"/>
                <a:gd name="connsiteY183" fmla="*/ 152400 h 1866900"/>
                <a:gd name="connsiteX184" fmla="*/ 400049 w 1905000"/>
                <a:gd name="connsiteY184" fmla="*/ 142875 h 1866900"/>
                <a:gd name="connsiteX185" fmla="*/ 474345 w 1905000"/>
                <a:gd name="connsiteY185" fmla="*/ 95250 h 1866900"/>
                <a:gd name="connsiteX186" fmla="*/ 1429702 w 1905000"/>
                <a:gd name="connsiteY186" fmla="*/ 95250 h 1866900"/>
                <a:gd name="connsiteX187" fmla="*/ 1445895 w 1905000"/>
                <a:gd name="connsiteY187" fmla="*/ 104775 h 1866900"/>
                <a:gd name="connsiteX188" fmla="*/ 458152 w 1905000"/>
                <a:gd name="connsiteY188" fmla="*/ 104775 h 1866900"/>
                <a:gd name="connsiteX189" fmla="*/ 474345 w 1905000"/>
                <a:gd name="connsiteY189" fmla="*/ 95250 h 1866900"/>
                <a:gd name="connsiteX190" fmla="*/ 568642 w 1905000"/>
                <a:gd name="connsiteY190" fmla="*/ 47625 h 1866900"/>
                <a:gd name="connsiteX191" fmla="*/ 1337309 w 1905000"/>
                <a:gd name="connsiteY191" fmla="*/ 47625 h 1866900"/>
                <a:gd name="connsiteX192" fmla="*/ 1358265 w 1905000"/>
                <a:gd name="connsiteY192" fmla="*/ 57150 h 1866900"/>
                <a:gd name="connsiteX193" fmla="*/ 547687 w 1905000"/>
                <a:gd name="connsiteY193" fmla="*/ 57150 h 1866900"/>
                <a:gd name="connsiteX194" fmla="*/ 568642 w 1905000"/>
                <a:gd name="connsiteY194" fmla="*/ 47625 h 1866900"/>
                <a:gd name="connsiteX195" fmla="*/ 702945 w 1905000"/>
                <a:gd name="connsiteY195" fmla="*/ 0 h 1866900"/>
                <a:gd name="connsiteX196" fmla="*/ 1203960 w 1905000"/>
                <a:gd name="connsiteY196" fmla="*/ 0 h 1866900"/>
                <a:gd name="connsiteX197" fmla="*/ 1236345 w 1905000"/>
                <a:gd name="connsiteY197" fmla="*/ 9525 h 1866900"/>
                <a:gd name="connsiteX198" fmla="*/ 670560 w 1905000"/>
                <a:gd name="connsiteY198" fmla="*/ 9525 h 1866900"/>
                <a:gd name="connsiteX199" fmla="*/ 702945 w 1905000"/>
                <a:gd name="connsiteY199" fmla="*/ 0 h 1866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Lst>
              <a:rect l="l" t="t" r="r" b="b"/>
              <a:pathLst>
                <a:path w="1905000" h="1866900">
                  <a:moveTo>
                    <a:pt x="786764" y="1857375"/>
                  </a:moveTo>
                  <a:lnTo>
                    <a:pt x="1116329" y="1857375"/>
                  </a:lnTo>
                  <a:cubicBezTo>
                    <a:pt x="1093469" y="1861185"/>
                    <a:pt x="1070609" y="1864995"/>
                    <a:pt x="1047749" y="1866900"/>
                  </a:cubicBezTo>
                  <a:lnTo>
                    <a:pt x="855344" y="1866900"/>
                  </a:lnTo>
                  <a:cubicBezTo>
                    <a:pt x="832484" y="1864995"/>
                    <a:pt x="809624" y="1861185"/>
                    <a:pt x="786764" y="1857375"/>
                  </a:cubicBezTo>
                  <a:close/>
                  <a:moveTo>
                    <a:pt x="614362" y="1809750"/>
                  </a:moveTo>
                  <a:lnTo>
                    <a:pt x="1290637" y="1809750"/>
                  </a:lnTo>
                  <a:cubicBezTo>
                    <a:pt x="1281112" y="1812608"/>
                    <a:pt x="1272540" y="1816417"/>
                    <a:pt x="1263967" y="1819275"/>
                  </a:cubicBezTo>
                  <a:lnTo>
                    <a:pt x="640079" y="1819275"/>
                  </a:lnTo>
                  <a:cubicBezTo>
                    <a:pt x="631507" y="1816417"/>
                    <a:pt x="622935" y="1812608"/>
                    <a:pt x="614362" y="1809750"/>
                  </a:cubicBezTo>
                  <a:close/>
                  <a:moveTo>
                    <a:pt x="509587" y="1762125"/>
                  </a:moveTo>
                  <a:lnTo>
                    <a:pt x="1396365" y="1762125"/>
                  </a:lnTo>
                  <a:cubicBezTo>
                    <a:pt x="1389697" y="1764983"/>
                    <a:pt x="1383982" y="1768792"/>
                    <a:pt x="1377315" y="1771650"/>
                  </a:cubicBezTo>
                  <a:lnTo>
                    <a:pt x="527685" y="1771650"/>
                  </a:lnTo>
                  <a:cubicBezTo>
                    <a:pt x="521969" y="1768792"/>
                    <a:pt x="515302" y="1764983"/>
                    <a:pt x="509587" y="1762125"/>
                  </a:cubicBezTo>
                  <a:close/>
                  <a:moveTo>
                    <a:pt x="428625" y="1714500"/>
                  </a:moveTo>
                  <a:lnTo>
                    <a:pt x="1478280" y="1714500"/>
                  </a:lnTo>
                  <a:cubicBezTo>
                    <a:pt x="1472565" y="1717358"/>
                    <a:pt x="1467803" y="1721167"/>
                    <a:pt x="1463040" y="1724025"/>
                  </a:cubicBezTo>
                  <a:lnTo>
                    <a:pt x="443865" y="1724025"/>
                  </a:lnTo>
                  <a:cubicBezTo>
                    <a:pt x="438150" y="1721167"/>
                    <a:pt x="433388" y="1717358"/>
                    <a:pt x="428625" y="1714500"/>
                  </a:cubicBezTo>
                  <a:close/>
                  <a:moveTo>
                    <a:pt x="362902" y="1666875"/>
                  </a:moveTo>
                  <a:lnTo>
                    <a:pt x="1544002" y="1666875"/>
                  </a:lnTo>
                  <a:cubicBezTo>
                    <a:pt x="1540192" y="1669733"/>
                    <a:pt x="1535430" y="1673542"/>
                    <a:pt x="1531620" y="1676400"/>
                  </a:cubicBezTo>
                  <a:lnTo>
                    <a:pt x="375285" y="1676400"/>
                  </a:lnTo>
                  <a:cubicBezTo>
                    <a:pt x="370522" y="1673542"/>
                    <a:pt x="366712" y="1669733"/>
                    <a:pt x="362902" y="1666875"/>
                  </a:cubicBezTo>
                  <a:close/>
                  <a:moveTo>
                    <a:pt x="306705" y="1619250"/>
                  </a:moveTo>
                  <a:lnTo>
                    <a:pt x="1599247" y="1619250"/>
                  </a:lnTo>
                  <a:cubicBezTo>
                    <a:pt x="1595438" y="1622108"/>
                    <a:pt x="1592580" y="1625917"/>
                    <a:pt x="1588770" y="1628775"/>
                  </a:cubicBezTo>
                  <a:lnTo>
                    <a:pt x="317182" y="1628775"/>
                  </a:lnTo>
                  <a:cubicBezTo>
                    <a:pt x="313373" y="1625917"/>
                    <a:pt x="310515" y="1622108"/>
                    <a:pt x="306705" y="1619250"/>
                  </a:cubicBezTo>
                  <a:close/>
                  <a:moveTo>
                    <a:pt x="258127" y="1571625"/>
                  </a:moveTo>
                  <a:lnTo>
                    <a:pt x="1646872" y="1571625"/>
                  </a:lnTo>
                  <a:cubicBezTo>
                    <a:pt x="1643062" y="1574483"/>
                    <a:pt x="1640205" y="1578292"/>
                    <a:pt x="1637347" y="1581150"/>
                  </a:cubicBezTo>
                  <a:lnTo>
                    <a:pt x="266699" y="1581150"/>
                  </a:lnTo>
                  <a:cubicBezTo>
                    <a:pt x="263842" y="1578292"/>
                    <a:pt x="260984" y="1574483"/>
                    <a:pt x="258127" y="1571625"/>
                  </a:cubicBezTo>
                  <a:close/>
                  <a:moveTo>
                    <a:pt x="216217" y="1524000"/>
                  </a:moveTo>
                  <a:lnTo>
                    <a:pt x="1687830" y="1524000"/>
                  </a:lnTo>
                  <a:cubicBezTo>
                    <a:pt x="1684972" y="1526858"/>
                    <a:pt x="1683067" y="1530667"/>
                    <a:pt x="1680209" y="1533525"/>
                  </a:cubicBezTo>
                  <a:lnTo>
                    <a:pt x="223837" y="1533525"/>
                  </a:lnTo>
                  <a:cubicBezTo>
                    <a:pt x="221932" y="1530667"/>
                    <a:pt x="219074" y="1526858"/>
                    <a:pt x="216217" y="1524000"/>
                  </a:cubicBezTo>
                  <a:close/>
                  <a:moveTo>
                    <a:pt x="180022" y="1476375"/>
                  </a:moveTo>
                  <a:lnTo>
                    <a:pt x="1724977" y="1476375"/>
                  </a:lnTo>
                  <a:cubicBezTo>
                    <a:pt x="1723072" y="1479233"/>
                    <a:pt x="1720215" y="1483042"/>
                    <a:pt x="1718310" y="1485900"/>
                  </a:cubicBezTo>
                  <a:lnTo>
                    <a:pt x="186690" y="1485900"/>
                  </a:lnTo>
                  <a:cubicBezTo>
                    <a:pt x="184785" y="1483042"/>
                    <a:pt x="181927" y="1479233"/>
                    <a:pt x="180022" y="1476375"/>
                  </a:cubicBezTo>
                  <a:close/>
                  <a:moveTo>
                    <a:pt x="147637" y="1428750"/>
                  </a:moveTo>
                  <a:lnTo>
                    <a:pt x="1756410" y="1428750"/>
                  </a:lnTo>
                  <a:cubicBezTo>
                    <a:pt x="1754505" y="1431608"/>
                    <a:pt x="1752600" y="1435417"/>
                    <a:pt x="1750695" y="1438275"/>
                  </a:cubicBezTo>
                  <a:lnTo>
                    <a:pt x="153352" y="1438275"/>
                  </a:lnTo>
                  <a:cubicBezTo>
                    <a:pt x="151447" y="1435417"/>
                    <a:pt x="149542" y="1431608"/>
                    <a:pt x="147637" y="1428750"/>
                  </a:cubicBezTo>
                  <a:close/>
                  <a:moveTo>
                    <a:pt x="119062" y="1381125"/>
                  </a:moveTo>
                  <a:lnTo>
                    <a:pt x="1785937" y="1381125"/>
                  </a:lnTo>
                  <a:cubicBezTo>
                    <a:pt x="1784032" y="1383983"/>
                    <a:pt x="1782127" y="1387792"/>
                    <a:pt x="1780222" y="1390650"/>
                  </a:cubicBezTo>
                  <a:lnTo>
                    <a:pt x="124777" y="1390650"/>
                  </a:lnTo>
                  <a:cubicBezTo>
                    <a:pt x="122872" y="1387792"/>
                    <a:pt x="120967" y="1383983"/>
                    <a:pt x="119062" y="1381125"/>
                  </a:cubicBezTo>
                  <a:close/>
                  <a:moveTo>
                    <a:pt x="95250" y="1333500"/>
                  </a:moveTo>
                  <a:lnTo>
                    <a:pt x="1810703" y="1333500"/>
                  </a:lnTo>
                  <a:cubicBezTo>
                    <a:pt x="1808798" y="1336358"/>
                    <a:pt x="1807845" y="1340167"/>
                    <a:pt x="1805940" y="1343025"/>
                  </a:cubicBezTo>
                  <a:lnTo>
                    <a:pt x="100013" y="1343025"/>
                  </a:lnTo>
                  <a:cubicBezTo>
                    <a:pt x="98108" y="1340167"/>
                    <a:pt x="97155" y="1336358"/>
                    <a:pt x="95250" y="1333500"/>
                  </a:cubicBezTo>
                  <a:close/>
                  <a:moveTo>
                    <a:pt x="73342" y="1285875"/>
                  </a:moveTo>
                  <a:lnTo>
                    <a:pt x="1830705" y="1285875"/>
                  </a:lnTo>
                  <a:cubicBezTo>
                    <a:pt x="1829752" y="1288733"/>
                    <a:pt x="1827847" y="1292542"/>
                    <a:pt x="1826895" y="1295400"/>
                  </a:cubicBezTo>
                  <a:lnTo>
                    <a:pt x="77152" y="1295400"/>
                  </a:lnTo>
                  <a:cubicBezTo>
                    <a:pt x="76200" y="1292542"/>
                    <a:pt x="74295" y="1288733"/>
                    <a:pt x="73342" y="1285875"/>
                  </a:cubicBezTo>
                  <a:close/>
                  <a:moveTo>
                    <a:pt x="55245" y="1238250"/>
                  </a:moveTo>
                  <a:lnTo>
                    <a:pt x="1850708" y="1238250"/>
                  </a:lnTo>
                  <a:cubicBezTo>
                    <a:pt x="1848803" y="1241108"/>
                    <a:pt x="1847850" y="1244917"/>
                    <a:pt x="1846898" y="1247775"/>
                  </a:cubicBezTo>
                  <a:lnTo>
                    <a:pt x="59055" y="1247775"/>
                  </a:lnTo>
                  <a:cubicBezTo>
                    <a:pt x="57150" y="1244917"/>
                    <a:pt x="56197" y="1241108"/>
                    <a:pt x="55245" y="1238250"/>
                  </a:cubicBezTo>
                  <a:close/>
                  <a:moveTo>
                    <a:pt x="40004" y="1190625"/>
                  </a:moveTo>
                  <a:lnTo>
                    <a:pt x="1865947" y="1190625"/>
                  </a:lnTo>
                  <a:cubicBezTo>
                    <a:pt x="1864994" y="1193483"/>
                    <a:pt x="1864042" y="1197292"/>
                    <a:pt x="1863089" y="1200150"/>
                  </a:cubicBezTo>
                  <a:lnTo>
                    <a:pt x="42862" y="1200150"/>
                  </a:lnTo>
                  <a:cubicBezTo>
                    <a:pt x="41909" y="1197292"/>
                    <a:pt x="40957" y="1193483"/>
                    <a:pt x="40004" y="1190625"/>
                  </a:cubicBezTo>
                  <a:close/>
                  <a:moveTo>
                    <a:pt x="26669" y="1143000"/>
                  </a:moveTo>
                  <a:lnTo>
                    <a:pt x="1878329" y="1143000"/>
                  </a:lnTo>
                  <a:cubicBezTo>
                    <a:pt x="1878329" y="1145858"/>
                    <a:pt x="1877377" y="1149667"/>
                    <a:pt x="1876424" y="1152525"/>
                  </a:cubicBezTo>
                  <a:lnTo>
                    <a:pt x="29526" y="1152525"/>
                  </a:lnTo>
                  <a:cubicBezTo>
                    <a:pt x="28574" y="1149667"/>
                    <a:pt x="27622" y="1145858"/>
                    <a:pt x="26669" y="1143000"/>
                  </a:cubicBezTo>
                  <a:close/>
                  <a:moveTo>
                    <a:pt x="16192" y="1095375"/>
                  </a:moveTo>
                  <a:lnTo>
                    <a:pt x="1888807" y="1095375"/>
                  </a:lnTo>
                  <a:cubicBezTo>
                    <a:pt x="1887855" y="1098233"/>
                    <a:pt x="1887855" y="1102042"/>
                    <a:pt x="1886902" y="1104900"/>
                  </a:cubicBezTo>
                  <a:lnTo>
                    <a:pt x="18097" y="1104900"/>
                  </a:lnTo>
                  <a:cubicBezTo>
                    <a:pt x="17144" y="1102042"/>
                    <a:pt x="17144" y="1098233"/>
                    <a:pt x="16192" y="1095375"/>
                  </a:cubicBezTo>
                  <a:close/>
                  <a:moveTo>
                    <a:pt x="8572" y="1047750"/>
                  </a:moveTo>
                  <a:lnTo>
                    <a:pt x="1896427" y="1047750"/>
                  </a:lnTo>
                  <a:cubicBezTo>
                    <a:pt x="1896427" y="1050608"/>
                    <a:pt x="1895475" y="1054417"/>
                    <a:pt x="1895475" y="1057275"/>
                  </a:cubicBezTo>
                  <a:lnTo>
                    <a:pt x="9525" y="1057275"/>
                  </a:lnTo>
                  <a:cubicBezTo>
                    <a:pt x="9525" y="1054417"/>
                    <a:pt x="8572" y="1050608"/>
                    <a:pt x="8572" y="1047750"/>
                  </a:cubicBezTo>
                  <a:close/>
                  <a:moveTo>
                    <a:pt x="3810" y="1000125"/>
                  </a:moveTo>
                  <a:lnTo>
                    <a:pt x="1902143" y="1000125"/>
                  </a:lnTo>
                  <a:cubicBezTo>
                    <a:pt x="1902143" y="1002983"/>
                    <a:pt x="1901190" y="1006792"/>
                    <a:pt x="1901190" y="1009650"/>
                  </a:cubicBezTo>
                  <a:lnTo>
                    <a:pt x="4762" y="1009650"/>
                  </a:lnTo>
                  <a:cubicBezTo>
                    <a:pt x="4762" y="1006792"/>
                    <a:pt x="3810" y="1002983"/>
                    <a:pt x="3810" y="1000125"/>
                  </a:cubicBezTo>
                  <a:close/>
                  <a:moveTo>
                    <a:pt x="952" y="952500"/>
                  </a:moveTo>
                  <a:lnTo>
                    <a:pt x="1904047" y="952500"/>
                  </a:lnTo>
                  <a:cubicBezTo>
                    <a:pt x="1904047" y="955358"/>
                    <a:pt x="1904047" y="959167"/>
                    <a:pt x="1904047" y="962025"/>
                  </a:cubicBezTo>
                  <a:lnTo>
                    <a:pt x="952" y="962025"/>
                  </a:lnTo>
                  <a:cubicBezTo>
                    <a:pt x="952" y="959167"/>
                    <a:pt x="952" y="955358"/>
                    <a:pt x="952" y="952500"/>
                  </a:cubicBezTo>
                  <a:close/>
                  <a:moveTo>
                    <a:pt x="0" y="904875"/>
                  </a:moveTo>
                  <a:lnTo>
                    <a:pt x="1905000" y="904875"/>
                  </a:lnTo>
                  <a:cubicBezTo>
                    <a:pt x="1905000" y="907733"/>
                    <a:pt x="1905000" y="911542"/>
                    <a:pt x="1905000" y="914400"/>
                  </a:cubicBezTo>
                  <a:lnTo>
                    <a:pt x="0" y="914400"/>
                  </a:lnTo>
                  <a:cubicBezTo>
                    <a:pt x="0" y="911542"/>
                    <a:pt x="0" y="907733"/>
                    <a:pt x="0" y="904875"/>
                  </a:cubicBezTo>
                  <a:close/>
                  <a:moveTo>
                    <a:pt x="1905" y="857250"/>
                  </a:moveTo>
                  <a:lnTo>
                    <a:pt x="1902142" y="857250"/>
                  </a:lnTo>
                  <a:cubicBezTo>
                    <a:pt x="1903095" y="860108"/>
                    <a:pt x="1903095" y="863917"/>
                    <a:pt x="1903095" y="866775"/>
                  </a:cubicBezTo>
                  <a:lnTo>
                    <a:pt x="952" y="866775"/>
                  </a:lnTo>
                  <a:cubicBezTo>
                    <a:pt x="1905" y="863917"/>
                    <a:pt x="1905" y="860108"/>
                    <a:pt x="1905" y="857250"/>
                  </a:cubicBezTo>
                  <a:close/>
                  <a:moveTo>
                    <a:pt x="6667" y="809625"/>
                  </a:moveTo>
                  <a:lnTo>
                    <a:pt x="1899285" y="809625"/>
                  </a:lnTo>
                  <a:cubicBezTo>
                    <a:pt x="1899285" y="812483"/>
                    <a:pt x="1900238" y="816292"/>
                    <a:pt x="1900238" y="819150"/>
                  </a:cubicBezTo>
                  <a:lnTo>
                    <a:pt x="5715" y="819150"/>
                  </a:lnTo>
                  <a:cubicBezTo>
                    <a:pt x="5715" y="816292"/>
                    <a:pt x="6667" y="812483"/>
                    <a:pt x="6667" y="809625"/>
                  </a:cubicBezTo>
                  <a:close/>
                  <a:moveTo>
                    <a:pt x="13335" y="762000"/>
                  </a:moveTo>
                  <a:lnTo>
                    <a:pt x="1891665" y="762000"/>
                  </a:lnTo>
                  <a:cubicBezTo>
                    <a:pt x="1892618" y="764858"/>
                    <a:pt x="1892618" y="768667"/>
                    <a:pt x="1893570" y="771525"/>
                  </a:cubicBezTo>
                  <a:lnTo>
                    <a:pt x="11430" y="771525"/>
                  </a:lnTo>
                  <a:cubicBezTo>
                    <a:pt x="12382" y="768667"/>
                    <a:pt x="12382" y="764858"/>
                    <a:pt x="13335" y="762000"/>
                  </a:cubicBezTo>
                  <a:close/>
                  <a:moveTo>
                    <a:pt x="21907" y="714375"/>
                  </a:moveTo>
                  <a:lnTo>
                    <a:pt x="1883092" y="714375"/>
                  </a:lnTo>
                  <a:cubicBezTo>
                    <a:pt x="1884045" y="717233"/>
                    <a:pt x="1884045" y="721042"/>
                    <a:pt x="1884997" y="723900"/>
                  </a:cubicBezTo>
                  <a:lnTo>
                    <a:pt x="20002" y="723900"/>
                  </a:lnTo>
                  <a:cubicBezTo>
                    <a:pt x="20955" y="721042"/>
                    <a:pt x="20955" y="717233"/>
                    <a:pt x="21907" y="714375"/>
                  </a:cubicBezTo>
                  <a:close/>
                  <a:moveTo>
                    <a:pt x="34289" y="666750"/>
                  </a:moveTo>
                  <a:lnTo>
                    <a:pt x="1870710" y="666750"/>
                  </a:lnTo>
                  <a:cubicBezTo>
                    <a:pt x="1871662" y="669608"/>
                    <a:pt x="1872615" y="673417"/>
                    <a:pt x="1873567" y="676275"/>
                  </a:cubicBezTo>
                  <a:lnTo>
                    <a:pt x="31432" y="676275"/>
                  </a:lnTo>
                  <a:cubicBezTo>
                    <a:pt x="32385" y="673417"/>
                    <a:pt x="33337" y="669608"/>
                    <a:pt x="34289" y="666750"/>
                  </a:cubicBezTo>
                  <a:close/>
                  <a:moveTo>
                    <a:pt x="48577" y="619125"/>
                  </a:moveTo>
                  <a:lnTo>
                    <a:pt x="1857375" y="619125"/>
                  </a:lnTo>
                  <a:cubicBezTo>
                    <a:pt x="1858328" y="621983"/>
                    <a:pt x="1859280" y="625792"/>
                    <a:pt x="1860233" y="628650"/>
                  </a:cubicBezTo>
                  <a:lnTo>
                    <a:pt x="45720" y="628650"/>
                  </a:lnTo>
                  <a:cubicBezTo>
                    <a:pt x="46672" y="625792"/>
                    <a:pt x="47625" y="621983"/>
                    <a:pt x="48577" y="619125"/>
                  </a:cubicBezTo>
                  <a:close/>
                  <a:moveTo>
                    <a:pt x="65722" y="571500"/>
                  </a:moveTo>
                  <a:lnTo>
                    <a:pt x="1839277" y="571500"/>
                  </a:lnTo>
                  <a:cubicBezTo>
                    <a:pt x="1840230" y="574357"/>
                    <a:pt x="1842135" y="578168"/>
                    <a:pt x="1843087" y="581025"/>
                  </a:cubicBezTo>
                  <a:lnTo>
                    <a:pt x="61912" y="581025"/>
                  </a:lnTo>
                  <a:cubicBezTo>
                    <a:pt x="62864" y="578168"/>
                    <a:pt x="64770" y="574357"/>
                    <a:pt x="65722" y="571500"/>
                  </a:cubicBezTo>
                  <a:close/>
                  <a:moveTo>
                    <a:pt x="85725" y="523875"/>
                  </a:moveTo>
                  <a:lnTo>
                    <a:pt x="1819275" y="523875"/>
                  </a:lnTo>
                  <a:cubicBezTo>
                    <a:pt x="1820227" y="526732"/>
                    <a:pt x="1822132" y="530543"/>
                    <a:pt x="1823085" y="533400"/>
                  </a:cubicBezTo>
                  <a:lnTo>
                    <a:pt x="80962" y="533400"/>
                  </a:lnTo>
                  <a:cubicBezTo>
                    <a:pt x="82867" y="530543"/>
                    <a:pt x="83820" y="526732"/>
                    <a:pt x="85725" y="523875"/>
                  </a:cubicBezTo>
                  <a:close/>
                  <a:moveTo>
                    <a:pt x="109538" y="476250"/>
                  </a:moveTo>
                  <a:lnTo>
                    <a:pt x="1796415" y="476250"/>
                  </a:lnTo>
                  <a:cubicBezTo>
                    <a:pt x="1798320" y="479107"/>
                    <a:pt x="1799273" y="482918"/>
                    <a:pt x="1801178" y="485775"/>
                  </a:cubicBezTo>
                  <a:lnTo>
                    <a:pt x="104775" y="485775"/>
                  </a:lnTo>
                  <a:cubicBezTo>
                    <a:pt x="105728" y="482918"/>
                    <a:pt x="107633" y="479107"/>
                    <a:pt x="109538" y="476250"/>
                  </a:cubicBezTo>
                  <a:close/>
                  <a:moveTo>
                    <a:pt x="136207" y="428625"/>
                  </a:moveTo>
                  <a:lnTo>
                    <a:pt x="1768792" y="428625"/>
                  </a:lnTo>
                  <a:cubicBezTo>
                    <a:pt x="1770697" y="431482"/>
                    <a:pt x="1772602" y="435293"/>
                    <a:pt x="1774507" y="438150"/>
                  </a:cubicBezTo>
                  <a:lnTo>
                    <a:pt x="130492" y="438150"/>
                  </a:lnTo>
                  <a:cubicBezTo>
                    <a:pt x="132397" y="435293"/>
                    <a:pt x="134302" y="431482"/>
                    <a:pt x="136207" y="428625"/>
                  </a:cubicBezTo>
                  <a:close/>
                  <a:moveTo>
                    <a:pt x="166687" y="381000"/>
                  </a:moveTo>
                  <a:lnTo>
                    <a:pt x="1738312" y="381000"/>
                  </a:lnTo>
                  <a:cubicBezTo>
                    <a:pt x="1741169" y="383857"/>
                    <a:pt x="1743074" y="387668"/>
                    <a:pt x="1744979" y="390525"/>
                  </a:cubicBezTo>
                  <a:lnTo>
                    <a:pt x="160019" y="390525"/>
                  </a:lnTo>
                  <a:cubicBezTo>
                    <a:pt x="162877" y="387668"/>
                    <a:pt x="164782" y="383857"/>
                    <a:pt x="166687" y="381000"/>
                  </a:cubicBezTo>
                  <a:close/>
                  <a:moveTo>
                    <a:pt x="201929" y="333375"/>
                  </a:moveTo>
                  <a:lnTo>
                    <a:pt x="1704022" y="333375"/>
                  </a:lnTo>
                  <a:cubicBezTo>
                    <a:pt x="1706879" y="336232"/>
                    <a:pt x="1708784" y="340043"/>
                    <a:pt x="1711642" y="342900"/>
                  </a:cubicBezTo>
                  <a:lnTo>
                    <a:pt x="194309" y="342900"/>
                  </a:lnTo>
                  <a:cubicBezTo>
                    <a:pt x="197167" y="340043"/>
                    <a:pt x="199072" y="336232"/>
                    <a:pt x="201929" y="333375"/>
                  </a:cubicBezTo>
                  <a:close/>
                  <a:moveTo>
                    <a:pt x="240981" y="285750"/>
                  </a:moveTo>
                  <a:lnTo>
                    <a:pt x="1664017" y="285750"/>
                  </a:lnTo>
                  <a:cubicBezTo>
                    <a:pt x="1666874" y="288607"/>
                    <a:pt x="1669732" y="292418"/>
                    <a:pt x="1672589" y="295275"/>
                  </a:cubicBezTo>
                  <a:lnTo>
                    <a:pt x="232409" y="295275"/>
                  </a:lnTo>
                  <a:cubicBezTo>
                    <a:pt x="235267" y="292418"/>
                    <a:pt x="238124" y="288607"/>
                    <a:pt x="240981" y="285750"/>
                  </a:cubicBezTo>
                  <a:close/>
                  <a:moveTo>
                    <a:pt x="286702" y="238125"/>
                  </a:moveTo>
                  <a:lnTo>
                    <a:pt x="1619250" y="238125"/>
                  </a:lnTo>
                  <a:cubicBezTo>
                    <a:pt x="1622107" y="240982"/>
                    <a:pt x="1625917" y="244793"/>
                    <a:pt x="1628775" y="247650"/>
                  </a:cubicBezTo>
                  <a:lnTo>
                    <a:pt x="277177" y="247650"/>
                  </a:lnTo>
                  <a:cubicBezTo>
                    <a:pt x="280034" y="244793"/>
                    <a:pt x="282892" y="240982"/>
                    <a:pt x="286702" y="238125"/>
                  </a:cubicBezTo>
                  <a:close/>
                  <a:moveTo>
                    <a:pt x="339090" y="190500"/>
                  </a:moveTo>
                  <a:lnTo>
                    <a:pt x="1565910" y="190500"/>
                  </a:lnTo>
                  <a:cubicBezTo>
                    <a:pt x="1569720" y="193357"/>
                    <a:pt x="1573530" y="197168"/>
                    <a:pt x="1577340" y="200025"/>
                  </a:cubicBezTo>
                  <a:lnTo>
                    <a:pt x="327660" y="200025"/>
                  </a:lnTo>
                  <a:cubicBezTo>
                    <a:pt x="331470" y="197168"/>
                    <a:pt x="335280" y="193357"/>
                    <a:pt x="339090" y="190500"/>
                  </a:cubicBezTo>
                  <a:close/>
                  <a:moveTo>
                    <a:pt x="400049" y="142875"/>
                  </a:moveTo>
                  <a:lnTo>
                    <a:pt x="1503997" y="142875"/>
                  </a:lnTo>
                  <a:cubicBezTo>
                    <a:pt x="1508759" y="145733"/>
                    <a:pt x="1512569" y="149542"/>
                    <a:pt x="1517332" y="152400"/>
                  </a:cubicBezTo>
                  <a:lnTo>
                    <a:pt x="386714" y="152400"/>
                  </a:lnTo>
                  <a:cubicBezTo>
                    <a:pt x="391477" y="149542"/>
                    <a:pt x="395287" y="145733"/>
                    <a:pt x="400049" y="142875"/>
                  </a:cubicBezTo>
                  <a:close/>
                  <a:moveTo>
                    <a:pt x="474345" y="95250"/>
                  </a:moveTo>
                  <a:lnTo>
                    <a:pt x="1429702" y="95250"/>
                  </a:lnTo>
                  <a:cubicBezTo>
                    <a:pt x="1435417" y="98108"/>
                    <a:pt x="1440180" y="101917"/>
                    <a:pt x="1445895" y="104775"/>
                  </a:cubicBezTo>
                  <a:lnTo>
                    <a:pt x="458152" y="104775"/>
                  </a:lnTo>
                  <a:cubicBezTo>
                    <a:pt x="463867" y="101917"/>
                    <a:pt x="468630" y="98108"/>
                    <a:pt x="474345" y="95250"/>
                  </a:cubicBezTo>
                  <a:close/>
                  <a:moveTo>
                    <a:pt x="568642" y="47625"/>
                  </a:moveTo>
                  <a:lnTo>
                    <a:pt x="1337309" y="47625"/>
                  </a:lnTo>
                  <a:cubicBezTo>
                    <a:pt x="1343977" y="50483"/>
                    <a:pt x="1351597" y="54292"/>
                    <a:pt x="1358265" y="57150"/>
                  </a:cubicBezTo>
                  <a:lnTo>
                    <a:pt x="547687" y="57150"/>
                  </a:lnTo>
                  <a:cubicBezTo>
                    <a:pt x="554355" y="54292"/>
                    <a:pt x="561975" y="50483"/>
                    <a:pt x="568642" y="47625"/>
                  </a:cubicBezTo>
                  <a:close/>
                  <a:moveTo>
                    <a:pt x="702945" y="0"/>
                  </a:moveTo>
                  <a:lnTo>
                    <a:pt x="1203960" y="0"/>
                  </a:lnTo>
                  <a:cubicBezTo>
                    <a:pt x="1214438" y="2858"/>
                    <a:pt x="1225867" y="5715"/>
                    <a:pt x="1236345" y="9525"/>
                  </a:cubicBezTo>
                  <a:lnTo>
                    <a:pt x="670560" y="9525"/>
                  </a:lnTo>
                  <a:cubicBezTo>
                    <a:pt x="681037" y="5715"/>
                    <a:pt x="692467" y="2858"/>
                    <a:pt x="702945" y="0"/>
                  </a:cubicBezTo>
                  <a:close/>
                </a:path>
              </a:pathLst>
            </a:custGeom>
            <a:grpFill/>
            <a:ln w="14015" cap="flat">
              <a:noFill/>
              <a:prstDash val="solid"/>
              <a:miter/>
            </a:ln>
          </p:spPr>
          <p:txBody>
            <a:bodyPr rtlCol="0" anchor="ctr"/>
            <a:lstStyle/>
            <a:p>
              <a:pPr lvl="0"/>
              <a:endParaRPr lang="zh-CN" altLang="en-US"/>
            </a:p>
          </p:txBody>
        </p:sp>
        <p:sp>
          <p:nvSpPr>
            <p:cNvPr id="8" name="任意多边形: 形状 7"/>
            <p:cNvSpPr/>
            <p:nvPr/>
          </p:nvSpPr>
          <p:spPr>
            <a:xfrm>
              <a:off x="9421670" y="0"/>
              <a:ext cx="2770331" cy="1398732"/>
            </a:xfrm>
            <a:custGeom>
              <a:avLst/>
              <a:gdLst>
                <a:gd name="connsiteX0" fmla="*/ 685 w 2770331"/>
                <a:gd name="connsiteY0" fmla="*/ 0 h 1398732"/>
                <a:gd name="connsiteX1" fmla="*/ 2769647 w 2770331"/>
                <a:gd name="connsiteY1" fmla="*/ 0 h 1398732"/>
                <a:gd name="connsiteX2" fmla="*/ 2770331 w 2770331"/>
                <a:gd name="connsiteY2" fmla="*/ 13546 h 1398732"/>
                <a:gd name="connsiteX3" fmla="*/ 2770331 w 2770331"/>
                <a:gd name="connsiteY3" fmla="*/ 13586 h 1398732"/>
                <a:gd name="connsiteX4" fmla="*/ 2763181 w 2770331"/>
                <a:gd name="connsiteY4" fmla="*/ 155191 h 1398732"/>
                <a:gd name="connsiteX5" fmla="*/ 1385167 w 2770331"/>
                <a:gd name="connsiteY5" fmla="*/ 1398732 h 1398732"/>
                <a:gd name="connsiteX6" fmla="*/ 0 w 2770331"/>
                <a:gd name="connsiteY6" fmla="*/ 13566 h 1398732"/>
                <a:gd name="connsiteX7" fmla="*/ 685 w 2770331"/>
                <a:gd name="connsiteY7" fmla="*/ 0 h 13987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770331" h="1398732">
                  <a:moveTo>
                    <a:pt x="685" y="0"/>
                  </a:moveTo>
                  <a:lnTo>
                    <a:pt x="2769647" y="0"/>
                  </a:lnTo>
                  <a:lnTo>
                    <a:pt x="2770331" y="13546"/>
                  </a:lnTo>
                  <a:lnTo>
                    <a:pt x="2770331" y="13586"/>
                  </a:lnTo>
                  <a:lnTo>
                    <a:pt x="2763181" y="155191"/>
                  </a:lnTo>
                  <a:cubicBezTo>
                    <a:pt x="2692246" y="853670"/>
                    <a:pt x="2102359" y="1398732"/>
                    <a:pt x="1385167" y="1398732"/>
                  </a:cubicBezTo>
                  <a:cubicBezTo>
                    <a:pt x="620160" y="1398732"/>
                    <a:pt x="0" y="778572"/>
                    <a:pt x="0" y="13566"/>
                  </a:cubicBezTo>
                  <a:lnTo>
                    <a:pt x="685" y="0"/>
                  </a:lnTo>
                  <a:close/>
                </a:path>
              </a:pathLst>
            </a:custGeom>
            <a:grpFill/>
            <a:ln w="11088" cap="flat">
              <a:noFill/>
              <a:prstDash val="solid"/>
              <a:miter/>
            </a:ln>
          </p:spPr>
          <p:txBody>
            <a:bodyPr rtlCol="0" anchor="ctr"/>
            <a:lstStyle/>
            <a:p>
              <a:pPr lvl="0"/>
              <a:endParaRPr lang="zh-CN" altLang="en-US"/>
            </a:p>
          </p:txBody>
        </p:sp>
        <p:sp>
          <p:nvSpPr>
            <p:cNvPr id="9" name="任意多边形: 形状 8"/>
            <p:cNvSpPr/>
            <p:nvPr/>
          </p:nvSpPr>
          <p:spPr>
            <a:xfrm>
              <a:off x="5252643" y="3384444"/>
              <a:ext cx="4217150" cy="3473556"/>
            </a:xfrm>
            <a:custGeom>
              <a:avLst/>
              <a:gdLst>
                <a:gd name="connsiteX0" fmla="*/ 2852892 w 4217150"/>
                <a:gd name="connsiteY0" fmla="*/ 466 h 3473556"/>
                <a:gd name="connsiteX1" fmla="*/ 3516107 w 4217150"/>
                <a:gd name="connsiteY1" fmla="*/ 187901 h 3473556"/>
                <a:gd name="connsiteX2" fmla="*/ 4029249 w 4217150"/>
                <a:gd name="connsiteY2" fmla="*/ 2103072 h 3473556"/>
                <a:gd name="connsiteX3" fmla="*/ 3237888 w 4217150"/>
                <a:gd name="connsiteY3" fmla="*/ 3473556 h 3473556"/>
                <a:gd name="connsiteX4" fmla="*/ 0 w 4217150"/>
                <a:gd name="connsiteY4" fmla="*/ 3473556 h 3473556"/>
                <a:gd name="connsiteX5" fmla="*/ 1600936 w 4217150"/>
                <a:gd name="connsiteY5" fmla="*/ 701044 h 3473556"/>
                <a:gd name="connsiteX6" fmla="*/ 2852892 w 4217150"/>
                <a:gd name="connsiteY6" fmla="*/ 466 h 34735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217150" h="3473556">
                  <a:moveTo>
                    <a:pt x="2852892" y="466"/>
                  </a:moveTo>
                  <a:cubicBezTo>
                    <a:pt x="3078904" y="6295"/>
                    <a:pt x="3306679" y="66976"/>
                    <a:pt x="3516107" y="187901"/>
                  </a:cubicBezTo>
                  <a:cubicBezTo>
                    <a:pt x="4186277" y="574861"/>
                    <a:pt x="4416209" y="1432902"/>
                    <a:pt x="4029249" y="2103072"/>
                  </a:cubicBezTo>
                  <a:lnTo>
                    <a:pt x="3237888" y="3473556"/>
                  </a:lnTo>
                  <a:lnTo>
                    <a:pt x="0" y="3473556"/>
                  </a:lnTo>
                  <a:lnTo>
                    <a:pt x="1600936" y="701044"/>
                  </a:lnTo>
                  <a:cubicBezTo>
                    <a:pt x="1866971" y="240302"/>
                    <a:pt x="2355666" y="-12359"/>
                    <a:pt x="2852892" y="466"/>
                  </a:cubicBezTo>
                  <a:close/>
                </a:path>
              </a:pathLst>
            </a:custGeom>
            <a:grpFill/>
            <a:ln w="14015" cap="flat">
              <a:noFill/>
              <a:prstDash val="solid"/>
              <a:miter/>
            </a:ln>
          </p:spPr>
          <p:txBody>
            <a:bodyPr rtlCol="0" anchor="ctr"/>
            <a:lstStyle/>
            <a:p>
              <a:pPr lvl="0"/>
              <a:endParaRPr lang="zh-CN" altLang="en-US"/>
            </a:p>
          </p:txBody>
        </p:sp>
      </p:grpSp>
    </p:spTree>
    <p:custDataLst>
      <p:tags r:id="rId1"/>
    </p:custDataLst>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05" name="文本框 604"/>
          <p:cNvSpPr txBox="1"/>
          <p:nvPr/>
        </p:nvSpPr>
        <p:spPr>
          <a:xfrm>
            <a:off x="985798" y="5464421"/>
            <a:ext cx="2558947" cy="400110"/>
          </a:xfrm>
          <a:prstGeom prst="rect">
            <a:avLst/>
          </a:prstGeom>
          <a:noFill/>
        </p:spPr>
        <p:txBody>
          <a:bodyPr wrap="square" rtlCol="0" anchor="ctr">
            <a:spAutoFit/>
          </a:bodyPr>
          <a:lstStyle/>
          <a:p>
            <a:r>
              <a:rPr lang="zh-CN" altLang="en-US" sz="1000">
                <a:solidFill>
                  <a:srgbClr val="2F2F2F"/>
                </a:solidFill>
              </a:rPr>
              <a:t>使用 </a:t>
            </a:r>
            <a:r>
              <a:rPr lang="en-US" altLang="zh-CN" sz="1000">
                <a:solidFill>
                  <a:srgbClr val="2F2F2F"/>
                </a:solidFill>
              </a:rPr>
              <a:t>i</a:t>
            </a:r>
            <a:r>
              <a:rPr lang="en-US" altLang="zh-CN" sz="100">
                <a:solidFill>
                  <a:srgbClr val="2F2F2F"/>
                </a:solidFill>
              </a:rPr>
              <a:t> </a:t>
            </a:r>
            <a:r>
              <a:rPr lang="en-US" altLang="zh-CN" sz="1000">
                <a:solidFill>
                  <a:srgbClr val="2F2F2F"/>
                </a:solidFill>
              </a:rPr>
              <a:t>Slide</a:t>
            </a:r>
            <a:r>
              <a:rPr lang="en-US" altLang="zh-CN" sz="1000" dirty="0">
                <a:solidFill>
                  <a:srgbClr val="2F2F2F"/>
                </a:solidFill>
              </a:rPr>
              <a:t>【</a:t>
            </a:r>
            <a:r>
              <a:rPr lang="zh-CN" altLang="en-US" sz="1000" dirty="0">
                <a:solidFill>
                  <a:srgbClr val="2F2F2F"/>
                </a:solidFill>
              </a:rPr>
              <a:t>图示库</a:t>
            </a:r>
            <a:r>
              <a:rPr lang="en-US" altLang="zh-CN" sz="1000" dirty="0">
                <a:solidFill>
                  <a:srgbClr val="2F2F2F"/>
                </a:solidFill>
              </a:rPr>
              <a:t>】</a:t>
            </a:r>
            <a:r>
              <a:rPr lang="zh-CN" altLang="en-US" sz="1000" dirty="0">
                <a:solidFill>
                  <a:srgbClr val="2F2F2F"/>
                </a:solidFill>
              </a:rPr>
              <a:t>筛选图示</a:t>
            </a:r>
            <a:endParaRPr lang="en-US" altLang="zh-CN" sz="1000" dirty="0">
              <a:solidFill>
                <a:srgbClr val="2F2F2F"/>
              </a:solidFill>
            </a:endParaRPr>
          </a:p>
          <a:p>
            <a:r>
              <a:rPr lang="en-US" altLang="zh-CN" sz="1000" dirty="0">
                <a:solidFill>
                  <a:srgbClr val="2F2F2F"/>
                </a:solidFill>
              </a:rPr>
              <a:t>Search diagrams in iSlide Diagram Library</a:t>
            </a:r>
            <a:endParaRPr lang="zh-CN" altLang="en-US" sz="1000" dirty="0">
              <a:solidFill>
                <a:srgbClr val="2F2F2F"/>
              </a:solidFill>
            </a:endParaRPr>
          </a:p>
        </p:txBody>
      </p:sp>
      <p:sp>
        <p:nvSpPr>
          <p:cNvPr id="606" name="椭圆 605"/>
          <p:cNvSpPr/>
          <p:nvPr/>
        </p:nvSpPr>
        <p:spPr>
          <a:xfrm>
            <a:off x="660400" y="5526305"/>
            <a:ext cx="276343" cy="276341"/>
          </a:xfrm>
          <a:prstGeom prst="ellipse">
            <a:avLst/>
          </a:prstGeom>
          <a:solidFill>
            <a:srgbClr val="2F2F2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t>1</a:t>
            </a:r>
            <a:endParaRPr lang="zh-CN" altLang="en-US" sz="1200" dirty="0"/>
          </a:p>
        </p:txBody>
      </p:sp>
      <p:sp>
        <p:nvSpPr>
          <p:cNvPr id="608" name="文本框 607"/>
          <p:cNvSpPr txBox="1"/>
          <p:nvPr/>
        </p:nvSpPr>
        <p:spPr>
          <a:xfrm>
            <a:off x="4677199" y="5464437"/>
            <a:ext cx="5284056" cy="400110"/>
          </a:xfrm>
          <a:prstGeom prst="rect">
            <a:avLst/>
          </a:prstGeom>
          <a:noFill/>
        </p:spPr>
        <p:txBody>
          <a:bodyPr wrap="square" rtlCol="0" anchor="ctr">
            <a:spAutoFit/>
          </a:bodyPr>
          <a:lstStyle/>
          <a:p>
            <a:r>
              <a:rPr lang="zh-CN" altLang="en-US" sz="1000" dirty="0">
                <a:solidFill>
                  <a:srgbClr val="2F2F2F"/>
                </a:solidFill>
              </a:rPr>
              <a:t>选择图示插入</a:t>
            </a:r>
            <a:r>
              <a:rPr lang="zh-CN" altLang="en-US" sz="1000">
                <a:solidFill>
                  <a:srgbClr val="2F2F2F"/>
                </a:solidFill>
              </a:rPr>
              <a:t>当前 </a:t>
            </a:r>
            <a:r>
              <a:rPr lang="zh-CN" altLang="en-US" sz="100">
                <a:solidFill>
                  <a:srgbClr val="2F2F2F"/>
                </a:solidFill>
              </a:rPr>
              <a:t> </a:t>
            </a:r>
            <a:r>
              <a:rPr lang="en-US" altLang="zh-CN" sz="1000">
                <a:solidFill>
                  <a:srgbClr val="2F2F2F"/>
                </a:solidFill>
              </a:rPr>
              <a:t>PPT </a:t>
            </a:r>
            <a:r>
              <a:rPr lang="zh-CN" altLang="en-US" sz="1000" dirty="0">
                <a:solidFill>
                  <a:srgbClr val="2F2F2F"/>
                </a:solidFill>
              </a:rPr>
              <a:t>主题，编辑修改文字，替换图标或填充图片</a:t>
            </a:r>
            <a:endParaRPr lang="en-US" altLang="zh-CN" sz="1000" dirty="0">
              <a:solidFill>
                <a:srgbClr val="2F2F2F"/>
              </a:solidFill>
            </a:endParaRPr>
          </a:p>
          <a:p>
            <a:r>
              <a:rPr lang="en-US" altLang="zh-CN" sz="1000" dirty="0">
                <a:solidFill>
                  <a:srgbClr val="2F2F2F"/>
                </a:solidFill>
              </a:rPr>
              <a:t>Click to insert diagram into current slide, then edit text, replace icons or fill pictures</a:t>
            </a:r>
            <a:endParaRPr lang="zh-CN" altLang="en-US" sz="1000" dirty="0">
              <a:solidFill>
                <a:srgbClr val="2F2F2F"/>
              </a:solidFill>
            </a:endParaRPr>
          </a:p>
        </p:txBody>
      </p:sp>
      <p:sp>
        <p:nvSpPr>
          <p:cNvPr id="609" name="椭圆 608"/>
          <p:cNvSpPr/>
          <p:nvPr/>
        </p:nvSpPr>
        <p:spPr>
          <a:xfrm>
            <a:off x="4355743" y="5526320"/>
            <a:ext cx="276343" cy="276343"/>
          </a:xfrm>
          <a:prstGeom prst="ellipse">
            <a:avLst/>
          </a:prstGeom>
          <a:solidFill>
            <a:srgbClr val="2F2F2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t>2</a:t>
            </a:r>
            <a:endParaRPr lang="zh-CN" altLang="en-US" sz="1200" dirty="0"/>
          </a:p>
        </p:txBody>
      </p:sp>
      <p:grpSp>
        <p:nvGrpSpPr>
          <p:cNvPr id="199" name="组合 198"/>
          <p:cNvGrpSpPr/>
          <p:nvPr/>
        </p:nvGrpSpPr>
        <p:grpSpPr>
          <a:xfrm>
            <a:off x="660400" y="1959182"/>
            <a:ext cx="3002400" cy="3002401"/>
            <a:chOff x="677034" y="1959176"/>
            <a:chExt cx="3002400" cy="3002401"/>
          </a:xfrm>
        </p:grpSpPr>
        <p:sp>
          <p:nvSpPr>
            <p:cNvPr id="854" name="矩形 853"/>
            <p:cNvSpPr/>
            <p:nvPr/>
          </p:nvSpPr>
          <p:spPr>
            <a:xfrm>
              <a:off x="677034" y="1959176"/>
              <a:ext cx="3002400" cy="3002400"/>
            </a:xfrm>
            <a:prstGeom prst="rect">
              <a:avLst/>
            </a:prstGeom>
            <a:gradFill>
              <a:gsLst>
                <a:gs pos="80000">
                  <a:schemeClr val="bg1"/>
                </a:gs>
                <a:gs pos="100000">
                  <a:schemeClr val="bg1">
                    <a:alpha val="0"/>
                  </a:schemeClr>
                </a:gs>
              </a:gsLst>
              <a:lin ang="5400000" scaled="1"/>
            </a:gradFill>
            <a:ln w="9525">
              <a:noFill/>
            </a:ln>
            <a:effectLst>
              <a:outerShdw blurRad="63500" sx="102000" sy="102000" algn="ctr" rotWithShape="0">
                <a:srgbClr val="E7E5EA">
                  <a:alpha val="5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grpSp>
          <p:nvGrpSpPr>
            <p:cNvPr id="1175" name="组合 1174"/>
            <p:cNvGrpSpPr/>
            <p:nvPr/>
          </p:nvGrpSpPr>
          <p:grpSpPr>
            <a:xfrm>
              <a:off x="2237046" y="3541481"/>
              <a:ext cx="1322298" cy="743793"/>
              <a:chOff x="795891" y="2682194"/>
              <a:chExt cx="1322298" cy="743793"/>
            </a:xfrm>
          </p:grpSpPr>
          <p:sp>
            <p:nvSpPr>
              <p:cNvPr id="1176" name="矩形: 圆角 1175"/>
              <p:cNvSpPr>
                <a:spLocks noChangeAspect="1"/>
              </p:cNvSpPr>
              <p:nvPr/>
            </p:nvSpPr>
            <p:spPr>
              <a:xfrm>
                <a:off x="795891" y="2682194"/>
                <a:ext cx="1322298" cy="743793"/>
              </a:xfrm>
              <a:prstGeom prst="roundRect">
                <a:avLst>
                  <a:gd name="adj" fmla="val 4418"/>
                </a:avLst>
              </a:prstGeom>
              <a:solidFill>
                <a:schemeClr val="bg1"/>
              </a:solidFill>
              <a:ln w="12700">
                <a:solidFill>
                  <a:srgbClr val="F0EE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1177" name="任意多边形: 形状 1176"/>
              <p:cNvSpPr/>
              <p:nvPr/>
            </p:nvSpPr>
            <p:spPr>
              <a:xfrm>
                <a:off x="795891" y="2682194"/>
                <a:ext cx="1322298" cy="382553"/>
              </a:xfrm>
              <a:custGeom>
                <a:avLst/>
                <a:gdLst>
                  <a:gd name="connsiteX0" fmla="*/ 29553 w 1189177"/>
                  <a:gd name="connsiteY0" fmla="*/ 0 h 385548"/>
                  <a:gd name="connsiteX1" fmla="*/ 1159624 w 1189177"/>
                  <a:gd name="connsiteY1" fmla="*/ 0 h 385548"/>
                  <a:gd name="connsiteX2" fmla="*/ 1189177 w 1189177"/>
                  <a:gd name="connsiteY2" fmla="*/ 29553 h 385548"/>
                  <a:gd name="connsiteX3" fmla="*/ 1189177 w 1189177"/>
                  <a:gd name="connsiteY3" fmla="*/ 385548 h 385548"/>
                  <a:gd name="connsiteX4" fmla="*/ 0 w 1189177"/>
                  <a:gd name="connsiteY4" fmla="*/ 385548 h 385548"/>
                  <a:gd name="connsiteX5" fmla="*/ 0 w 1189177"/>
                  <a:gd name="connsiteY5" fmla="*/ 29553 h 385548"/>
                  <a:gd name="connsiteX6" fmla="*/ 29553 w 1189177"/>
                  <a:gd name="connsiteY6" fmla="*/ 0 h 3855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9177" h="385548">
                    <a:moveTo>
                      <a:pt x="29553" y="0"/>
                    </a:moveTo>
                    <a:lnTo>
                      <a:pt x="1159624" y="0"/>
                    </a:lnTo>
                    <a:cubicBezTo>
                      <a:pt x="1175946" y="0"/>
                      <a:pt x="1189177" y="13231"/>
                      <a:pt x="1189177" y="29553"/>
                    </a:cubicBezTo>
                    <a:lnTo>
                      <a:pt x="1189177" y="385548"/>
                    </a:lnTo>
                    <a:lnTo>
                      <a:pt x="0" y="385548"/>
                    </a:lnTo>
                    <a:lnTo>
                      <a:pt x="0" y="29553"/>
                    </a:lnTo>
                    <a:cubicBezTo>
                      <a:pt x="0" y="13231"/>
                      <a:pt x="13231" y="0"/>
                      <a:pt x="29553" y="0"/>
                    </a:cubicBezTo>
                    <a:close/>
                  </a:path>
                </a:pathLst>
              </a:custGeom>
              <a:solidFill>
                <a:srgbClr val="867D98">
                  <a:lumMod val="20000"/>
                  <a:lumOff val="80000"/>
                </a:srgbClr>
              </a:solidFill>
              <a:ln w="38100" cap="flat" cmpd="sng" algn="ctr">
                <a:noFill/>
                <a:prstDash val="solid"/>
                <a:miter lim="800000"/>
              </a:ln>
              <a:effectLst/>
            </p:spPr>
            <p:txBody>
              <a:bodyPr wrap="square" rtlCol="0" anchor="ctr">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914400">
                  <a:defRPr/>
                </a:pPr>
                <a:endParaRPr lang="zh-CN" altLang="en-US" kern="0" dirty="0">
                  <a:solidFill>
                    <a:srgbClr val="44546A">
                      <a:lumMod val="60000"/>
                      <a:lumOff val="40000"/>
                    </a:srgbClr>
                  </a:solidFill>
                </a:endParaRPr>
              </a:p>
            </p:txBody>
          </p:sp>
          <p:grpSp>
            <p:nvGrpSpPr>
              <p:cNvPr id="1178" name="组合 1177"/>
              <p:cNvGrpSpPr/>
              <p:nvPr/>
            </p:nvGrpSpPr>
            <p:grpSpPr>
              <a:xfrm>
                <a:off x="903307" y="3161290"/>
                <a:ext cx="1107466" cy="151273"/>
                <a:chOff x="890763" y="3168433"/>
                <a:chExt cx="1107466" cy="151273"/>
              </a:xfrm>
            </p:grpSpPr>
            <p:grpSp>
              <p:nvGrpSpPr>
                <p:cNvPr id="1179" name="组合 1178"/>
                <p:cNvGrpSpPr/>
                <p:nvPr/>
              </p:nvGrpSpPr>
              <p:grpSpPr>
                <a:xfrm>
                  <a:off x="890763" y="3168433"/>
                  <a:ext cx="288000" cy="151273"/>
                  <a:chOff x="890763" y="3187237"/>
                  <a:chExt cx="288000" cy="151273"/>
                </a:xfrm>
              </p:grpSpPr>
              <p:sp>
                <p:nvSpPr>
                  <p:cNvPr id="1186" name="矩形 1185"/>
                  <p:cNvSpPr/>
                  <p:nvPr/>
                </p:nvSpPr>
                <p:spPr>
                  <a:xfrm>
                    <a:off x="890763" y="3187237"/>
                    <a:ext cx="288000" cy="54000"/>
                  </a:xfrm>
                  <a:prstGeom prst="rect">
                    <a:avLst/>
                  </a:prstGeom>
                  <a:solidFill>
                    <a:srgbClr val="E7E5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87" name="矩形 1186"/>
                  <p:cNvSpPr/>
                  <p:nvPr/>
                </p:nvSpPr>
                <p:spPr>
                  <a:xfrm>
                    <a:off x="890763" y="3284510"/>
                    <a:ext cx="216000" cy="54000"/>
                  </a:xfrm>
                  <a:prstGeom prst="rect">
                    <a:avLst/>
                  </a:prstGeom>
                  <a:solidFill>
                    <a:srgbClr val="E7E5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1180" name="组合 1179"/>
                <p:cNvGrpSpPr/>
                <p:nvPr/>
              </p:nvGrpSpPr>
              <p:grpSpPr>
                <a:xfrm>
                  <a:off x="1300496" y="3168433"/>
                  <a:ext cx="288000" cy="151273"/>
                  <a:chOff x="890763" y="3187237"/>
                  <a:chExt cx="288000" cy="151273"/>
                </a:xfrm>
              </p:grpSpPr>
              <p:sp>
                <p:nvSpPr>
                  <p:cNvPr id="1184" name="矩形 1183"/>
                  <p:cNvSpPr/>
                  <p:nvPr/>
                </p:nvSpPr>
                <p:spPr>
                  <a:xfrm>
                    <a:off x="890763" y="3187237"/>
                    <a:ext cx="288000" cy="54000"/>
                  </a:xfrm>
                  <a:prstGeom prst="rect">
                    <a:avLst/>
                  </a:prstGeom>
                  <a:solidFill>
                    <a:srgbClr val="E7E5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85" name="矩形 1184"/>
                  <p:cNvSpPr/>
                  <p:nvPr/>
                </p:nvSpPr>
                <p:spPr>
                  <a:xfrm>
                    <a:off x="890763" y="3284510"/>
                    <a:ext cx="216000" cy="54000"/>
                  </a:xfrm>
                  <a:prstGeom prst="rect">
                    <a:avLst/>
                  </a:prstGeom>
                  <a:solidFill>
                    <a:srgbClr val="E7E5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1181" name="组合 1180"/>
                <p:cNvGrpSpPr/>
                <p:nvPr/>
              </p:nvGrpSpPr>
              <p:grpSpPr>
                <a:xfrm>
                  <a:off x="1710229" y="3168433"/>
                  <a:ext cx="288000" cy="151273"/>
                  <a:chOff x="890763" y="3187237"/>
                  <a:chExt cx="288000" cy="151273"/>
                </a:xfrm>
              </p:grpSpPr>
              <p:sp>
                <p:nvSpPr>
                  <p:cNvPr id="1182" name="矩形 1181"/>
                  <p:cNvSpPr/>
                  <p:nvPr/>
                </p:nvSpPr>
                <p:spPr>
                  <a:xfrm>
                    <a:off x="890763" y="3187237"/>
                    <a:ext cx="288000" cy="54000"/>
                  </a:xfrm>
                  <a:prstGeom prst="rect">
                    <a:avLst/>
                  </a:prstGeom>
                  <a:solidFill>
                    <a:srgbClr val="E7E5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83" name="矩形 1182"/>
                  <p:cNvSpPr/>
                  <p:nvPr/>
                </p:nvSpPr>
                <p:spPr>
                  <a:xfrm>
                    <a:off x="890763" y="3284510"/>
                    <a:ext cx="216000" cy="54000"/>
                  </a:xfrm>
                  <a:prstGeom prst="rect">
                    <a:avLst/>
                  </a:prstGeom>
                  <a:solidFill>
                    <a:srgbClr val="E7E5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sp>
          <p:nvSpPr>
            <p:cNvPr id="846" name="矩形 845"/>
            <p:cNvSpPr/>
            <p:nvPr/>
          </p:nvSpPr>
          <p:spPr>
            <a:xfrm>
              <a:off x="677034" y="1964334"/>
              <a:ext cx="3002400" cy="320240"/>
            </a:xfrm>
            <a:prstGeom prst="rect">
              <a:avLst/>
            </a:prstGeom>
            <a:solidFill>
              <a:srgbClr val="B4B4B4"/>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p>
          </p:txBody>
        </p:sp>
        <p:sp>
          <p:nvSpPr>
            <p:cNvPr id="847" name="矩形 846"/>
            <p:cNvSpPr/>
            <p:nvPr/>
          </p:nvSpPr>
          <p:spPr>
            <a:xfrm>
              <a:off x="797125" y="2038897"/>
              <a:ext cx="1436291" cy="153888"/>
            </a:xfrm>
            <a:prstGeom prst="rect">
              <a:avLst/>
            </a:prstGeom>
          </p:spPr>
          <p:txBody>
            <a:bodyPr wrap="none"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1000" kern="0">
                  <a:solidFill>
                    <a:srgbClr val="FFFFFF"/>
                  </a:solidFill>
                </a:rPr>
                <a:t>图示</a:t>
              </a:r>
              <a:r>
                <a:rPr lang="zh-CN" altLang="en-US" sz="100" kern="0">
                  <a:solidFill>
                    <a:srgbClr val="FFFFFF"/>
                  </a:solidFill>
                </a:rPr>
                <a:t> </a:t>
              </a:r>
              <a:r>
                <a:rPr lang="zh-CN" altLang="en-US" sz="1000" kern="0">
                  <a:solidFill>
                    <a:srgbClr val="FFFFFF"/>
                  </a:solidFill>
                </a:rPr>
                <a:t>库 </a:t>
              </a:r>
              <a:r>
                <a:rPr lang="en-US" altLang="zh-CN" sz="1000" kern="0" dirty="0">
                  <a:solidFill>
                    <a:srgbClr val="FFFFFF"/>
                  </a:solidFill>
                </a:rPr>
                <a:t>/ Diagram Library</a:t>
              </a:r>
              <a:endParaRPr lang="zh-CN" altLang="en-US" sz="1000" dirty="0"/>
            </a:p>
          </p:txBody>
        </p:sp>
        <p:sp>
          <p:nvSpPr>
            <p:cNvPr id="848" name="Multiply 213"/>
            <p:cNvSpPr>
              <a:spLocks noChangeAspect="1"/>
            </p:cNvSpPr>
            <p:nvPr/>
          </p:nvSpPr>
          <p:spPr>
            <a:xfrm>
              <a:off x="3465543" y="2068412"/>
              <a:ext cx="112084" cy="112084"/>
            </a:xfrm>
            <a:custGeom>
              <a:avLst/>
              <a:gdLst>
                <a:gd name="T0" fmla="*/ 11040 w 11360"/>
                <a:gd name="T1" fmla="*/ 320 h 11360"/>
                <a:gd name="T2" fmla="*/ 11040 w 11360"/>
                <a:gd name="T3" fmla="*/ 1360 h 11360"/>
                <a:gd name="T4" fmla="*/ 6720 w 11360"/>
                <a:gd name="T5" fmla="*/ 5680 h 11360"/>
                <a:gd name="T6" fmla="*/ 11040 w 11360"/>
                <a:gd name="T7" fmla="*/ 10000 h 11360"/>
                <a:gd name="T8" fmla="*/ 11040 w 11360"/>
                <a:gd name="T9" fmla="*/ 11040 h 11360"/>
                <a:gd name="T10" fmla="*/ 10000 w 11360"/>
                <a:gd name="T11" fmla="*/ 11040 h 11360"/>
                <a:gd name="T12" fmla="*/ 5680 w 11360"/>
                <a:gd name="T13" fmla="*/ 6720 h 11360"/>
                <a:gd name="T14" fmla="*/ 1360 w 11360"/>
                <a:gd name="T15" fmla="*/ 11040 h 11360"/>
                <a:gd name="T16" fmla="*/ 320 w 11360"/>
                <a:gd name="T17" fmla="*/ 11040 h 11360"/>
                <a:gd name="T18" fmla="*/ 320 w 11360"/>
                <a:gd name="T19" fmla="*/ 10000 h 11360"/>
                <a:gd name="T20" fmla="*/ 4640 w 11360"/>
                <a:gd name="T21" fmla="*/ 5680 h 11360"/>
                <a:gd name="T22" fmla="*/ 320 w 11360"/>
                <a:gd name="T23" fmla="*/ 1360 h 11360"/>
                <a:gd name="T24" fmla="*/ 320 w 11360"/>
                <a:gd name="T25" fmla="*/ 320 h 11360"/>
                <a:gd name="T26" fmla="*/ 1360 w 11360"/>
                <a:gd name="T27" fmla="*/ 320 h 11360"/>
                <a:gd name="T28" fmla="*/ 5680 w 11360"/>
                <a:gd name="T29" fmla="*/ 4640 h 11360"/>
                <a:gd name="T30" fmla="*/ 10000 w 11360"/>
                <a:gd name="T31" fmla="*/ 320 h 11360"/>
                <a:gd name="T32" fmla="*/ 11040 w 11360"/>
                <a:gd name="T33" fmla="*/ 320 h 113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1360" h="11360">
                  <a:moveTo>
                    <a:pt x="11040" y="320"/>
                  </a:moveTo>
                  <a:cubicBezTo>
                    <a:pt x="11360" y="640"/>
                    <a:pt x="11360" y="1120"/>
                    <a:pt x="11040" y="1360"/>
                  </a:cubicBezTo>
                  <a:lnTo>
                    <a:pt x="6720" y="5680"/>
                  </a:lnTo>
                  <a:lnTo>
                    <a:pt x="11040" y="10000"/>
                  </a:lnTo>
                  <a:cubicBezTo>
                    <a:pt x="11360" y="10320"/>
                    <a:pt x="11360" y="10800"/>
                    <a:pt x="11040" y="11040"/>
                  </a:cubicBezTo>
                  <a:cubicBezTo>
                    <a:pt x="10720" y="11360"/>
                    <a:pt x="10240" y="11360"/>
                    <a:pt x="10000" y="11040"/>
                  </a:cubicBezTo>
                  <a:lnTo>
                    <a:pt x="5680" y="6720"/>
                  </a:lnTo>
                  <a:lnTo>
                    <a:pt x="1360" y="11040"/>
                  </a:lnTo>
                  <a:cubicBezTo>
                    <a:pt x="1040" y="11360"/>
                    <a:pt x="560" y="11360"/>
                    <a:pt x="320" y="11040"/>
                  </a:cubicBezTo>
                  <a:cubicBezTo>
                    <a:pt x="0" y="10720"/>
                    <a:pt x="0" y="10240"/>
                    <a:pt x="320" y="10000"/>
                  </a:cubicBezTo>
                  <a:lnTo>
                    <a:pt x="4640" y="5680"/>
                  </a:lnTo>
                  <a:lnTo>
                    <a:pt x="320" y="1360"/>
                  </a:lnTo>
                  <a:cubicBezTo>
                    <a:pt x="0" y="1040"/>
                    <a:pt x="0" y="560"/>
                    <a:pt x="320" y="320"/>
                  </a:cubicBezTo>
                  <a:cubicBezTo>
                    <a:pt x="640" y="80"/>
                    <a:pt x="1120" y="0"/>
                    <a:pt x="1360" y="320"/>
                  </a:cubicBezTo>
                  <a:lnTo>
                    <a:pt x="5680" y="4640"/>
                  </a:lnTo>
                  <a:lnTo>
                    <a:pt x="10000" y="320"/>
                  </a:lnTo>
                  <a:cubicBezTo>
                    <a:pt x="10240" y="0"/>
                    <a:pt x="10800" y="0"/>
                    <a:pt x="11040" y="320"/>
                  </a:cubicBezTo>
                  <a:close/>
                </a:path>
              </a:pathLst>
            </a:custGeom>
            <a:solidFill>
              <a:schemeClr val="bg1"/>
            </a:solidFill>
            <a:ln w="12700" cap="flat" cmpd="sng" algn="ctr">
              <a:noFill/>
              <a:prstDash val="solid"/>
              <a:miter lim="800000"/>
            </a:ln>
            <a:effectLst/>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defTabSz="914400">
                <a:defRPr/>
              </a:pPr>
              <a:endParaRPr lang="zh-CN" altLang="en-US" kern="0">
                <a:solidFill>
                  <a:srgbClr val="FFFFFF"/>
                </a:solidFill>
                <a:latin typeface="Arial" panose="020B0604020202020204"/>
                <a:ea typeface="微软雅黑" panose="020B0503020204020204" charset="-122"/>
              </a:endParaRPr>
            </a:p>
          </p:txBody>
        </p:sp>
        <p:grpSp>
          <p:nvGrpSpPr>
            <p:cNvPr id="850" name="组合 849"/>
            <p:cNvGrpSpPr/>
            <p:nvPr/>
          </p:nvGrpSpPr>
          <p:grpSpPr>
            <a:xfrm>
              <a:off x="797124" y="2404170"/>
              <a:ext cx="1205447" cy="160120"/>
              <a:chOff x="4248155" y="2141651"/>
              <a:chExt cx="1084090" cy="144000"/>
            </a:xfrm>
            <a:solidFill>
              <a:srgbClr val="E7E5EA"/>
            </a:solidFill>
          </p:grpSpPr>
          <p:sp>
            <p:nvSpPr>
              <p:cNvPr id="996" name="矩形 995"/>
              <p:cNvSpPr/>
              <p:nvPr/>
            </p:nvSpPr>
            <p:spPr>
              <a:xfrm>
                <a:off x="4248155" y="2141651"/>
                <a:ext cx="288000" cy="144000"/>
              </a:xfrm>
              <a:prstGeom prst="rect">
                <a:avLst/>
              </a:prstGeom>
              <a:solidFill>
                <a:srgbClr val="F0EE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997" name="矩形 996"/>
              <p:cNvSpPr/>
              <p:nvPr/>
            </p:nvSpPr>
            <p:spPr>
              <a:xfrm>
                <a:off x="4648245" y="2141651"/>
                <a:ext cx="288000" cy="144000"/>
              </a:xfrm>
              <a:prstGeom prst="rect">
                <a:avLst/>
              </a:prstGeom>
              <a:solidFill>
                <a:srgbClr val="F0EE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998" name="矩形 997"/>
              <p:cNvSpPr/>
              <p:nvPr/>
            </p:nvSpPr>
            <p:spPr>
              <a:xfrm>
                <a:off x="5044245" y="2141651"/>
                <a:ext cx="288000" cy="144000"/>
              </a:xfrm>
              <a:prstGeom prst="rect">
                <a:avLst/>
              </a:prstGeom>
              <a:solidFill>
                <a:srgbClr val="F0EE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dirty="0"/>
              </a:p>
            </p:txBody>
          </p:sp>
        </p:grpSp>
        <p:grpSp>
          <p:nvGrpSpPr>
            <p:cNvPr id="851" name="组合 850"/>
            <p:cNvGrpSpPr/>
            <p:nvPr/>
          </p:nvGrpSpPr>
          <p:grpSpPr>
            <a:xfrm>
              <a:off x="2797927" y="2404170"/>
              <a:ext cx="761417" cy="160120"/>
              <a:chOff x="6047529" y="2141651"/>
              <a:chExt cx="684762" cy="144000"/>
            </a:xfrm>
            <a:solidFill>
              <a:srgbClr val="E7E5EA"/>
            </a:solidFill>
          </p:grpSpPr>
          <p:sp>
            <p:nvSpPr>
              <p:cNvPr id="994" name="矩形 993"/>
              <p:cNvSpPr/>
              <p:nvPr/>
            </p:nvSpPr>
            <p:spPr>
              <a:xfrm>
                <a:off x="6047529" y="2141651"/>
                <a:ext cx="288000" cy="144000"/>
              </a:xfrm>
              <a:prstGeom prst="rect">
                <a:avLst/>
              </a:prstGeom>
              <a:solidFill>
                <a:srgbClr val="F0EE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995" name="矩形 994"/>
              <p:cNvSpPr/>
              <p:nvPr/>
            </p:nvSpPr>
            <p:spPr>
              <a:xfrm>
                <a:off x="6444291" y="2141651"/>
                <a:ext cx="288000" cy="144000"/>
              </a:xfrm>
              <a:prstGeom prst="rect">
                <a:avLst/>
              </a:prstGeom>
              <a:solidFill>
                <a:srgbClr val="F0EE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grpSp>
        <p:sp>
          <p:nvSpPr>
            <p:cNvPr id="865" name="矩形: 圆角 864"/>
            <p:cNvSpPr>
              <a:spLocks noChangeAspect="1"/>
            </p:cNvSpPr>
            <p:nvPr/>
          </p:nvSpPr>
          <p:spPr>
            <a:xfrm>
              <a:off x="2237046" y="2682194"/>
              <a:ext cx="1322298" cy="743793"/>
            </a:xfrm>
            <a:prstGeom prst="roundRect">
              <a:avLst>
                <a:gd name="adj" fmla="val 4418"/>
              </a:avLst>
            </a:prstGeom>
            <a:solidFill>
              <a:schemeClr val="bg1"/>
            </a:solidFill>
            <a:ln w="12700">
              <a:solidFill>
                <a:srgbClr val="F0EE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dirty="0"/>
            </a:p>
          </p:txBody>
        </p:sp>
        <p:sp>
          <p:nvSpPr>
            <p:cNvPr id="866" name="矩形: 圆角 865"/>
            <p:cNvSpPr>
              <a:spLocks noChangeAspect="1"/>
            </p:cNvSpPr>
            <p:nvPr/>
          </p:nvSpPr>
          <p:spPr>
            <a:xfrm>
              <a:off x="795891" y="3541481"/>
              <a:ext cx="1322298" cy="743793"/>
            </a:xfrm>
            <a:prstGeom prst="roundRect">
              <a:avLst>
                <a:gd name="adj" fmla="val 4418"/>
              </a:avLst>
            </a:prstGeom>
            <a:solidFill>
              <a:schemeClr val="bg1"/>
            </a:solidFill>
            <a:ln w="12700">
              <a:solidFill>
                <a:srgbClr val="F0EE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868" name="矩形: 圆角 867"/>
            <p:cNvSpPr>
              <a:spLocks noChangeAspect="1"/>
            </p:cNvSpPr>
            <p:nvPr/>
          </p:nvSpPr>
          <p:spPr>
            <a:xfrm>
              <a:off x="795891" y="4400769"/>
              <a:ext cx="1322298" cy="560808"/>
            </a:xfrm>
            <a:prstGeom prst="roundRect">
              <a:avLst>
                <a:gd name="adj" fmla="val 4418"/>
              </a:avLst>
            </a:prstGeom>
            <a:gradFill>
              <a:gsLst>
                <a:gs pos="50000">
                  <a:schemeClr val="bg1"/>
                </a:gs>
                <a:gs pos="100000">
                  <a:schemeClr val="bg1">
                    <a:alpha val="0"/>
                  </a:schemeClr>
                </a:gs>
              </a:gsLst>
              <a:lin ang="5400000" scaled="1"/>
            </a:gradFill>
            <a:ln w="12700">
              <a:gradFill>
                <a:gsLst>
                  <a:gs pos="0">
                    <a:srgbClr val="E7E5EA"/>
                  </a:gs>
                  <a:gs pos="100000">
                    <a:srgbClr val="E7E5EA">
                      <a:alpha val="0"/>
                    </a:srgbClr>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869" name="矩形: 圆角 868"/>
            <p:cNvSpPr>
              <a:spLocks noChangeAspect="1"/>
            </p:cNvSpPr>
            <p:nvPr/>
          </p:nvSpPr>
          <p:spPr>
            <a:xfrm>
              <a:off x="2237046" y="4400769"/>
              <a:ext cx="1322298" cy="560808"/>
            </a:xfrm>
            <a:prstGeom prst="roundRect">
              <a:avLst>
                <a:gd name="adj" fmla="val 4418"/>
              </a:avLst>
            </a:prstGeom>
            <a:gradFill>
              <a:gsLst>
                <a:gs pos="50000">
                  <a:schemeClr val="bg1"/>
                </a:gs>
                <a:gs pos="100000">
                  <a:schemeClr val="bg1">
                    <a:alpha val="0"/>
                  </a:schemeClr>
                </a:gs>
              </a:gsLst>
              <a:lin ang="5400000" scaled="1"/>
            </a:gradFill>
            <a:ln w="12700">
              <a:gradFill>
                <a:gsLst>
                  <a:gs pos="0">
                    <a:srgbClr val="E7E5EA"/>
                  </a:gs>
                  <a:gs pos="100000">
                    <a:srgbClr val="E7E5EA">
                      <a:alpha val="0"/>
                    </a:srgbClr>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grpSp>
          <p:nvGrpSpPr>
            <p:cNvPr id="874" name="组合 873"/>
            <p:cNvGrpSpPr/>
            <p:nvPr/>
          </p:nvGrpSpPr>
          <p:grpSpPr>
            <a:xfrm>
              <a:off x="957184" y="3664359"/>
              <a:ext cx="999712" cy="498037"/>
              <a:chOff x="7744090" y="1288932"/>
              <a:chExt cx="1833124" cy="913228"/>
            </a:xfrm>
          </p:grpSpPr>
          <p:cxnSp>
            <p:nvCxnSpPr>
              <p:cNvPr id="950" name="连接符: 肘形 949"/>
              <p:cNvCxnSpPr>
                <a:stCxn id="955" idx="1"/>
                <a:endCxn id="956" idx="0"/>
              </p:cNvCxnSpPr>
              <p:nvPr/>
            </p:nvCxnSpPr>
            <p:spPr>
              <a:xfrm rot="10800000" flipV="1">
                <a:off x="7949112" y="1465564"/>
                <a:ext cx="285973" cy="326552"/>
              </a:xfrm>
              <a:prstGeom prst="bentConnector2">
                <a:avLst/>
              </a:prstGeom>
              <a:solidFill>
                <a:srgbClr val="867D98">
                  <a:lumMod val="20000"/>
                  <a:lumOff val="80000"/>
                </a:srgbClr>
              </a:solidFill>
              <a:ln w="12700" cap="flat" cmpd="sng" algn="ctr">
                <a:solidFill>
                  <a:srgbClr val="E7E5EA"/>
                </a:solidFill>
                <a:prstDash val="solid"/>
                <a:miter lim="800000"/>
              </a:ln>
              <a:effectLst/>
            </p:spPr>
          </p:cxnSp>
          <p:cxnSp>
            <p:nvCxnSpPr>
              <p:cNvPr id="951" name="连接符: 肘形 950"/>
              <p:cNvCxnSpPr>
                <a:stCxn id="955" idx="3"/>
              </p:cNvCxnSpPr>
              <p:nvPr/>
            </p:nvCxnSpPr>
            <p:spPr>
              <a:xfrm>
                <a:off x="9135072" y="1465564"/>
                <a:ext cx="225522" cy="326552"/>
              </a:xfrm>
              <a:prstGeom prst="bentConnector2">
                <a:avLst/>
              </a:prstGeom>
              <a:solidFill>
                <a:srgbClr val="867D98">
                  <a:lumMod val="20000"/>
                  <a:lumOff val="80000"/>
                </a:srgbClr>
              </a:solidFill>
              <a:ln w="12700" cap="flat" cmpd="sng" algn="ctr">
                <a:solidFill>
                  <a:srgbClr val="E7E5EA"/>
                </a:solidFill>
                <a:prstDash val="solid"/>
                <a:miter lim="800000"/>
              </a:ln>
              <a:effectLst/>
            </p:spPr>
          </p:cxnSp>
          <p:grpSp>
            <p:nvGrpSpPr>
              <p:cNvPr id="952" name="组合 951"/>
              <p:cNvGrpSpPr/>
              <p:nvPr/>
            </p:nvGrpSpPr>
            <p:grpSpPr>
              <a:xfrm>
                <a:off x="7744090" y="1288932"/>
                <a:ext cx="1833124" cy="913228"/>
                <a:chOff x="7824356" y="1531238"/>
                <a:chExt cx="1725410" cy="859568"/>
              </a:xfrm>
            </p:grpSpPr>
            <p:sp>
              <p:nvSpPr>
                <p:cNvPr id="956" name="椭圆 23"/>
                <p:cNvSpPr/>
                <p:nvPr/>
              </p:nvSpPr>
              <p:spPr>
                <a:xfrm>
                  <a:off x="7824356" y="2004856"/>
                  <a:ext cx="385951" cy="385950"/>
                </a:xfrm>
                <a:prstGeom prst="roundRect">
                  <a:avLst>
                    <a:gd name="adj" fmla="val 13472"/>
                  </a:avLst>
                </a:prstGeom>
                <a:solidFill>
                  <a:srgbClr val="867D98">
                    <a:lumMod val="20000"/>
                    <a:lumOff val="80000"/>
                  </a:srgbClr>
                </a:solidFill>
                <a:ln w="38100" cap="flat" cmpd="sng" algn="ctr">
                  <a:noFill/>
                  <a:prstDash val="solid"/>
                  <a:miter lim="800000"/>
                </a:ln>
                <a:effectLst/>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914400">
                    <a:defRPr/>
                  </a:pPr>
                  <a:endParaRPr lang="zh-CN" altLang="en-US" kern="0">
                    <a:solidFill>
                      <a:srgbClr val="44546A">
                        <a:lumMod val="60000"/>
                        <a:lumOff val="40000"/>
                      </a:srgbClr>
                    </a:solidFill>
                  </a:endParaRPr>
                </a:p>
              </p:txBody>
            </p:sp>
            <p:cxnSp>
              <p:nvCxnSpPr>
                <p:cNvPr id="954" name="连接符: 肘形 953"/>
                <p:cNvCxnSpPr/>
                <p:nvPr/>
              </p:nvCxnSpPr>
              <p:spPr>
                <a:xfrm rot="16200000" flipV="1">
                  <a:off x="8681605" y="1783431"/>
                  <a:ext cx="12700" cy="442850"/>
                </a:xfrm>
                <a:prstGeom prst="bentConnector3">
                  <a:avLst>
                    <a:gd name="adj1" fmla="val 1554551"/>
                  </a:avLst>
                </a:prstGeom>
                <a:solidFill>
                  <a:srgbClr val="867D98">
                    <a:lumMod val="20000"/>
                    <a:lumOff val="80000"/>
                  </a:srgbClr>
                </a:solidFill>
                <a:ln w="12700" cap="flat" cmpd="sng" algn="ctr">
                  <a:solidFill>
                    <a:srgbClr val="E7E5EA"/>
                  </a:solidFill>
                  <a:prstDash val="solid"/>
                  <a:miter lim="800000"/>
                </a:ln>
                <a:effectLst/>
              </p:spPr>
            </p:cxnSp>
            <p:sp>
              <p:nvSpPr>
                <p:cNvPr id="955" name="圆角矩形 13"/>
                <p:cNvSpPr/>
                <p:nvPr/>
              </p:nvSpPr>
              <p:spPr>
                <a:xfrm flipV="1">
                  <a:off x="8286501" y="1531238"/>
                  <a:ext cx="847108" cy="332509"/>
                </a:xfrm>
                <a:prstGeom prst="roundRect">
                  <a:avLst>
                    <a:gd name="adj" fmla="val 13146"/>
                  </a:avLst>
                </a:prstGeom>
                <a:solidFill>
                  <a:srgbClr val="867D98">
                    <a:lumMod val="20000"/>
                    <a:lumOff val="80000"/>
                  </a:srgbClr>
                </a:solidFill>
                <a:ln w="38100" cap="flat" cmpd="sng" algn="ctr">
                  <a:noFill/>
                  <a:prstDash val="solid"/>
                  <a:miter lim="800000"/>
                </a:ln>
                <a:effectLst/>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914400">
                    <a:defRPr/>
                  </a:pPr>
                  <a:endParaRPr lang="zh-CN" altLang="en-US" kern="0" dirty="0">
                    <a:solidFill>
                      <a:srgbClr val="44546A">
                        <a:lumMod val="60000"/>
                        <a:lumOff val="40000"/>
                      </a:srgbClr>
                    </a:solidFill>
                  </a:endParaRPr>
                </a:p>
              </p:txBody>
            </p:sp>
            <p:sp>
              <p:nvSpPr>
                <p:cNvPr id="1054" name="椭圆 23"/>
                <p:cNvSpPr/>
                <p:nvPr/>
              </p:nvSpPr>
              <p:spPr>
                <a:xfrm>
                  <a:off x="8270843" y="2004856"/>
                  <a:ext cx="385950" cy="385950"/>
                </a:xfrm>
                <a:prstGeom prst="roundRect">
                  <a:avLst>
                    <a:gd name="adj" fmla="val 13472"/>
                  </a:avLst>
                </a:prstGeom>
                <a:solidFill>
                  <a:srgbClr val="867D98">
                    <a:lumMod val="20000"/>
                    <a:lumOff val="80000"/>
                  </a:srgbClr>
                </a:solidFill>
                <a:ln w="38100" cap="flat" cmpd="sng" algn="ctr">
                  <a:noFill/>
                  <a:prstDash val="solid"/>
                  <a:miter lim="800000"/>
                </a:ln>
                <a:effectLst/>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914400">
                    <a:defRPr/>
                  </a:pPr>
                  <a:endParaRPr lang="zh-CN" altLang="en-US" kern="0">
                    <a:solidFill>
                      <a:srgbClr val="44546A">
                        <a:lumMod val="60000"/>
                        <a:lumOff val="40000"/>
                      </a:srgbClr>
                    </a:solidFill>
                  </a:endParaRPr>
                </a:p>
              </p:txBody>
            </p:sp>
            <p:sp>
              <p:nvSpPr>
                <p:cNvPr id="1055" name="椭圆 23"/>
                <p:cNvSpPr/>
                <p:nvPr/>
              </p:nvSpPr>
              <p:spPr>
                <a:xfrm>
                  <a:off x="8717329" y="2004856"/>
                  <a:ext cx="385950" cy="385950"/>
                </a:xfrm>
                <a:prstGeom prst="roundRect">
                  <a:avLst>
                    <a:gd name="adj" fmla="val 13472"/>
                  </a:avLst>
                </a:prstGeom>
                <a:solidFill>
                  <a:srgbClr val="867D98">
                    <a:lumMod val="20000"/>
                    <a:lumOff val="80000"/>
                  </a:srgbClr>
                </a:solidFill>
                <a:ln w="38100" cap="flat" cmpd="sng" algn="ctr">
                  <a:noFill/>
                  <a:prstDash val="solid"/>
                  <a:miter lim="800000"/>
                </a:ln>
                <a:effectLst/>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914400">
                    <a:defRPr/>
                  </a:pPr>
                  <a:endParaRPr lang="zh-CN" altLang="en-US" kern="0">
                    <a:solidFill>
                      <a:srgbClr val="44546A">
                        <a:lumMod val="60000"/>
                        <a:lumOff val="40000"/>
                      </a:srgbClr>
                    </a:solidFill>
                  </a:endParaRPr>
                </a:p>
              </p:txBody>
            </p:sp>
            <p:sp>
              <p:nvSpPr>
                <p:cNvPr id="1056" name="椭圆 23"/>
                <p:cNvSpPr/>
                <p:nvPr/>
              </p:nvSpPr>
              <p:spPr>
                <a:xfrm>
                  <a:off x="9163816" y="2004856"/>
                  <a:ext cx="385950" cy="385950"/>
                </a:xfrm>
                <a:prstGeom prst="roundRect">
                  <a:avLst>
                    <a:gd name="adj" fmla="val 13472"/>
                  </a:avLst>
                </a:prstGeom>
                <a:solidFill>
                  <a:srgbClr val="867D98">
                    <a:lumMod val="20000"/>
                    <a:lumOff val="80000"/>
                  </a:srgbClr>
                </a:solidFill>
                <a:ln w="38100" cap="flat" cmpd="sng" algn="ctr">
                  <a:noFill/>
                  <a:prstDash val="solid"/>
                  <a:miter lim="800000"/>
                </a:ln>
                <a:effectLst/>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914400">
                    <a:defRPr/>
                  </a:pPr>
                  <a:endParaRPr lang="zh-CN" altLang="en-US" kern="0">
                    <a:solidFill>
                      <a:srgbClr val="44546A">
                        <a:lumMod val="60000"/>
                        <a:lumOff val="40000"/>
                      </a:srgbClr>
                    </a:solidFill>
                  </a:endParaRPr>
                </a:p>
              </p:txBody>
            </p:sp>
          </p:grpSp>
        </p:grpSp>
        <p:sp>
          <p:nvSpPr>
            <p:cNvPr id="876" name="矩形: 圆角 875"/>
            <p:cNvSpPr>
              <a:spLocks noChangeAspect="1"/>
            </p:cNvSpPr>
            <p:nvPr/>
          </p:nvSpPr>
          <p:spPr>
            <a:xfrm>
              <a:off x="2237046" y="3541481"/>
              <a:ext cx="1322298" cy="743793"/>
            </a:xfrm>
            <a:prstGeom prst="roundRect">
              <a:avLst>
                <a:gd name="adj" fmla="val 4418"/>
              </a:avLst>
            </a:prstGeom>
            <a:noFill/>
            <a:ln w="19050">
              <a:solidFill>
                <a:srgbClr val="F7343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grpSp>
          <p:nvGrpSpPr>
            <p:cNvPr id="877" name="组合 876"/>
            <p:cNvGrpSpPr/>
            <p:nvPr/>
          </p:nvGrpSpPr>
          <p:grpSpPr>
            <a:xfrm>
              <a:off x="932879" y="4540141"/>
              <a:ext cx="1048323" cy="258613"/>
              <a:chOff x="5400091" y="4685784"/>
              <a:chExt cx="1747512" cy="431123"/>
            </a:xfrm>
          </p:grpSpPr>
          <p:sp>
            <p:nvSpPr>
              <p:cNvPr id="933" name="圆角矩形 13"/>
              <p:cNvSpPr/>
              <p:nvPr/>
            </p:nvSpPr>
            <p:spPr>
              <a:xfrm>
                <a:off x="5400093" y="4935166"/>
                <a:ext cx="497744" cy="181741"/>
              </a:xfrm>
              <a:prstGeom prst="roundRect">
                <a:avLst>
                  <a:gd name="adj" fmla="val 7526"/>
                </a:avLst>
              </a:prstGeom>
              <a:solidFill>
                <a:srgbClr val="867D98">
                  <a:lumMod val="20000"/>
                  <a:lumOff val="80000"/>
                </a:srgbClr>
              </a:solidFill>
              <a:ln w="38100" cap="flat" cmpd="sng" algn="ctr">
                <a:noFill/>
                <a:prstDash val="solid"/>
                <a:miter lim="800000"/>
              </a:ln>
              <a:effectLst/>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914400">
                  <a:defRPr/>
                </a:pPr>
                <a:endParaRPr lang="zh-CN" altLang="en-US" kern="0" dirty="0">
                  <a:solidFill>
                    <a:srgbClr val="44546A">
                      <a:lumMod val="60000"/>
                      <a:lumOff val="40000"/>
                    </a:srgbClr>
                  </a:solidFill>
                  <a:latin typeface="Arial" panose="020B0604020202020204"/>
                  <a:ea typeface="微软雅黑" panose="020B0503020204020204" charset="-122"/>
                </a:endParaRPr>
              </a:p>
            </p:txBody>
          </p:sp>
          <p:sp>
            <p:nvSpPr>
              <p:cNvPr id="936" name="圆角矩形 245"/>
              <p:cNvSpPr/>
              <p:nvPr/>
            </p:nvSpPr>
            <p:spPr>
              <a:xfrm>
                <a:off x="5400091" y="4685784"/>
                <a:ext cx="1747511" cy="152087"/>
              </a:xfrm>
              <a:prstGeom prst="roundRect">
                <a:avLst>
                  <a:gd name="adj" fmla="val 13146"/>
                </a:avLst>
              </a:prstGeom>
              <a:solidFill>
                <a:srgbClr val="867D98">
                  <a:lumMod val="20000"/>
                  <a:lumOff val="80000"/>
                </a:srgbClr>
              </a:solidFill>
              <a:ln w="38100" cap="flat" cmpd="sng" algn="ctr">
                <a:noFill/>
                <a:prstDash val="solid"/>
                <a:miter lim="800000"/>
              </a:ln>
              <a:effectLst/>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914400">
                  <a:defRPr/>
                </a:pPr>
                <a:endParaRPr lang="zh-CN" altLang="en-US" kern="0" dirty="0">
                  <a:solidFill>
                    <a:srgbClr val="44546A">
                      <a:lumMod val="60000"/>
                      <a:lumOff val="40000"/>
                    </a:srgbClr>
                  </a:solidFill>
                  <a:latin typeface="Arial" panose="020B0604020202020204"/>
                  <a:ea typeface="微软雅黑" panose="020B0503020204020204" charset="-122"/>
                </a:endParaRPr>
              </a:p>
            </p:txBody>
          </p:sp>
          <p:sp>
            <p:nvSpPr>
              <p:cNvPr id="1078" name="圆角矩形 13"/>
              <p:cNvSpPr/>
              <p:nvPr/>
            </p:nvSpPr>
            <p:spPr>
              <a:xfrm>
                <a:off x="6024976" y="4935166"/>
                <a:ext cx="497744" cy="181741"/>
              </a:xfrm>
              <a:prstGeom prst="roundRect">
                <a:avLst>
                  <a:gd name="adj" fmla="val 7526"/>
                </a:avLst>
              </a:prstGeom>
              <a:solidFill>
                <a:srgbClr val="867D98">
                  <a:lumMod val="20000"/>
                  <a:lumOff val="80000"/>
                </a:srgbClr>
              </a:solidFill>
              <a:ln w="38100" cap="flat" cmpd="sng" algn="ctr">
                <a:noFill/>
                <a:prstDash val="solid"/>
                <a:miter lim="800000"/>
              </a:ln>
              <a:effectLst/>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914400">
                  <a:defRPr/>
                </a:pPr>
                <a:endParaRPr lang="zh-CN" altLang="en-US" kern="0" dirty="0">
                  <a:solidFill>
                    <a:srgbClr val="44546A">
                      <a:lumMod val="60000"/>
                      <a:lumOff val="40000"/>
                    </a:srgbClr>
                  </a:solidFill>
                  <a:latin typeface="Arial" panose="020B0604020202020204"/>
                  <a:ea typeface="微软雅黑" panose="020B0503020204020204" charset="-122"/>
                </a:endParaRPr>
              </a:p>
            </p:txBody>
          </p:sp>
          <p:sp>
            <p:nvSpPr>
              <p:cNvPr id="1079" name="圆角矩形 13"/>
              <p:cNvSpPr/>
              <p:nvPr/>
            </p:nvSpPr>
            <p:spPr>
              <a:xfrm>
                <a:off x="6649859" y="4935166"/>
                <a:ext cx="497744" cy="181741"/>
              </a:xfrm>
              <a:prstGeom prst="roundRect">
                <a:avLst>
                  <a:gd name="adj" fmla="val 7526"/>
                </a:avLst>
              </a:prstGeom>
              <a:solidFill>
                <a:srgbClr val="867D98">
                  <a:lumMod val="20000"/>
                  <a:lumOff val="80000"/>
                </a:srgbClr>
              </a:solidFill>
              <a:ln w="38100" cap="flat" cmpd="sng" algn="ctr">
                <a:noFill/>
                <a:prstDash val="solid"/>
                <a:miter lim="800000"/>
              </a:ln>
              <a:effectLst/>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914400">
                  <a:defRPr/>
                </a:pPr>
                <a:endParaRPr lang="zh-CN" altLang="en-US" kern="0" dirty="0">
                  <a:solidFill>
                    <a:srgbClr val="44546A">
                      <a:lumMod val="60000"/>
                      <a:lumOff val="40000"/>
                    </a:srgbClr>
                  </a:solidFill>
                  <a:latin typeface="Arial" panose="020B0604020202020204"/>
                  <a:ea typeface="微软雅黑" panose="020B0503020204020204" charset="-122"/>
                </a:endParaRPr>
              </a:p>
            </p:txBody>
          </p:sp>
        </p:grpSp>
        <p:grpSp>
          <p:nvGrpSpPr>
            <p:cNvPr id="16" name="组合 15"/>
            <p:cNvGrpSpPr/>
            <p:nvPr/>
          </p:nvGrpSpPr>
          <p:grpSpPr>
            <a:xfrm>
              <a:off x="2432734" y="2810541"/>
              <a:ext cx="930922" cy="487099"/>
              <a:chOff x="2346558" y="2871788"/>
              <a:chExt cx="856042" cy="447918"/>
            </a:xfrm>
          </p:grpSpPr>
          <p:sp>
            <p:nvSpPr>
              <p:cNvPr id="15" name="椭圆 14"/>
              <p:cNvSpPr>
                <a:spLocks noChangeAspect="1"/>
              </p:cNvSpPr>
              <p:nvPr/>
            </p:nvSpPr>
            <p:spPr>
              <a:xfrm>
                <a:off x="2346558" y="2871788"/>
                <a:ext cx="216000" cy="216000"/>
              </a:xfrm>
              <a:prstGeom prst="ellipse">
                <a:avLst/>
              </a:prstGeom>
              <a:solidFill>
                <a:srgbClr val="E7E5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16" name="组合 1015"/>
              <p:cNvGrpSpPr/>
              <p:nvPr/>
            </p:nvGrpSpPr>
            <p:grpSpPr>
              <a:xfrm>
                <a:off x="2364558" y="3168433"/>
                <a:ext cx="180000" cy="151273"/>
                <a:chOff x="926763" y="3187237"/>
                <a:chExt cx="144000" cy="151273"/>
              </a:xfrm>
            </p:grpSpPr>
            <p:sp>
              <p:nvSpPr>
                <p:cNvPr id="1023" name="矩形 1022"/>
                <p:cNvSpPr/>
                <p:nvPr/>
              </p:nvSpPr>
              <p:spPr>
                <a:xfrm>
                  <a:off x="926763" y="3187237"/>
                  <a:ext cx="144000" cy="54000"/>
                </a:xfrm>
                <a:prstGeom prst="rect">
                  <a:avLst/>
                </a:prstGeom>
                <a:solidFill>
                  <a:srgbClr val="E7E5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24" name="矩形 1023"/>
                <p:cNvSpPr/>
                <p:nvPr/>
              </p:nvSpPr>
              <p:spPr>
                <a:xfrm>
                  <a:off x="926763" y="3284510"/>
                  <a:ext cx="144000" cy="54000"/>
                </a:xfrm>
                <a:prstGeom prst="rect">
                  <a:avLst/>
                </a:prstGeom>
                <a:solidFill>
                  <a:srgbClr val="E7E5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1041" name="椭圆 1040"/>
              <p:cNvSpPr>
                <a:spLocks noChangeAspect="1"/>
              </p:cNvSpPr>
              <p:nvPr/>
            </p:nvSpPr>
            <p:spPr>
              <a:xfrm>
                <a:off x="2666579" y="2871788"/>
                <a:ext cx="216000" cy="216000"/>
              </a:xfrm>
              <a:prstGeom prst="ellipse">
                <a:avLst/>
              </a:prstGeom>
              <a:solidFill>
                <a:srgbClr val="E7E5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42" name="组合 1041"/>
              <p:cNvGrpSpPr/>
              <p:nvPr/>
            </p:nvGrpSpPr>
            <p:grpSpPr>
              <a:xfrm>
                <a:off x="2684579" y="3168433"/>
                <a:ext cx="180000" cy="151273"/>
                <a:chOff x="926763" y="3187237"/>
                <a:chExt cx="144000" cy="151273"/>
              </a:xfrm>
            </p:grpSpPr>
            <p:sp>
              <p:nvSpPr>
                <p:cNvPr id="1043" name="矩形 1042"/>
                <p:cNvSpPr/>
                <p:nvPr/>
              </p:nvSpPr>
              <p:spPr>
                <a:xfrm>
                  <a:off x="926763" y="3187237"/>
                  <a:ext cx="144000" cy="54000"/>
                </a:xfrm>
                <a:prstGeom prst="rect">
                  <a:avLst/>
                </a:prstGeom>
                <a:solidFill>
                  <a:srgbClr val="E7E5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44" name="矩形 1043"/>
                <p:cNvSpPr/>
                <p:nvPr/>
              </p:nvSpPr>
              <p:spPr>
                <a:xfrm>
                  <a:off x="926763" y="3284510"/>
                  <a:ext cx="144000" cy="54000"/>
                </a:xfrm>
                <a:prstGeom prst="rect">
                  <a:avLst/>
                </a:prstGeom>
                <a:solidFill>
                  <a:srgbClr val="E7E5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1045" name="椭圆 1044"/>
              <p:cNvSpPr>
                <a:spLocks noChangeAspect="1"/>
              </p:cNvSpPr>
              <p:nvPr/>
            </p:nvSpPr>
            <p:spPr>
              <a:xfrm>
                <a:off x="2986600" y="2871788"/>
                <a:ext cx="216000" cy="216000"/>
              </a:xfrm>
              <a:prstGeom prst="ellipse">
                <a:avLst/>
              </a:prstGeom>
              <a:solidFill>
                <a:srgbClr val="E7E5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46" name="组合 1045"/>
              <p:cNvGrpSpPr/>
              <p:nvPr/>
            </p:nvGrpSpPr>
            <p:grpSpPr>
              <a:xfrm>
                <a:off x="3004600" y="3168433"/>
                <a:ext cx="180000" cy="151273"/>
                <a:chOff x="926763" y="3187237"/>
                <a:chExt cx="144000" cy="151273"/>
              </a:xfrm>
            </p:grpSpPr>
            <p:sp>
              <p:nvSpPr>
                <p:cNvPr id="1047" name="矩形 1046"/>
                <p:cNvSpPr/>
                <p:nvPr/>
              </p:nvSpPr>
              <p:spPr>
                <a:xfrm>
                  <a:off x="926763" y="3187237"/>
                  <a:ext cx="144000" cy="54000"/>
                </a:xfrm>
                <a:prstGeom prst="rect">
                  <a:avLst/>
                </a:prstGeom>
                <a:solidFill>
                  <a:srgbClr val="E7E5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48" name="矩形 1047"/>
                <p:cNvSpPr/>
                <p:nvPr/>
              </p:nvSpPr>
              <p:spPr>
                <a:xfrm>
                  <a:off x="926763" y="3284510"/>
                  <a:ext cx="144000" cy="54000"/>
                </a:xfrm>
                <a:prstGeom prst="rect">
                  <a:avLst/>
                </a:prstGeom>
                <a:solidFill>
                  <a:srgbClr val="E7E5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sp>
          <p:nvSpPr>
            <p:cNvPr id="863" name="矩形: 圆角 862"/>
            <p:cNvSpPr>
              <a:spLocks noChangeAspect="1"/>
            </p:cNvSpPr>
            <p:nvPr/>
          </p:nvSpPr>
          <p:spPr>
            <a:xfrm>
              <a:off x="795891" y="2682194"/>
              <a:ext cx="1322298" cy="743793"/>
            </a:xfrm>
            <a:prstGeom prst="roundRect">
              <a:avLst>
                <a:gd name="adj" fmla="val 4418"/>
              </a:avLst>
            </a:prstGeom>
            <a:solidFill>
              <a:schemeClr val="bg1"/>
            </a:solidFill>
            <a:ln w="12700">
              <a:solidFill>
                <a:srgbClr val="F0EE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grpSp>
          <p:nvGrpSpPr>
            <p:cNvPr id="25" name="组合 24"/>
            <p:cNvGrpSpPr/>
            <p:nvPr/>
          </p:nvGrpSpPr>
          <p:grpSpPr>
            <a:xfrm>
              <a:off x="958894" y="2827593"/>
              <a:ext cx="996293" cy="452994"/>
              <a:chOff x="2397064" y="3686880"/>
              <a:chExt cx="996293" cy="452994"/>
            </a:xfrm>
          </p:grpSpPr>
          <p:grpSp>
            <p:nvGrpSpPr>
              <p:cNvPr id="938" name="组合 937"/>
              <p:cNvGrpSpPr/>
              <p:nvPr/>
            </p:nvGrpSpPr>
            <p:grpSpPr>
              <a:xfrm>
                <a:off x="2397064" y="3686880"/>
                <a:ext cx="466228" cy="452994"/>
                <a:chOff x="7824355" y="3116332"/>
                <a:chExt cx="916957" cy="890931"/>
              </a:xfrm>
            </p:grpSpPr>
            <p:sp>
              <p:nvSpPr>
                <p:cNvPr id="944" name="六边形 943"/>
                <p:cNvSpPr/>
                <p:nvPr/>
              </p:nvSpPr>
              <p:spPr>
                <a:xfrm>
                  <a:off x="7824355" y="3116332"/>
                  <a:ext cx="479977" cy="413773"/>
                </a:xfrm>
                <a:prstGeom prst="hexagon">
                  <a:avLst/>
                </a:prstGeom>
                <a:solidFill>
                  <a:srgbClr val="867D98">
                    <a:lumMod val="20000"/>
                    <a:lumOff val="80000"/>
                  </a:srgbClr>
                </a:solidFill>
                <a:ln w="38100" cap="flat" cmpd="sng" algn="ctr">
                  <a:noFill/>
                  <a:prstDash val="solid"/>
                  <a:miter lim="800000"/>
                </a:ln>
                <a:effectLst/>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914400">
                    <a:defRPr/>
                  </a:pPr>
                  <a:endParaRPr lang="zh-CN" altLang="en-US" kern="0">
                    <a:solidFill>
                      <a:srgbClr val="44546A">
                        <a:lumMod val="60000"/>
                        <a:lumOff val="40000"/>
                      </a:srgbClr>
                    </a:solidFill>
                  </a:endParaRPr>
                </a:p>
              </p:txBody>
            </p:sp>
            <p:sp>
              <p:nvSpPr>
                <p:cNvPr id="945" name="六边形 944"/>
                <p:cNvSpPr/>
                <p:nvPr/>
              </p:nvSpPr>
              <p:spPr>
                <a:xfrm>
                  <a:off x="8261335" y="3350709"/>
                  <a:ext cx="479977" cy="413773"/>
                </a:xfrm>
                <a:prstGeom prst="hexagon">
                  <a:avLst/>
                </a:prstGeom>
                <a:solidFill>
                  <a:srgbClr val="867D98">
                    <a:lumMod val="20000"/>
                    <a:lumOff val="80000"/>
                  </a:srgbClr>
                </a:solidFill>
                <a:ln w="38100" cap="flat" cmpd="sng" algn="ctr">
                  <a:noFill/>
                  <a:prstDash val="solid"/>
                  <a:miter lim="800000"/>
                </a:ln>
                <a:effectLst/>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914400">
                    <a:defRPr/>
                  </a:pPr>
                  <a:endParaRPr lang="zh-CN" altLang="en-US" kern="0">
                    <a:solidFill>
                      <a:srgbClr val="44546A">
                        <a:lumMod val="60000"/>
                        <a:lumOff val="40000"/>
                      </a:srgbClr>
                    </a:solidFill>
                  </a:endParaRPr>
                </a:p>
              </p:txBody>
            </p:sp>
            <p:sp>
              <p:nvSpPr>
                <p:cNvPr id="947" name="六边形 946"/>
                <p:cNvSpPr/>
                <p:nvPr/>
              </p:nvSpPr>
              <p:spPr>
                <a:xfrm>
                  <a:off x="7833058" y="3593491"/>
                  <a:ext cx="479976" cy="413772"/>
                </a:xfrm>
                <a:prstGeom prst="hexagon">
                  <a:avLst/>
                </a:prstGeom>
                <a:solidFill>
                  <a:srgbClr val="867D98">
                    <a:lumMod val="20000"/>
                    <a:lumOff val="80000"/>
                  </a:srgbClr>
                </a:solidFill>
                <a:ln w="38100" cap="flat" cmpd="sng" algn="ctr">
                  <a:noFill/>
                  <a:prstDash val="solid"/>
                  <a:miter lim="800000"/>
                </a:ln>
                <a:effectLst/>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914400">
                    <a:defRPr/>
                  </a:pPr>
                  <a:endParaRPr lang="zh-CN" altLang="en-US" kern="0" dirty="0">
                    <a:solidFill>
                      <a:srgbClr val="44546A">
                        <a:lumMod val="60000"/>
                        <a:lumOff val="40000"/>
                      </a:srgbClr>
                    </a:solidFill>
                  </a:endParaRPr>
                </a:p>
              </p:txBody>
            </p:sp>
          </p:grpSp>
          <p:grpSp>
            <p:nvGrpSpPr>
              <p:cNvPr id="24" name="组合 23"/>
              <p:cNvGrpSpPr/>
              <p:nvPr/>
            </p:nvGrpSpPr>
            <p:grpSpPr>
              <a:xfrm>
                <a:off x="2941293" y="3788716"/>
                <a:ext cx="452064" cy="249322"/>
                <a:chOff x="2985439" y="3716434"/>
                <a:chExt cx="452064" cy="249322"/>
              </a:xfrm>
            </p:grpSpPr>
            <p:sp>
              <p:nvSpPr>
                <p:cNvPr id="1065" name="矩形 1064"/>
                <p:cNvSpPr/>
                <p:nvPr/>
              </p:nvSpPr>
              <p:spPr>
                <a:xfrm>
                  <a:off x="2985441" y="3716434"/>
                  <a:ext cx="452062" cy="54000"/>
                </a:xfrm>
                <a:prstGeom prst="rect">
                  <a:avLst/>
                </a:prstGeom>
                <a:solidFill>
                  <a:srgbClr val="E7E5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66" name="矩形 1065"/>
                <p:cNvSpPr/>
                <p:nvPr/>
              </p:nvSpPr>
              <p:spPr>
                <a:xfrm>
                  <a:off x="2985439" y="3813707"/>
                  <a:ext cx="396000" cy="54000"/>
                </a:xfrm>
                <a:prstGeom prst="rect">
                  <a:avLst/>
                </a:prstGeom>
                <a:solidFill>
                  <a:srgbClr val="E7E5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69" name="矩形 1068"/>
                <p:cNvSpPr/>
                <p:nvPr/>
              </p:nvSpPr>
              <p:spPr>
                <a:xfrm>
                  <a:off x="2985439" y="3911756"/>
                  <a:ext cx="339047" cy="54000"/>
                </a:xfrm>
                <a:prstGeom prst="rect">
                  <a:avLst/>
                </a:prstGeom>
                <a:solidFill>
                  <a:srgbClr val="E7E5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29" name="组合 28"/>
            <p:cNvGrpSpPr/>
            <p:nvPr/>
          </p:nvGrpSpPr>
          <p:grpSpPr>
            <a:xfrm>
              <a:off x="2390618" y="4549429"/>
              <a:ext cx="1015154" cy="263489"/>
              <a:chOff x="2306270" y="4491548"/>
              <a:chExt cx="1015154" cy="263489"/>
            </a:xfrm>
          </p:grpSpPr>
          <p:sp>
            <p:nvSpPr>
              <p:cNvPr id="930" name="圆角矩形 13"/>
              <p:cNvSpPr/>
              <p:nvPr/>
            </p:nvSpPr>
            <p:spPr>
              <a:xfrm>
                <a:off x="2626870" y="4491548"/>
                <a:ext cx="357831" cy="263489"/>
              </a:xfrm>
              <a:prstGeom prst="roundRect">
                <a:avLst>
                  <a:gd name="adj" fmla="val 8038"/>
                </a:avLst>
              </a:prstGeom>
              <a:solidFill>
                <a:srgbClr val="867D98">
                  <a:lumMod val="20000"/>
                  <a:lumOff val="80000"/>
                </a:srgbClr>
              </a:solidFill>
              <a:ln w="38100" cap="flat" cmpd="sng" algn="ctr">
                <a:noFill/>
                <a:prstDash val="solid"/>
                <a:miter lim="800000"/>
              </a:ln>
              <a:effectLst/>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914400">
                  <a:defRPr/>
                </a:pPr>
                <a:endParaRPr lang="zh-CN" altLang="en-US" kern="0" dirty="0">
                  <a:solidFill>
                    <a:srgbClr val="44546A">
                      <a:lumMod val="60000"/>
                      <a:lumOff val="40000"/>
                    </a:srgbClr>
                  </a:solidFill>
                  <a:latin typeface="Arial" panose="020B0604020202020204"/>
                  <a:ea typeface="微软雅黑" panose="020B0503020204020204" charset="-122"/>
                </a:endParaRPr>
              </a:p>
            </p:txBody>
          </p:sp>
          <p:grpSp>
            <p:nvGrpSpPr>
              <p:cNvPr id="26" name="组合 25"/>
              <p:cNvGrpSpPr/>
              <p:nvPr/>
            </p:nvGrpSpPr>
            <p:grpSpPr>
              <a:xfrm>
                <a:off x="3069273" y="4491548"/>
                <a:ext cx="252151" cy="249322"/>
                <a:chOff x="3167324" y="4573427"/>
                <a:chExt cx="452064" cy="249322"/>
              </a:xfrm>
            </p:grpSpPr>
            <p:sp>
              <p:nvSpPr>
                <p:cNvPr id="1071" name="矩形 1070"/>
                <p:cNvSpPr/>
                <p:nvPr/>
              </p:nvSpPr>
              <p:spPr>
                <a:xfrm>
                  <a:off x="3167326" y="4573427"/>
                  <a:ext cx="452062" cy="54000"/>
                </a:xfrm>
                <a:prstGeom prst="rect">
                  <a:avLst/>
                </a:prstGeom>
                <a:solidFill>
                  <a:srgbClr val="E7E5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2" name="矩形 1071"/>
                <p:cNvSpPr/>
                <p:nvPr/>
              </p:nvSpPr>
              <p:spPr>
                <a:xfrm>
                  <a:off x="3167324" y="4670700"/>
                  <a:ext cx="396000" cy="54000"/>
                </a:xfrm>
                <a:prstGeom prst="rect">
                  <a:avLst/>
                </a:prstGeom>
                <a:solidFill>
                  <a:srgbClr val="E7E5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73" name="矩形 1072"/>
                <p:cNvSpPr/>
                <p:nvPr/>
              </p:nvSpPr>
              <p:spPr>
                <a:xfrm>
                  <a:off x="3167324" y="4768749"/>
                  <a:ext cx="339047" cy="54000"/>
                </a:xfrm>
                <a:prstGeom prst="rect">
                  <a:avLst/>
                </a:prstGeom>
                <a:solidFill>
                  <a:srgbClr val="E7E5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1074" name="组合 1073"/>
              <p:cNvGrpSpPr/>
              <p:nvPr/>
            </p:nvGrpSpPr>
            <p:grpSpPr>
              <a:xfrm>
                <a:off x="2306270" y="4491548"/>
                <a:ext cx="252152" cy="249322"/>
                <a:chOff x="3167322" y="4573427"/>
                <a:chExt cx="452066" cy="249322"/>
              </a:xfrm>
            </p:grpSpPr>
            <p:sp>
              <p:nvSpPr>
                <p:cNvPr id="1075" name="矩形 1074"/>
                <p:cNvSpPr/>
                <p:nvPr/>
              </p:nvSpPr>
              <p:spPr>
                <a:xfrm>
                  <a:off x="3167326" y="4573427"/>
                  <a:ext cx="452062" cy="54000"/>
                </a:xfrm>
                <a:prstGeom prst="rect">
                  <a:avLst/>
                </a:prstGeom>
                <a:solidFill>
                  <a:srgbClr val="E7E5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6" name="矩形 1075"/>
                <p:cNvSpPr/>
                <p:nvPr/>
              </p:nvSpPr>
              <p:spPr>
                <a:xfrm>
                  <a:off x="3167326" y="4670700"/>
                  <a:ext cx="396001" cy="54000"/>
                </a:xfrm>
                <a:prstGeom prst="rect">
                  <a:avLst/>
                </a:prstGeom>
                <a:solidFill>
                  <a:srgbClr val="E7E5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77" name="矩形 1076"/>
                <p:cNvSpPr/>
                <p:nvPr/>
              </p:nvSpPr>
              <p:spPr>
                <a:xfrm>
                  <a:off x="3167322" y="4768749"/>
                  <a:ext cx="339047" cy="54000"/>
                </a:xfrm>
                <a:prstGeom prst="rect">
                  <a:avLst/>
                </a:prstGeom>
                <a:solidFill>
                  <a:srgbClr val="E7E5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grpSp>
        <p:nvGrpSpPr>
          <p:cNvPr id="198" name="组合 197"/>
          <p:cNvGrpSpPr/>
          <p:nvPr/>
        </p:nvGrpSpPr>
        <p:grpSpPr>
          <a:xfrm>
            <a:off x="4355744" y="1959177"/>
            <a:ext cx="4630137" cy="3093736"/>
            <a:chOff x="4355738" y="1959177"/>
            <a:chExt cx="4630137" cy="3093736"/>
          </a:xfrm>
        </p:grpSpPr>
        <p:sp>
          <p:nvSpPr>
            <p:cNvPr id="611" name="Freeform 6"/>
            <p:cNvSpPr/>
            <p:nvPr/>
          </p:nvSpPr>
          <p:spPr bwMode="auto">
            <a:xfrm>
              <a:off x="4355738" y="1959177"/>
              <a:ext cx="4630137" cy="3093736"/>
            </a:xfrm>
            <a:prstGeom prst="rect">
              <a:avLst/>
            </a:prstGeom>
            <a:gradFill>
              <a:gsLst>
                <a:gs pos="83000">
                  <a:schemeClr val="bg1"/>
                </a:gs>
                <a:gs pos="100000">
                  <a:schemeClr val="bg1">
                    <a:alpha val="0"/>
                  </a:schemeClr>
                </a:gs>
              </a:gsLst>
              <a:lin ang="5400000" scaled="1"/>
            </a:gradFill>
            <a:ln w="9525">
              <a:noFill/>
              <a:round/>
            </a:ln>
            <a:effectLst>
              <a:outerShdw blurRad="63500" sx="102000" sy="102000" algn="ctr" rotWithShape="0">
                <a:srgbClr val="E7E5EA">
                  <a:alpha val="50000"/>
                </a:srgbClr>
              </a:outerShdw>
            </a:effectLst>
          </p:spPr>
          <p:txBody>
            <a:bodyPr vert="horz" wrap="square" lIns="91440" tIns="45720" rIns="91440" bIns="45720" numCol="1" anchor="t" anchorCtr="0" compatLnSpc="1"/>
            <a:lstStyle/>
            <a:p>
              <a:endParaRPr lang="zh-CN" altLang="en-US"/>
            </a:p>
          </p:txBody>
        </p:sp>
        <p:sp>
          <p:nvSpPr>
            <p:cNvPr id="1092" name="矩形: 圆角 1091"/>
            <p:cNvSpPr>
              <a:spLocks noChangeAspect="1"/>
            </p:cNvSpPr>
            <p:nvPr/>
          </p:nvSpPr>
          <p:spPr>
            <a:xfrm>
              <a:off x="4537757" y="2967959"/>
              <a:ext cx="697541" cy="400205"/>
            </a:xfrm>
            <a:prstGeom prst="roundRect">
              <a:avLst>
                <a:gd name="adj" fmla="val 4418"/>
              </a:avLst>
            </a:prstGeom>
            <a:solidFill>
              <a:srgbClr val="F0EEF2"/>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612" name="Rectangle 8"/>
            <p:cNvSpPr>
              <a:spLocks noChangeArrowheads="1"/>
            </p:cNvSpPr>
            <p:nvPr/>
          </p:nvSpPr>
          <p:spPr bwMode="auto">
            <a:xfrm>
              <a:off x="4537760" y="2305823"/>
              <a:ext cx="4293867" cy="401176"/>
            </a:xfrm>
            <a:prstGeom prst="rect">
              <a:avLst/>
            </a:prstGeom>
            <a:solidFill>
              <a:srgbClr val="F0EEF2"/>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613" name="Rectangle 9"/>
            <p:cNvSpPr>
              <a:spLocks noChangeArrowheads="1"/>
            </p:cNvSpPr>
            <p:nvPr/>
          </p:nvSpPr>
          <p:spPr bwMode="auto">
            <a:xfrm>
              <a:off x="4537760" y="2305823"/>
              <a:ext cx="4293867" cy="233694"/>
            </a:xfrm>
            <a:prstGeom prst="rect">
              <a:avLst/>
            </a:prstGeom>
            <a:solidFill>
              <a:srgbClr val="B4B4B4"/>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614" name="Oval 14"/>
            <p:cNvSpPr>
              <a:spLocks noChangeArrowheads="1"/>
            </p:cNvSpPr>
            <p:nvPr/>
          </p:nvSpPr>
          <p:spPr bwMode="auto">
            <a:xfrm>
              <a:off x="5016364" y="2138342"/>
              <a:ext cx="78918" cy="80494"/>
            </a:xfrm>
            <a:prstGeom prst="ellipse">
              <a:avLst/>
            </a:prstGeom>
            <a:solidFill>
              <a:srgbClr val="F0EEF2"/>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615" name="Oval 15"/>
            <p:cNvSpPr>
              <a:spLocks noChangeArrowheads="1"/>
            </p:cNvSpPr>
            <p:nvPr/>
          </p:nvSpPr>
          <p:spPr bwMode="auto">
            <a:xfrm>
              <a:off x="5155108" y="2138342"/>
              <a:ext cx="80193" cy="80494"/>
            </a:xfrm>
            <a:prstGeom prst="ellipse">
              <a:avLst/>
            </a:prstGeom>
            <a:solidFill>
              <a:srgbClr val="F0EEF2"/>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616" name="Oval 16"/>
            <p:cNvSpPr>
              <a:spLocks noChangeArrowheads="1"/>
            </p:cNvSpPr>
            <p:nvPr/>
          </p:nvSpPr>
          <p:spPr bwMode="auto">
            <a:xfrm>
              <a:off x="5293852" y="2138342"/>
              <a:ext cx="80193" cy="80494"/>
            </a:xfrm>
            <a:prstGeom prst="ellipse">
              <a:avLst/>
            </a:prstGeom>
            <a:solidFill>
              <a:srgbClr val="F0EEF2"/>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618" name="Freeform 18"/>
            <p:cNvSpPr/>
            <p:nvPr/>
          </p:nvSpPr>
          <p:spPr bwMode="auto">
            <a:xfrm>
              <a:off x="5604436" y="2349966"/>
              <a:ext cx="669536" cy="211624"/>
            </a:xfrm>
            <a:custGeom>
              <a:avLst/>
              <a:gdLst>
                <a:gd name="T0" fmla="*/ 520 w 547"/>
                <a:gd name="T1" fmla="*/ 170 h 170"/>
                <a:gd name="T2" fmla="*/ 27 w 547"/>
                <a:gd name="T3" fmla="*/ 170 h 170"/>
                <a:gd name="T4" fmla="*/ 0 w 547"/>
                <a:gd name="T5" fmla="*/ 143 h 170"/>
                <a:gd name="T6" fmla="*/ 0 w 547"/>
                <a:gd name="T7" fmla="*/ 27 h 170"/>
                <a:gd name="T8" fmla="*/ 27 w 547"/>
                <a:gd name="T9" fmla="*/ 0 h 170"/>
                <a:gd name="T10" fmla="*/ 520 w 547"/>
                <a:gd name="T11" fmla="*/ 0 h 170"/>
                <a:gd name="T12" fmla="*/ 547 w 547"/>
                <a:gd name="T13" fmla="*/ 27 h 170"/>
                <a:gd name="T14" fmla="*/ 547 w 547"/>
                <a:gd name="T15" fmla="*/ 143 h 170"/>
                <a:gd name="T16" fmla="*/ 520 w 547"/>
                <a:gd name="T17" fmla="*/ 170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47" h="170">
                  <a:moveTo>
                    <a:pt x="520" y="170"/>
                  </a:moveTo>
                  <a:cubicBezTo>
                    <a:pt x="27" y="170"/>
                    <a:pt x="27" y="170"/>
                    <a:pt x="27" y="170"/>
                  </a:cubicBezTo>
                  <a:cubicBezTo>
                    <a:pt x="12" y="170"/>
                    <a:pt x="0" y="158"/>
                    <a:pt x="0" y="143"/>
                  </a:cubicBezTo>
                  <a:cubicBezTo>
                    <a:pt x="0" y="27"/>
                    <a:pt x="0" y="27"/>
                    <a:pt x="0" y="27"/>
                  </a:cubicBezTo>
                  <a:cubicBezTo>
                    <a:pt x="0" y="12"/>
                    <a:pt x="12" y="0"/>
                    <a:pt x="27" y="0"/>
                  </a:cubicBezTo>
                  <a:cubicBezTo>
                    <a:pt x="520" y="0"/>
                    <a:pt x="520" y="0"/>
                    <a:pt x="520" y="0"/>
                  </a:cubicBezTo>
                  <a:cubicBezTo>
                    <a:pt x="535" y="0"/>
                    <a:pt x="547" y="12"/>
                    <a:pt x="547" y="27"/>
                  </a:cubicBezTo>
                  <a:cubicBezTo>
                    <a:pt x="547" y="143"/>
                    <a:pt x="547" y="143"/>
                    <a:pt x="547" y="143"/>
                  </a:cubicBezTo>
                  <a:cubicBezTo>
                    <a:pt x="547" y="158"/>
                    <a:pt x="535" y="170"/>
                    <a:pt x="520" y="170"/>
                  </a:cubicBezTo>
                  <a:close/>
                </a:path>
              </a:pathLst>
            </a:custGeom>
            <a:solidFill>
              <a:srgbClr val="F0EEF2"/>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619" name="Rectangle 19"/>
            <p:cNvSpPr>
              <a:spLocks noChangeArrowheads="1"/>
            </p:cNvSpPr>
            <p:nvPr/>
          </p:nvSpPr>
          <p:spPr bwMode="auto">
            <a:xfrm>
              <a:off x="5766092" y="2423969"/>
              <a:ext cx="323313" cy="63617"/>
            </a:xfrm>
            <a:prstGeom prst="rect">
              <a:avLst/>
            </a:prstGeom>
            <a:solidFill>
              <a:srgbClr val="CFCBD6"/>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620" name="Freeform 20"/>
            <p:cNvSpPr/>
            <p:nvPr/>
          </p:nvSpPr>
          <p:spPr bwMode="auto">
            <a:xfrm>
              <a:off x="4974358" y="2405792"/>
              <a:ext cx="308037" cy="63617"/>
            </a:xfrm>
            <a:custGeom>
              <a:avLst/>
              <a:gdLst>
                <a:gd name="T0" fmla="*/ 227 w 251"/>
                <a:gd name="T1" fmla="*/ 0 h 51"/>
                <a:gd name="T2" fmla="*/ 24 w 251"/>
                <a:gd name="T3" fmla="*/ 0 h 51"/>
                <a:gd name="T4" fmla="*/ 0 w 251"/>
                <a:gd name="T5" fmla="*/ 24 h 51"/>
                <a:gd name="T6" fmla="*/ 0 w 251"/>
                <a:gd name="T7" fmla="*/ 27 h 51"/>
                <a:gd name="T8" fmla="*/ 24 w 251"/>
                <a:gd name="T9" fmla="*/ 51 h 51"/>
                <a:gd name="T10" fmla="*/ 227 w 251"/>
                <a:gd name="T11" fmla="*/ 51 h 51"/>
                <a:gd name="T12" fmla="*/ 251 w 251"/>
                <a:gd name="T13" fmla="*/ 27 h 51"/>
                <a:gd name="T14" fmla="*/ 251 w 251"/>
                <a:gd name="T15" fmla="*/ 24 h 51"/>
                <a:gd name="T16" fmla="*/ 227 w 251"/>
                <a:gd name="T17"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1" h="51">
                  <a:moveTo>
                    <a:pt x="227" y="0"/>
                  </a:moveTo>
                  <a:cubicBezTo>
                    <a:pt x="24" y="0"/>
                    <a:pt x="24" y="0"/>
                    <a:pt x="24" y="0"/>
                  </a:cubicBezTo>
                  <a:cubicBezTo>
                    <a:pt x="11" y="0"/>
                    <a:pt x="0" y="11"/>
                    <a:pt x="0" y="24"/>
                  </a:cubicBezTo>
                  <a:cubicBezTo>
                    <a:pt x="0" y="27"/>
                    <a:pt x="0" y="27"/>
                    <a:pt x="0" y="27"/>
                  </a:cubicBezTo>
                  <a:cubicBezTo>
                    <a:pt x="0" y="41"/>
                    <a:pt x="11" y="51"/>
                    <a:pt x="24" y="51"/>
                  </a:cubicBezTo>
                  <a:cubicBezTo>
                    <a:pt x="227" y="51"/>
                    <a:pt x="227" y="51"/>
                    <a:pt x="227" y="51"/>
                  </a:cubicBezTo>
                  <a:cubicBezTo>
                    <a:pt x="240" y="51"/>
                    <a:pt x="251" y="41"/>
                    <a:pt x="251" y="27"/>
                  </a:cubicBezTo>
                  <a:cubicBezTo>
                    <a:pt x="251" y="24"/>
                    <a:pt x="251" y="24"/>
                    <a:pt x="251" y="24"/>
                  </a:cubicBezTo>
                  <a:cubicBezTo>
                    <a:pt x="251" y="11"/>
                    <a:pt x="240" y="0"/>
                    <a:pt x="227" y="0"/>
                  </a:cubicBezTo>
                </a:path>
              </a:pathLst>
            </a:custGeom>
            <a:solidFill>
              <a:srgbClr val="EAECEF">
                <a:alpha val="66000"/>
              </a:srgbClr>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621" name="Freeform 21"/>
            <p:cNvSpPr/>
            <p:nvPr/>
          </p:nvSpPr>
          <p:spPr bwMode="auto">
            <a:xfrm>
              <a:off x="6534914" y="2405792"/>
              <a:ext cx="306765" cy="63617"/>
            </a:xfrm>
            <a:custGeom>
              <a:avLst/>
              <a:gdLst>
                <a:gd name="T0" fmla="*/ 226 w 250"/>
                <a:gd name="T1" fmla="*/ 0 h 51"/>
                <a:gd name="T2" fmla="*/ 24 w 250"/>
                <a:gd name="T3" fmla="*/ 0 h 51"/>
                <a:gd name="T4" fmla="*/ 0 w 250"/>
                <a:gd name="T5" fmla="*/ 24 h 51"/>
                <a:gd name="T6" fmla="*/ 0 w 250"/>
                <a:gd name="T7" fmla="*/ 27 h 51"/>
                <a:gd name="T8" fmla="*/ 24 w 250"/>
                <a:gd name="T9" fmla="*/ 51 h 51"/>
                <a:gd name="T10" fmla="*/ 226 w 250"/>
                <a:gd name="T11" fmla="*/ 51 h 51"/>
                <a:gd name="T12" fmla="*/ 250 w 250"/>
                <a:gd name="T13" fmla="*/ 27 h 51"/>
                <a:gd name="T14" fmla="*/ 250 w 250"/>
                <a:gd name="T15" fmla="*/ 24 h 51"/>
                <a:gd name="T16" fmla="*/ 226 w 250"/>
                <a:gd name="T17"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0" h="51">
                  <a:moveTo>
                    <a:pt x="226" y="0"/>
                  </a:moveTo>
                  <a:cubicBezTo>
                    <a:pt x="24" y="0"/>
                    <a:pt x="24" y="0"/>
                    <a:pt x="24" y="0"/>
                  </a:cubicBezTo>
                  <a:cubicBezTo>
                    <a:pt x="10" y="0"/>
                    <a:pt x="0" y="11"/>
                    <a:pt x="0" y="24"/>
                  </a:cubicBezTo>
                  <a:cubicBezTo>
                    <a:pt x="0" y="27"/>
                    <a:pt x="0" y="27"/>
                    <a:pt x="0" y="27"/>
                  </a:cubicBezTo>
                  <a:cubicBezTo>
                    <a:pt x="0" y="41"/>
                    <a:pt x="10" y="51"/>
                    <a:pt x="24" y="51"/>
                  </a:cubicBezTo>
                  <a:cubicBezTo>
                    <a:pt x="226" y="51"/>
                    <a:pt x="226" y="51"/>
                    <a:pt x="226" y="51"/>
                  </a:cubicBezTo>
                  <a:cubicBezTo>
                    <a:pt x="239" y="51"/>
                    <a:pt x="250" y="41"/>
                    <a:pt x="250" y="27"/>
                  </a:cubicBezTo>
                  <a:cubicBezTo>
                    <a:pt x="250" y="24"/>
                    <a:pt x="250" y="24"/>
                    <a:pt x="250" y="24"/>
                  </a:cubicBezTo>
                  <a:cubicBezTo>
                    <a:pt x="250" y="11"/>
                    <a:pt x="239" y="0"/>
                    <a:pt x="226" y="0"/>
                  </a:cubicBezTo>
                </a:path>
              </a:pathLst>
            </a:custGeom>
            <a:solidFill>
              <a:srgbClr val="EAECEF">
                <a:alpha val="66000"/>
              </a:srgbClr>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622" name="Freeform 22"/>
            <p:cNvSpPr/>
            <p:nvPr/>
          </p:nvSpPr>
          <p:spPr bwMode="auto">
            <a:xfrm>
              <a:off x="7117894" y="2405792"/>
              <a:ext cx="306765" cy="63617"/>
            </a:xfrm>
            <a:custGeom>
              <a:avLst/>
              <a:gdLst>
                <a:gd name="T0" fmla="*/ 226 w 250"/>
                <a:gd name="T1" fmla="*/ 0 h 51"/>
                <a:gd name="T2" fmla="*/ 24 w 250"/>
                <a:gd name="T3" fmla="*/ 0 h 51"/>
                <a:gd name="T4" fmla="*/ 0 w 250"/>
                <a:gd name="T5" fmla="*/ 24 h 51"/>
                <a:gd name="T6" fmla="*/ 0 w 250"/>
                <a:gd name="T7" fmla="*/ 27 h 51"/>
                <a:gd name="T8" fmla="*/ 24 w 250"/>
                <a:gd name="T9" fmla="*/ 51 h 51"/>
                <a:gd name="T10" fmla="*/ 226 w 250"/>
                <a:gd name="T11" fmla="*/ 51 h 51"/>
                <a:gd name="T12" fmla="*/ 250 w 250"/>
                <a:gd name="T13" fmla="*/ 27 h 51"/>
                <a:gd name="T14" fmla="*/ 250 w 250"/>
                <a:gd name="T15" fmla="*/ 24 h 51"/>
                <a:gd name="T16" fmla="*/ 226 w 250"/>
                <a:gd name="T17"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0" h="51">
                  <a:moveTo>
                    <a:pt x="226" y="0"/>
                  </a:moveTo>
                  <a:cubicBezTo>
                    <a:pt x="24" y="0"/>
                    <a:pt x="24" y="0"/>
                    <a:pt x="24" y="0"/>
                  </a:cubicBezTo>
                  <a:cubicBezTo>
                    <a:pt x="11" y="0"/>
                    <a:pt x="0" y="11"/>
                    <a:pt x="0" y="24"/>
                  </a:cubicBezTo>
                  <a:cubicBezTo>
                    <a:pt x="0" y="27"/>
                    <a:pt x="0" y="27"/>
                    <a:pt x="0" y="27"/>
                  </a:cubicBezTo>
                  <a:cubicBezTo>
                    <a:pt x="0" y="41"/>
                    <a:pt x="11" y="51"/>
                    <a:pt x="24" y="51"/>
                  </a:cubicBezTo>
                  <a:cubicBezTo>
                    <a:pt x="226" y="51"/>
                    <a:pt x="226" y="51"/>
                    <a:pt x="226" y="51"/>
                  </a:cubicBezTo>
                  <a:cubicBezTo>
                    <a:pt x="240" y="51"/>
                    <a:pt x="250" y="41"/>
                    <a:pt x="250" y="27"/>
                  </a:cubicBezTo>
                  <a:cubicBezTo>
                    <a:pt x="250" y="24"/>
                    <a:pt x="250" y="24"/>
                    <a:pt x="250" y="24"/>
                  </a:cubicBezTo>
                  <a:cubicBezTo>
                    <a:pt x="250" y="11"/>
                    <a:pt x="240" y="0"/>
                    <a:pt x="226" y="0"/>
                  </a:cubicBezTo>
                </a:path>
              </a:pathLst>
            </a:custGeom>
            <a:solidFill>
              <a:srgbClr val="EAECEF">
                <a:alpha val="66000"/>
              </a:srgbClr>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623" name="Freeform 23"/>
            <p:cNvSpPr/>
            <p:nvPr/>
          </p:nvSpPr>
          <p:spPr bwMode="auto">
            <a:xfrm>
              <a:off x="7700875" y="2405792"/>
              <a:ext cx="306765" cy="63617"/>
            </a:xfrm>
            <a:custGeom>
              <a:avLst/>
              <a:gdLst>
                <a:gd name="T0" fmla="*/ 227 w 250"/>
                <a:gd name="T1" fmla="*/ 0 h 51"/>
                <a:gd name="T2" fmla="*/ 24 w 250"/>
                <a:gd name="T3" fmla="*/ 0 h 51"/>
                <a:gd name="T4" fmla="*/ 0 w 250"/>
                <a:gd name="T5" fmla="*/ 24 h 51"/>
                <a:gd name="T6" fmla="*/ 0 w 250"/>
                <a:gd name="T7" fmla="*/ 27 h 51"/>
                <a:gd name="T8" fmla="*/ 24 w 250"/>
                <a:gd name="T9" fmla="*/ 51 h 51"/>
                <a:gd name="T10" fmla="*/ 227 w 250"/>
                <a:gd name="T11" fmla="*/ 51 h 51"/>
                <a:gd name="T12" fmla="*/ 250 w 250"/>
                <a:gd name="T13" fmla="*/ 27 h 51"/>
                <a:gd name="T14" fmla="*/ 250 w 250"/>
                <a:gd name="T15" fmla="*/ 24 h 51"/>
                <a:gd name="T16" fmla="*/ 227 w 250"/>
                <a:gd name="T17"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0" h="51">
                  <a:moveTo>
                    <a:pt x="227" y="0"/>
                  </a:moveTo>
                  <a:cubicBezTo>
                    <a:pt x="24" y="0"/>
                    <a:pt x="24" y="0"/>
                    <a:pt x="24" y="0"/>
                  </a:cubicBezTo>
                  <a:cubicBezTo>
                    <a:pt x="11" y="0"/>
                    <a:pt x="0" y="11"/>
                    <a:pt x="0" y="24"/>
                  </a:cubicBezTo>
                  <a:cubicBezTo>
                    <a:pt x="0" y="27"/>
                    <a:pt x="0" y="27"/>
                    <a:pt x="0" y="27"/>
                  </a:cubicBezTo>
                  <a:cubicBezTo>
                    <a:pt x="0" y="41"/>
                    <a:pt x="11" y="51"/>
                    <a:pt x="24" y="51"/>
                  </a:cubicBezTo>
                  <a:cubicBezTo>
                    <a:pt x="227" y="51"/>
                    <a:pt x="227" y="51"/>
                    <a:pt x="227" y="51"/>
                  </a:cubicBezTo>
                  <a:cubicBezTo>
                    <a:pt x="240" y="51"/>
                    <a:pt x="250" y="41"/>
                    <a:pt x="250" y="27"/>
                  </a:cubicBezTo>
                  <a:cubicBezTo>
                    <a:pt x="250" y="24"/>
                    <a:pt x="250" y="24"/>
                    <a:pt x="250" y="24"/>
                  </a:cubicBezTo>
                  <a:cubicBezTo>
                    <a:pt x="250" y="11"/>
                    <a:pt x="240" y="0"/>
                    <a:pt x="227" y="0"/>
                  </a:cubicBezTo>
                </a:path>
              </a:pathLst>
            </a:custGeom>
            <a:solidFill>
              <a:srgbClr val="EAECEF">
                <a:alpha val="66000"/>
              </a:srgbClr>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1106" name="任意多边形: 形状 1105"/>
            <p:cNvSpPr/>
            <p:nvPr/>
          </p:nvSpPr>
          <p:spPr>
            <a:xfrm>
              <a:off x="4537757" y="3442511"/>
              <a:ext cx="697541" cy="205836"/>
            </a:xfrm>
            <a:custGeom>
              <a:avLst/>
              <a:gdLst>
                <a:gd name="connsiteX0" fmla="*/ 29553 w 1189177"/>
                <a:gd name="connsiteY0" fmla="*/ 0 h 385548"/>
                <a:gd name="connsiteX1" fmla="*/ 1159624 w 1189177"/>
                <a:gd name="connsiteY1" fmla="*/ 0 h 385548"/>
                <a:gd name="connsiteX2" fmla="*/ 1189177 w 1189177"/>
                <a:gd name="connsiteY2" fmla="*/ 29553 h 385548"/>
                <a:gd name="connsiteX3" fmla="*/ 1189177 w 1189177"/>
                <a:gd name="connsiteY3" fmla="*/ 385548 h 385548"/>
                <a:gd name="connsiteX4" fmla="*/ 0 w 1189177"/>
                <a:gd name="connsiteY4" fmla="*/ 385548 h 385548"/>
                <a:gd name="connsiteX5" fmla="*/ 0 w 1189177"/>
                <a:gd name="connsiteY5" fmla="*/ 29553 h 385548"/>
                <a:gd name="connsiteX6" fmla="*/ 29553 w 1189177"/>
                <a:gd name="connsiteY6" fmla="*/ 0 h 3855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9177" h="385548">
                  <a:moveTo>
                    <a:pt x="29553" y="0"/>
                  </a:moveTo>
                  <a:lnTo>
                    <a:pt x="1159624" y="0"/>
                  </a:lnTo>
                  <a:cubicBezTo>
                    <a:pt x="1175946" y="0"/>
                    <a:pt x="1189177" y="13231"/>
                    <a:pt x="1189177" y="29553"/>
                  </a:cubicBezTo>
                  <a:lnTo>
                    <a:pt x="1189177" y="385548"/>
                  </a:lnTo>
                  <a:lnTo>
                    <a:pt x="0" y="385548"/>
                  </a:lnTo>
                  <a:lnTo>
                    <a:pt x="0" y="29553"/>
                  </a:lnTo>
                  <a:cubicBezTo>
                    <a:pt x="0" y="13231"/>
                    <a:pt x="13231" y="0"/>
                    <a:pt x="29553" y="0"/>
                  </a:cubicBezTo>
                  <a:close/>
                </a:path>
              </a:pathLst>
            </a:custGeom>
            <a:solidFill>
              <a:srgbClr val="867D98">
                <a:lumMod val="20000"/>
                <a:lumOff val="80000"/>
              </a:srgbClr>
            </a:solidFill>
            <a:ln w="38100" cap="flat" cmpd="sng" algn="ctr">
              <a:noFill/>
              <a:prstDash val="solid"/>
              <a:miter lim="800000"/>
            </a:ln>
            <a:effectLst/>
          </p:spPr>
          <p:txBody>
            <a:bodyPr wrap="square" rtlCol="0" anchor="ctr">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914400">
                <a:defRPr/>
              </a:pPr>
              <a:endParaRPr lang="zh-CN" altLang="en-US" kern="0" dirty="0">
                <a:solidFill>
                  <a:srgbClr val="44546A">
                    <a:lumMod val="60000"/>
                    <a:lumOff val="40000"/>
                  </a:srgbClr>
                </a:solidFill>
              </a:endParaRPr>
            </a:p>
          </p:txBody>
        </p:sp>
        <p:grpSp>
          <p:nvGrpSpPr>
            <p:cNvPr id="1107" name="组合 1106"/>
            <p:cNvGrpSpPr/>
            <p:nvPr/>
          </p:nvGrpSpPr>
          <p:grpSpPr>
            <a:xfrm>
              <a:off x="4594421" y="3700293"/>
              <a:ext cx="584212" cy="81394"/>
              <a:chOff x="890763" y="3168433"/>
              <a:chExt cx="1107466" cy="151273"/>
            </a:xfrm>
          </p:grpSpPr>
          <p:grpSp>
            <p:nvGrpSpPr>
              <p:cNvPr id="1108" name="组合 1107"/>
              <p:cNvGrpSpPr/>
              <p:nvPr/>
            </p:nvGrpSpPr>
            <p:grpSpPr>
              <a:xfrm>
                <a:off x="890763" y="3168433"/>
                <a:ext cx="288000" cy="151273"/>
                <a:chOff x="890763" y="3187237"/>
                <a:chExt cx="288000" cy="151273"/>
              </a:xfrm>
            </p:grpSpPr>
            <p:sp>
              <p:nvSpPr>
                <p:cNvPr id="1115" name="矩形 1114"/>
                <p:cNvSpPr/>
                <p:nvPr/>
              </p:nvSpPr>
              <p:spPr>
                <a:xfrm>
                  <a:off x="890763" y="3187237"/>
                  <a:ext cx="288000" cy="54000"/>
                </a:xfrm>
                <a:prstGeom prst="rect">
                  <a:avLst/>
                </a:prstGeom>
                <a:solidFill>
                  <a:srgbClr val="E7E5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16" name="矩形 1115"/>
                <p:cNvSpPr/>
                <p:nvPr/>
              </p:nvSpPr>
              <p:spPr>
                <a:xfrm>
                  <a:off x="890763" y="3284510"/>
                  <a:ext cx="216000" cy="54000"/>
                </a:xfrm>
                <a:prstGeom prst="rect">
                  <a:avLst/>
                </a:prstGeom>
                <a:solidFill>
                  <a:srgbClr val="E7E5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1109" name="组合 1108"/>
              <p:cNvGrpSpPr/>
              <p:nvPr/>
            </p:nvGrpSpPr>
            <p:grpSpPr>
              <a:xfrm>
                <a:off x="1300496" y="3168433"/>
                <a:ext cx="288000" cy="151273"/>
                <a:chOff x="890763" y="3187237"/>
                <a:chExt cx="288000" cy="151273"/>
              </a:xfrm>
            </p:grpSpPr>
            <p:sp>
              <p:nvSpPr>
                <p:cNvPr id="1113" name="矩形 1112"/>
                <p:cNvSpPr/>
                <p:nvPr/>
              </p:nvSpPr>
              <p:spPr>
                <a:xfrm>
                  <a:off x="890763" y="3187237"/>
                  <a:ext cx="288000" cy="54000"/>
                </a:xfrm>
                <a:prstGeom prst="rect">
                  <a:avLst/>
                </a:prstGeom>
                <a:solidFill>
                  <a:srgbClr val="E7E5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14" name="矩形 1113"/>
                <p:cNvSpPr/>
                <p:nvPr/>
              </p:nvSpPr>
              <p:spPr>
                <a:xfrm>
                  <a:off x="890763" y="3284510"/>
                  <a:ext cx="216000" cy="54000"/>
                </a:xfrm>
                <a:prstGeom prst="rect">
                  <a:avLst/>
                </a:prstGeom>
                <a:solidFill>
                  <a:srgbClr val="E7E5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1110" name="组合 1109"/>
              <p:cNvGrpSpPr/>
              <p:nvPr/>
            </p:nvGrpSpPr>
            <p:grpSpPr>
              <a:xfrm>
                <a:off x="1710229" y="3168433"/>
                <a:ext cx="288000" cy="151273"/>
                <a:chOff x="890763" y="3187237"/>
                <a:chExt cx="288000" cy="151273"/>
              </a:xfrm>
            </p:grpSpPr>
            <p:sp>
              <p:nvSpPr>
                <p:cNvPr id="1111" name="矩形 1110"/>
                <p:cNvSpPr/>
                <p:nvPr/>
              </p:nvSpPr>
              <p:spPr>
                <a:xfrm>
                  <a:off x="890763" y="3187237"/>
                  <a:ext cx="288000" cy="54000"/>
                </a:xfrm>
                <a:prstGeom prst="rect">
                  <a:avLst/>
                </a:prstGeom>
                <a:solidFill>
                  <a:srgbClr val="E7E5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12" name="矩形 1111"/>
                <p:cNvSpPr/>
                <p:nvPr/>
              </p:nvSpPr>
              <p:spPr>
                <a:xfrm>
                  <a:off x="890763" y="3284510"/>
                  <a:ext cx="216000" cy="54000"/>
                </a:xfrm>
                <a:prstGeom prst="rect">
                  <a:avLst/>
                </a:prstGeom>
                <a:solidFill>
                  <a:srgbClr val="E7E5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sp>
          <p:nvSpPr>
            <p:cNvPr id="1105" name="矩形: 圆角 1104"/>
            <p:cNvSpPr>
              <a:spLocks noChangeAspect="1"/>
            </p:cNvSpPr>
            <p:nvPr/>
          </p:nvSpPr>
          <p:spPr>
            <a:xfrm>
              <a:off x="4537757" y="3442511"/>
              <a:ext cx="697541" cy="400205"/>
            </a:xfrm>
            <a:prstGeom prst="roundRect">
              <a:avLst>
                <a:gd name="adj" fmla="val 4418"/>
              </a:avLst>
            </a:prstGeom>
            <a:noFill/>
            <a:ln w="19050">
              <a:solidFill>
                <a:srgbClr val="F7343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grpSp>
          <p:nvGrpSpPr>
            <p:cNvPr id="1122" name="组合 1121"/>
            <p:cNvGrpSpPr/>
            <p:nvPr/>
          </p:nvGrpSpPr>
          <p:grpSpPr>
            <a:xfrm>
              <a:off x="5661334" y="3313021"/>
              <a:ext cx="2861662" cy="1318925"/>
              <a:chOff x="890763" y="2819277"/>
              <a:chExt cx="1107467" cy="500429"/>
            </a:xfrm>
          </p:grpSpPr>
          <p:grpSp>
            <p:nvGrpSpPr>
              <p:cNvPr id="1123" name="组合 1122"/>
              <p:cNvGrpSpPr/>
              <p:nvPr/>
            </p:nvGrpSpPr>
            <p:grpSpPr>
              <a:xfrm>
                <a:off x="890763" y="2819277"/>
                <a:ext cx="1107467" cy="500429"/>
                <a:chOff x="890763" y="2838081"/>
                <a:chExt cx="1107467" cy="500429"/>
              </a:xfrm>
            </p:grpSpPr>
            <p:sp>
              <p:nvSpPr>
                <p:cNvPr id="1130" name="矩形 1129"/>
                <p:cNvSpPr/>
                <p:nvPr/>
              </p:nvSpPr>
              <p:spPr>
                <a:xfrm>
                  <a:off x="890763" y="3187237"/>
                  <a:ext cx="288000" cy="54000"/>
                </a:xfrm>
                <a:prstGeom prst="rect">
                  <a:avLst/>
                </a:prstGeom>
                <a:solidFill>
                  <a:srgbClr val="F0EE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31" name="矩形 1130"/>
                <p:cNvSpPr/>
                <p:nvPr/>
              </p:nvSpPr>
              <p:spPr>
                <a:xfrm>
                  <a:off x="890763" y="3284510"/>
                  <a:ext cx="216000" cy="54000"/>
                </a:xfrm>
                <a:prstGeom prst="rect">
                  <a:avLst/>
                </a:prstGeom>
                <a:solidFill>
                  <a:srgbClr val="F0EE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32" name="矩形 1131"/>
                <p:cNvSpPr/>
                <p:nvPr/>
              </p:nvSpPr>
              <p:spPr>
                <a:xfrm>
                  <a:off x="1134834" y="2838081"/>
                  <a:ext cx="619325" cy="54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33" name="矩形 1132"/>
                <p:cNvSpPr/>
                <p:nvPr/>
              </p:nvSpPr>
              <p:spPr>
                <a:xfrm>
                  <a:off x="890763" y="2935354"/>
                  <a:ext cx="1107467" cy="54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1124" name="组合 1123"/>
              <p:cNvGrpSpPr/>
              <p:nvPr/>
            </p:nvGrpSpPr>
            <p:grpSpPr>
              <a:xfrm>
                <a:off x="1300496" y="3168433"/>
                <a:ext cx="288000" cy="151273"/>
                <a:chOff x="890763" y="3187237"/>
                <a:chExt cx="288000" cy="151273"/>
              </a:xfrm>
            </p:grpSpPr>
            <p:sp>
              <p:nvSpPr>
                <p:cNvPr id="1128" name="矩形 1127"/>
                <p:cNvSpPr/>
                <p:nvPr/>
              </p:nvSpPr>
              <p:spPr>
                <a:xfrm>
                  <a:off x="890763" y="3187237"/>
                  <a:ext cx="288000" cy="54000"/>
                </a:xfrm>
                <a:prstGeom prst="rect">
                  <a:avLst/>
                </a:prstGeom>
                <a:solidFill>
                  <a:srgbClr val="F0EE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29" name="矩形 1128"/>
                <p:cNvSpPr/>
                <p:nvPr/>
              </p:nvSpPr>
              <p:spPr>
                <a:xfrm>
                  <a:off x="890763" y="3284510"/>
                  <a:ext cx="216000" cy="54000"/>
                </a:xfrm>
                <a:prstGeom prst="rect">
                  <a:avLst/>
                </a:prstGeom>
                <a:solidFill>
                  <a:srgbClr val="F0EE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1125" name="组合 1124"/>
              <p:cNvGrpSpPr/>
              <p:nvPr/>
            </p:nvGrpSpPr>
            <p:grpSpPr>
              <a:xfrm>
                <a:off x="1710229" y="3168433"/>
                <a:ext cx="288000" cy="151273"/>
                <a:chOff x="890763" y="3187237"/>
                <a:chExt cx="288000" cy="151273"/>
              </a:xfrm>
            </p:grpSpPr>
            <p:sp>
              <p:nvSpPr>
                <p:cNvPr id="1126" name="矩形 1125"/>
                <p:cNvSpPr/>
                <p:nvPr/>
              </p:nvSpPr>
              <p:spPr>
                <a:xfrm>
                  <a:off x="890763" y="3187237"/>
                  <a:ext cx="288000" cy="54000"/>
                </a:xfrm>
                <a:prstGeom prst="rect">
                  <a:avLst/>
                </a:prstGeom>
                <a:solidFill>
                  <a:srgbClr val="F0EE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27" name="矩形 1126"/>
                <p:cNvSpPr/>
                <p:nvPr/>
              </p:nvSpPr>
              <p:spPr>
                <a:xfrm>
                  <a:off x="890763" y="3284510"/>
                  <a:ext cx="216000" cy="54000"/>
                </a:xfrm>
                <a:prstGeom prst="rect">
                  <a:avLst/>
                </a:prstGeom>
                <a:solidFill>
                  <a:srgbClr val="F0EE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31" name="组合 30"/>
            <p:cNvGrpSpPr/>
            <p:nvPr/>
          </p:nvGrpSpPr>
          <p:grpSpPr>
            <a:xfrm>
              <a:off x="4594421" y="3512445"/>
              <a:ext cx="584213" cy="81394"/>
              <a:chOff x="4267627" y="3525007"/>
              <a:chExt cx="584213" cy="96039"/>
            </a:xfrm>
          </p:grpSpPr>
          <p:sp>
            <p:nvSpPr>
              <p:cNvPr id="1160" name="矩形 1159"/>
              <p:cNvSpPr/>
              <p:nvPr/>
            </p:nvSpPr>
            <p:spPr>
              <a:xfrm>
                <a:off x="4396380" y="3525007"/>
                <a:ext cx="326707" cy="3428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61" name="矩形 1160"/>
              <p:cNvSpPr/>
              <p:nvPr/>
            </p:nvSpPr>
            <p:spPr>
              <a:xfrm>
                <a:off x="4267627" y="3586763"/>
                <a:ext cx="584213" cy="3428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1192" name="矩形: 圆角 1191"/>
            <p:cNvSpPr>
              <a:spLocks noChangeAspect="1"/>
            </p:cNvSpPr>
            <p:nvPr/>
          </p:nvSpPr>
          <p:spPr>
            <a:xfrm>
              <a:off x="4537757" y="3917063"/>
              <a:ext cx="697541" cy="400205"/>
            </a:xfrm>
            <a:prstGeom prst="roundRect">
              <a:avLst>
                <a:gd name="adj" fmla="val 4418"/>
              </a:avLst>
            </a:prstGeom>
            <a:solidFill>
              <a:srgbClr val="F0EEF2"/>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1193" name="矩形: 圆角 1192"/>
            <p:cNvSpPr>
              <a:spLocks noChangeAspect="1"/>
            </p:cNvSpPr>
            <p:nvPr/>
          </p:nvSpPr>
          <p:spPr>
            <a:xfrm>
              <a:off x="4537757" y="4391615"/>
              <a:ext cx="697541" cy="400205"/>
            </a:xfrm>
            <a:prstGeom prst="roundRect">
              <a:avLst>
                <a:gd name="adj" fmla="val 4418"/>
              </a:avLst>
            </a:prstGeom>
            <a:solidFill>
              <a:srgbClr val="F0EEF2"/>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1198" name="任意多边形: 形状 1197"/>
            <p:cNvSpPr>
              <a:spLocks noChangeAspect="1"/>
            </p:cNvSpPr>
            <p:nvPr/>
          </p:nvSpPr>
          <p:spPr>
            <a:xfrm>
              <a:off x="5383774" y="2967959"/>
              <a:ext cx="3416779" cy="1013353"/>
            </a:xfrm>
            <a:custGeom>
              <a:avLst/>
              <a:gdLst>
                <a:gd name="connsiteX0" fmla="*/ 55458 w 3416779"/>
                <a:gd name="connsiteY0" fmla="*/ 0 h 1013353"/>
                <a:gd name="connsiteX1" fmla="*/ 3361321 w 3416779"/>
                <a:gd name="connsiteY1" fmla="*/ 0 h 1013353"/>
                <a:gd name="connsiteX2" fmla="*/ 3416779 w 3416779"/>
                <a:gd name="connsiteY2" fmla="*/ 55458 h 1013353"/>
                <a:gd name="connsiteX3" fmla="*/ 3416779 w 3416779"/>
                <a:gd name="connsiteY3" fmla="*/ 1013353 h 1013353"/>
                <a:gd name="connsiteX4" fmla="*/ 0 w 3416779"/>
                <a:gd name="connsiteY4" fmla="*/ 1013353 h 1013353"/>
                <a:gd name="connsiteX5" fmla="*/ 0 w 3416779"/>
                <a:gd name="connsiteY5" fmla="*/ 55458 h 1013353"/>
                <a:gd name="connsiteX6" fmla="*/ 55458 w 3416779"/>
                <a:gd name="connsiteY6" fmla="*/ 0 h 10133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416779" h="1013353">
                  <a:moveTo>
                    <a:pt x="55458" y="0"/>
                  </a:moveTo>
                  <a:lnTo>
                    <a:pt x="3361321" y="0"/>
                  </a:lnTo>
                  <a:cubicBezTo>
                    <a:pt x="3391950" y="0"/>
                    <a:pt x="3416779" y="24829"/>
                    <a:pt x="3416779" y="55458"/>
                  </a:cubicBezTo>
                  <a:lnTo>
                    <a:pt x="3416779" y="1013353"/>
                  </a:lnTo>
                  <a:lnTo>
                    <a:pt x="0" y="1013353"/>
                  </a:lnTo>
                  <a:lnTo>
                    <a:pt x="0" y="55458"/>
                  </a:lnTo>
                  <a:cubicBezTo>
                    <a:pt x="0" y="24829"/>
                    <a:pt x="24829" y="0"/>
                    <a:pt x="55458" y="0"/>
                  </a:cubicBezTo>
                  <a:close/>
                </a:path>
              </a:pathLst>
            </a:custGeom>
            <a:solidFill>
              <a:srgbClr val="F0EEF2"/>
            </a:solidFill>
            <a:ln w="25400">
              <a:gradFill>
                <a:gsLst>
                  <a:gs pos="0">
                    <a:srgbClr val="F0EEF2"/>
                  </a:gs>
                  <a:gs pos="100000">
                    <a:srgbClr val="F0EEF2">
                      <a:alpha val="0"/>
                    </a:srgbClr>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grpSp>
          <p:nvGrpSpPr>
            <p:cNvPr id="196" name="组合 195"/>
            <p:cNvGrpSpPr/>
            <p:nvPr/>
          </p:nvGrpSpPr>
          <p:grpSpPr>
            <a:xfrm>
              <a:off x="5661334" y="3276855"/>
              <a:ext cx="2839176" cy="395561"/>
              <a:chOff x="6607371" y="3447302"/>
              <a:chExt cx="584213" cy="81394"/>
            </a:xfrm>
          </p:grpSpPr>
          <p:sp>
            <p:nvSpPr>
              <p:cNvPr id="1201" name="矩形 1200"/>
              <p:cNvSpPr/>
              <p:nvPr/>
            </p:nvSpPr>
            <p:spPr>
              <a:xfrm>
                <a:off x="6736124" y="3447302"/>
                <a:ext cx="326707" cy="290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02" name="矩形 1201"/>
              <p:cNvSpPr/>
              <p:nvPr/>
            </p:nvSpPr>
            <p:spPr>
              <a:xfrm>
                <a:off x="6607371" y="3499641"/>
                <a:ext cx="584213" cy="290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1208" name="矩形: 圆角 1207"/>
            <p:cNvSpPr>
              <a:spLocks noChangeAspect="1"/>
            </p:cNvSpPr>
            <p:nvPr/>
          </p:nvSpPr>
          <p:spPr>
            <a:xfrm>
              <a:off x="4537757" y="4864702"/>
              <a:ext cx="697541" cy="164498"/>
            </a:xfrm>
            <a:prstGeom prst="roundRect">
              <a:avLst>
                <a:gd name="adj" fmla="val 14540"/>
              </a:avLst>
            </a:prstGeom>
            <a:gradFill>
              <a:gsLst>
                <a:gs pos="8000">
                  <a:srgbClr val="F0EEF2"/>
                </a:gs>
                <a:gs pos="100000">
                  <a:srgbClr val="F0EEF2">
                    <a:alpha val="0"/>
                  </a:srgbClr>
                </a:gs>
              </a:gsLst>
              <a:lin ang="5400000" scaled="1"/>
            </a:gra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1195" name="矩形: 圆角 1194"/>
            <p:cNvSpPr>
              <a:spLocks noChangeAspect="1"/>
            </p:cNvSpPr>
            <p:nvPr/>
          </p:nvSpPr>
          <p:spPr>
            <a:xfrm>
              <a:off x="5383774" y="2967958"/>
              <a:ext cx="3416779" cy="1960332"/>
            </a:xfrm>
            <a:prstGeom prst="roundRect">
              <a:avLst>
                <a:gd name="adj" fmla="val 2829"/>
              </a:avLst>
            </a:prstGeom>
            <a:noFill/>
            <a:ln w="25400">
              <a:gradFill>
                <a:gsLst>
                  <a:gs pos="62000">
                    <a:srgbClr val="F0EEF2"/>
                  </a:gs>
                  <a:gs pos="100000">
                    <a:srgbClr val="F0EEF2">
                      <a:alpha val="0"/>
                    </a:srgbClr>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grpSp>
      <p:sp>
        <p:nvSpPr>
          <p:cNvPr id="142" name="标题 1"/>
          <p:cNvSpPr txBox="1"/>
          <p:nvPr/>
        </p:nvSpPr>
        <p:spPr>
          <a:xfrm>
            <a:off x="660400" y="-1"/>
            <a:ext cx="10858500" cy="102870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defTabSz="914400"/>
            <a:r>
              <a:rPr lang="zh-CN" altLang="en-US" sz="2800" b="1" dirty="0"/>
              <a:t>快速设计页面  </a:t>
            </a:r>
            <a:r>
              <a:rPr lang="en-US" altLang="zh-CN" sz="2800" b="1" dirty="0"/>
              <a:t>Quick </a:t>
            </a:r>
            <a:r>
              <a:rPr lang="en-US" altLang="zh-CN" sz="2800" b="1"/>
              <a:t>Slides De</a:t>
            </a:r>
            <a:r>
              <a:rPr lang="en-US" altLang="zh-CN" sz="100" b="1"/>
              <a:t> </a:t>
            </a:r>
            <a:r>
              <a:rPr lang="en-US" altLang="zh-CN" sz="2800" b="1"/>
              <a:t>sign</a:t>
            </a:r>
            <a:endParaRPr lang="zh-CN" altLang="en-US" sz="2800" b="1" dirty="0"/>
          </a:p>
        </p:txBody>
      </p:sp>
      <p:grpSp>
        <p:nvGrpSpPr>
          <p:cNvPr id="7" name="组合 6"/>
          <p:cNvGrpSpPr/>
          <p:nvPr/>
        </p:nvGrpSpPr>
        <p:grpSpPr>
          <a:xfrm>
            <a:off x="2402783" y="3675081"/>
            <a:ext cx="990824" cy="138044"/>
            <a:chOff x="4746821" y="3664845"/>
            <a:chExt cx="584213" cy="81394"/>
          </a:xfrm>
        </p:grpSpPr>
        <p:sp>
          <p:nvSpPr>
            <p:cNvPr id="4" name="矩形 3"/>
            <p:cNvSpPr/>
            <p:nvPr/>
          </p:nvSpPr>
          <p:spPr>
            <a:xfrm>
              <a:off x="4875574" y="3664845"/>
              <a:ext cx="326707" cy="290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矩形 4"/>
            <p:cNvSpPr/>
            <p:nvPr/>
          </p:nvSpPr>
          <p:spPr>
            <a:xfrm>
              <a:off x="4746821" y="3717184"/>
              <a:ext cx="584213" cy="290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 name="矩形 1"/>
          <p:cNvSpPr/>
          <p:nvPr/>
        </p:nvSpPr>
        <p:spPr>
          <a:xfrm>
            <a:off x="8978025" y="128575"/>
            <a:ext cx="2540875" cy="771556"/>
          </a:xfrm>
          <a:prstGeom prst="rect">
            <a:avLst/>
          </a:prstGeom>
          <a:solidFill>
            <a:srgbClr val="F73434"/>
          </a:solidFill>
          <a:ln w="12700">
            <a:noFill/>
            <a:prstDash val="sysDash"/>
          </a:ln>
        </p:spPr>
        <p:txBody>
          <a:bodyPr wrap="square" lIns="91440" tIns="91440" rIns="91440" bIns="91440" rtlCol="0" anchor="ctr">
            <a:noAutofit/>
          </a:bodyPr>
          <a:lstStyle/>
          <a:p>
            <a:pPr>
              <a:lnSpc>
                <a:spcPct val="120000"/>
              </a:lnSpc>
            </a:pPr>
            <a:r>
              <a:rPr lang="en-US" altLang="zh-CN" sz="800" b="1" dirty="0">
                <a:solidFill>
                  <a:schemeClr val="bg1"/>
                </a:solidFill>
              </a:rPr>
              <a:t>Note:</a:t>
            </a:r>
          </a:p>
          <a:p>
            <a:pPr>
              <a:lnSpc>
                <a:spcPct val="120000"/>
              </a:lnSpc>
            </a:pPr>
            <a:r>
              <a:rPr lang="zh-CN" altLang="en-US" sz="800" dirty="0">
                <a:solidFill>
                  <a:schemeClr val="bg1"/>
                </a:solidFill>
              </a:rPr>
              <a:t>本页为说明页，使用时请删除本页内容。</a:t>
            </a:r>
          </a:p>
          <a:p>
            <a:pPr>
              <a:lnSpc>
                <a:spcPct val="120000"/>
              </a:lnSpc>
            </a:pPr>
            <a:r>
              <a:rPr lang="en-US" altLang="zh-CN" sz="800" dirty="0">
                <a:solidFill>
                  <a:schemeClr val="bg1"/>
                </a:solidFill>
              </a:rPr>
              <a:t>This slide is an instruction. Please delete this slide before using it </a:t>
            </a:r>
            <a:r>
              <a:rPr lang="en-US" altLang="zh-CN" sz="800">
                <a:solidFill>
                  <a:schemeClr val="bg1"/>
                </a:solidFill>
              </a:rPr>
              <a:t>for p</a:t>
            </a:r>
            <a:r>
              <a:rPr lang="en-US" altLang="zh-CN" sz="100">
                <a:solidFill>
                  <a:schemeClr val="bg1"/>
                </a:solidFill>
              </a:rPr>
              <a:t> </a:t>
            </a:r>
            <a:r>
              <a:rPr lang="en-US" altLang="zh-CN" sz="800">
                <a:solidFill>
                  <a:schemeClr val="bg1"/>
                </a:solidFill>
              </a:rPr>
              <a:t>resentation</a:t>
            </a:r>
            <a:r>
              <a:rPr lang="en-US" altLang="zh-CN" sz="800" dirty="0">
                <a:solidFill>
                  <a:schemeClr val="bg1"/>
                </a:solidFill>
              </a:rPr>
              <a:t>.</a:t>
            </a:r>
          </a:p>
        </p:txBody>
      </p:sp>
    </p:spTree>
    <p:custDataLst>
      <p:tags r:id="rId1"/>
    </p:custData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795" name="Rectangle 10"/>
          <p:cNvSpPr>
            <a:spLocks noChangeArrowheads="1"/>
          </p:cNvSpPr>
          <p:nvPr/>
        </p:nvSpPr>
        <p:spPr bwMode="auto">
          <a:xfrm>
            <a:off x="809622" y="2219171"/>
            <a:ext cx="3659316" cy="175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grpSp>
        <p:nvGrpSpPr>
          <p:cNvPr id="5" name="组合 4"/>
          <p:cNvGrpSpPr/>
          <p:nvPr/>
        </p:nvGrpSpPr>
        <p:grpSpPr>
          <a:xfrm>
            <a:off x="660400" y="5387494"/>
            <a:ext cx="3493913" cy="553998"/>
            <a:chOff x="673100" y="5387494"/>
            <a:chExt cx="3493913" cy="553998"/>
          </a:xfrm>
        </p:grpSpPr>
        <p:sp>
          <p:nvSpPr>
            <p:cNvPr id="351" name="文本框 350"/>
            <p:cNvSpPr txBox="1"/>
            <p:nvPr/>
          </p:nvSpPr>
          <p:spPr>
            <a:xfrm>
              <a:off x="994562" y="5387494"/>
              <a:ext cx="3172451" cy="553998"/>
            </a:xfrm>
            <a:prstGeom prst="rect">
              <a:avLst/>
            </a:prstGeom>
            <a:noFill/>
          </p:spPr>
          <p:txBody>
            <a:bodyPr wrap="square" rtlCol="0" anchor="ctr">
              <a:spAutoFit/>
            </a:bodyPr>
            <a:lstStyle/>
            <a:p>
              <a:r>
                <a:rPr lang="zh-CN" altLang="en-US" sz="1000" dirty="0">
                  <a:solidFill>
                    <a:srgbClr val="2F2F2F"/>
                  </a:solidFill>
                </a:rPr>
                <a:t>选中图示中的图标</a:t>
              </a:r>
              <a:endParaRPr lang="en-US" altLang="zh-CN" sz="1000" dirty="0">
                <a:solidFill>
                  <a:srgbClr val="2F2F2F"/>
                </a:solidFill>
              </a:endParaRPr>
            </a:p>
            <a:p>
              <a:r>
                <a:rPr lang="en-US" altLang="zh-CN" sz="1000" dirty="0">
                  <a:solidFill>
                    <a:srgbClr val="2F2F2F"/>
                  </a:solidFill>
                </a:rPr>
                <a:t>Select the icon that needs to be changed </a:t>
              </a:r>
              <a:r>
                <a:rPr lang="en-US" altLang="zh-CN" sz="1000">
                  <a:solidFill>
                    <a:srgbClr val="2F2F2F"/>
                  </a:solidFill>
                </a:rPr>
                <a:t>in the</a:t>
              </a:r>
              <a:r>
                <a:rPr lang="en-US" altLang="zh-CN" sz="100">
                  <a:solidFill>
                    <a:srgbClr val="2F2F2F"/>
                  </a:solidFill>
                </a:rPr>
                <a:t> </a:t>
              </a:r>
              <a:r>
                <a:rPr lang="en-US" altLang="zh-CN" sz="1000">
                  <a:solidFill>
                    <a:srgbClr val="2F2F2F"/>
                  </a:solidFill>
                </a:rPr>
                <a:t> </a:t>
              </a:r>
              <a:r>
                <a:rPr lang="en-US" altLang="zh-CN" sz="1000" dirty="0">
                  <a:solidFill>
                    <a:srgbClr val="2F2F2F"/>
                  </a:solidFill>
                </a:rPr>
                <a:t>diagram</a:t>
              </a:r>
              <a:endParaRPr lang="zh-CN" altLang="en-US" sz="1000" dirty="0">
                <a:solidFill>
                  <a:srgbClr val="2F2F2F"/>
                </a:solidFill>
              </a:endParaRPr>
            </a:p>
          </p:txBody>
        </p:sp>
        <p:sp>
          <p:nvSpPr>
            <p:cNvPr id="350" name="椭圆 349"/>
            <p:cNvSpPr/>
            <p:nvPr/>
          </p:nvSpPr>
          <p:spPr>
            <a:xfrm>
              <a:off x="673100" y="5526315"/>
              <a:ext cx="276343" cy="276343"/>
            </a:xfrm>
            <a:prstGeom prst="ellipse">
              <a:avLst/>
            </a:prstGeom>
            <a:solidFill>
              <a:srgbClr val="2F2F2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t>1</a:t>
              </a:r>
              <a:endParaRPr lang="zh-CN" altLang="en-US" sz="1200" dirty="0"/>
            </a:p>
          </p:txBody>
        </p:sp>
      </p:grpSp>
      <p:sp>
        <p:nvSpPr>
          <p:cNvPr id="890" name="Right Arrow 16"/>
          <p:cNvSpPr/>
          <p:nvPr/>
        </p:nvSpPr>
        <p:spPr>
          <a:xfrm>
            <a:off x="4284309" y="3338119"/>
            <a:ext cx="174147" cy="156344"/>
          </a:xfrm>
          <a:custGeom>
            <a:avLst/>
            <a:gdLst>
              <a:gd name="T0" fmla="*/ 4048 w 6714"/>
              <a:gd name="T1" fmla="*/ 194 h 6036"/>
              <a:gd name="T2" fmla="*/ 3696 w 6714"/>
              <a:gd name="T3" fmla="*/ 340 h 6036"/>
              <a:gd name="T4" fmla="*/ 3696 w 6714"/>
              <a:gd name="T5" fmla="*/ 1283 h 6036"/>
              <a:gd name="T6" fmla="*/ 199 w 6714"/>
              <a:gd name="T7" fmla="*/ 1283 h 6036"/>
              <a:gd name="T8" fmla="*/ 0 w 6714"/>
              <a:gd name="T9" fmla="*/ 1482 h 6036"/>
              <a:gd name="T10" fmla="*/ 0 w 6714"/>
              <a:gd name="T11" fmla="*/ 4553 h 6036"/>
              <a:gd name="T12" fmla="*/ 199 w 6714"/>
              <a:gd name="T13" fmla="*/ 4752 h 6036"/>
              <a:gd name="T14" fmla="*/ 3696 w 6714"/>
              <a:gd name="T15" fmla="*/ 4752 h 6036"/>
              <a:gd name="T16" fmla="*/ 3696 w 6714"/>
              <a:gd name="T17" fmla="*/ 5696 h 6036"/>
              <a:gd name="T18" fmla="*/ 4048 w 6714"/>
              <a:gd name="T19" fmla="*/ 5842 h 6036"/>
              <a:gd name="T20" fmla="*/ 6520 w 6714"/>
              <a:gd name="T21" fmla="*/ 3369 h 6036"/>
              <a:gd name="T22" fmla="*/ 6520 w 6714"/>
              <a:gd name="T23" fmla="*/ 2666 h 6036"/>
              <a:gd name="T24" fmla="*/ 4048 w 6714"/>
              <a:gd name="T25" fmla="*/ 194 h 60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714" h="6036">
                <a:moveTo>
                  <a:pt x="4048" y="194"/>
                </a:moveTo>
                <a:cubicBezTo>
                  <a:pt x="3853" y="0"/>
                  <a:pt x="3696" y="65"/>
                  <a:pt x="3696" y="340"/>
                </a:cubicBezTo>
                <a:lnTo>
                  <a:pt x="3696" y="1283"/>
                </a:lnTo>
                <a:lnTo>
                  <a:pt x="199" y="1283"/>
                </a:lnTo>
                <a:cubicBezTo>
                  <a:pt x="89" y="1283"/>
                  <a:pt x="0" y="1372"/>
                  <a:pt x="0" y="1482"/>
                </a:cubicBezTo>
                <a:lnTo>
                  <a:pt x="0" y="4553"/>
                </a:lnTo>
                <a:cubicBezTo>
                  <a:pt x="0" y="4663"/>
                  <a:pt x="89" y="4752"/>
                  <a:pt x="199" y="4752"/>
                </a:cubicBezTo>
                <a:lnTo>
                  <a:pt x="3696" y="4752"/>
                </a:lnTo>
                <a:lnTo>
                  <a:pt x="3696" y="5696"/>
                </a:lnTo>
                <a:cubicBezTo>
                  <a:pt x="3696" y="5971"/>
                  <a:pt x="3853" y="6036"/>
                  <a:pt x="4048" y="5842"/>
                </a:cubicBezTo>
                <a:lnTo>
                  <a:pt x="6520" y="3369"/>
                </a:lnTo>
                <a:cubicBezTo>
                  <a:pt x="6714" y="3175"/>
                  <a:pt x="6714" y="2860"/>
                  <a:pt x="6520" y="2666"/>
                </a:cubicBezTo>
                <a:lnTo>
                  <a:pt x="4048" y="194"/>
                </a:lnTo>
                <a:close/>
              </a:path>
            </a:pathLst>
          </a:custGeom>
          <a:solidFill>
            <a:srgbClr val="867B9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613" name="文本框 612"/>
          <p:cNvSpPr txBox="1"/>
          <p:nvPr/>
        </p:nvSpPr>
        <p:spPr>
          <a:xfrm>
            <a:off x="4916703" y="5387481"/>
            <a:ext cx="2558947" cy="553998"/>
          </a:xfrm>
          <a:prstGeom prst="rect">
            <a:avLst/>
          </a:prstGeom>
          <a:noFill/>
        </p:spPr>
        <p:txBody>
          <a:bodyPr wrap="square" rtlCol="0" anchor="ctr">
            <a:spAutoFit/>
          </a:bodyPr>
          <a:lstStyle/>
          <a:p>
            <a:r>
              <a:rPr lang="zh-CN" altLang="en-US" sz="1000" dirty="0">
                <a:solidFill>
                  <a:srgbClr val="2F2F2F"/>
                </a:solidFill>
              </a:rPr>
              <a:t>点击 </a:t>
            </a:r>
            <a:r>
              <a:rPr lang="en-US" altLang="zh-CN" sz="1000" dirty="0" err="1">
                <a:solidFill>
                  <a:srgbClr val="2F2F2F"/>
                </a:solidFill>
              </a:rPr>
              <a:t>iSlide</a:t>
            </a:r>
            <a:r>
              <a:rPr lang="en-US" altLang="zh-CN" sz="1000" dirty="0">
                <a:solidFill>
                  <a:srgbClr val="2F2F2F"/>
                </a:solidFill>
              </a:rPr>
              <a:t>【</a:t>
            </a:r>
            <a:r>
              <a:rPr lang="zh-CN" altLang="en-US" sz="1000" dirty="0">
                <a:solidFill>
                  <a:srgbClr val="2F2F2F"/>
                </a:solidFill>
              </a:rPr>
              <a:t>图标库</a:t>
            </a:r>
            <a:r>
              <a:rPr lang="en-US" altLang="zh-CN" sz="1000" dirty="0">
                <a:solidFill>
                  <a:srgbClr val="2F2F2F"/>
                </a:solidFill>
              </a:rPr>
              <a:t>】</a:t>
            </a:r>
            <a:r>
              <a:rPr lang="zh-CN" altLang="en-US" sz="1000" dirty="0">
                <a:solidFill>
                  <a:srgbClr val="2F2F2F"/>
                </a:solidFill>
              </a:rPr>
              <a:t>中的图标替换</a:t>
            </a:r>
            <a:endParaRPr lang="en-US" altLang="zh-CN" sz="1000" dirty="0">
              <a:solidFill>
                <a:srgbClr val="2F2F2F"/>
              </a:solidFill>
            </a:endParaRPr>
          </a:p>
          <a:p>
            <a:r>
              <a:rPr lang="en-US" altLang="zh-CN" sz="1000" dirty="0">
                <a:solidFill>
                  <a:srgbClr val="2F2F2F"/>
                </a:solidFill>
              </a:rPr>
              <a:t>Click the target icon in iSlide “Icon Library” </a:t>
            </a:r>
            <a:r>
              <a:rPr lang="en-US" altLang="zh-CN" sz="1000">
                <a:solidFill>
                  <a:srgbClr val="2F2F2F"/>
                </a:solidFill>
              </a:rPr>
              <a:t>to r</a:t>
            </a:r>
            <a:r>
              <a:rPr lang="en-US" altLang="zh-CN" sz="100">
                <a:solidFill>
                  <a:srgbClr val="2F2F2F"/>
                </a:solidFill>
              </a:rPr>
              <a:t> </a:t>
            </a:r>
            <a:r>
              <a:rPr lang="en-US" altLang="zh-CN" sz="1000">
                <a:solidFill>
                  <a:srgbClr val="2F2F2F"/>
                </a:solidFill>
              </a:rPr>
              <a:t>eplace </a:t>
            </a:r>
            <a:r>
              <a:rPr lang="en-US" altLang="zh-CN" sz="1000" dirty="0">
                <a:solidFill>
                  <a:srgbClr val="2F2F2F"/>
                </a:solidFill>
              </a:rPr>
              <a:t>it</a:t>
            </a:r>
            <a:endParaRPr lang="zh-CN" altLang="en-US" sz="1000" dirty="0">
              <a:solidFill>
                <a:srgbClr val="2F2F2F"/>
              </a:solidFill>
            </a:endParaRPr>
          </a:p>
        </p:txBody>
      </p:sp>
      <p:sp>
        <p:nvSpPr>
          <p:cNvPr id="614" name="椭圆 613"/>
          <p:cNvSpPr/>
          <p:nvPr/>
        </p:nvSpPr>
        <p:spPr>
          <a:xfrm>
            <a:off x="4595244" y="5526315"/>
            <a:ext cx="276343" cy="276343"/>
          </a:xfrm>
          <a:prstGeom prst="ellipse">
            <a:avLst/>
          </a:prstGeom>
          <a:solidFill>
            <a:srgbClr val="2F2F2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t>2</a:t>
            </a:r>
            <a:endParaRPr lang="zh-CN" altLang="en-US" sz="1200" dirty="0"/>
          </a:p>
        </p:txBody>
      </p:sp>
      <p:sp>
        <p:nvSpPr>
          <p:cNvPr id="891" name="Right Arrow 751"/>
          <p:cNvSpPr/>
          <p:nvPr/>
        </p:nvSpPr>
        <p:spPr>
          <a:xfrm>
            <a:off x="7720848" y="3338119"/>
            <a:ext cx="174147" cy="156344"/>
          </a:xfrm>
          <a:custGeom>
            <a:avLst/>
            <a:gdLst>
              <a:gd name="T0" fmla="*/ 4048 w 6714"/>
              <a:gd name="T1" fmla="*/ 194 h 6036"/>
              <a:gd name="T2" fmla="*/ 3696 w 6714"/>
              <a:gd name="T3" fmla="*/ 340 h 6036"/>
              <a:gd name="T4" fmla="*/ 3696 w 6714"/>
              <a:gd name="T5" fmla="*/ 1283 h 6036"/>
              <a:gd name="T6" fmla="*/ 199 w 6714"/>
              <a:gd name="T7" fmla="*/ 1283 h 6036"/>
              <a:gd name="T8" fmla="*/ 0 w 6714"/>
              <a:gd name="T9" fmla="*/ 1482 h 6036"/>
              <a:gd name="T10" fmla="*/ 0 w 6714"/>
              <a:gd name="T11" fmla="*/ 4553 h 6036"/>
              <a:gd name="T12" fmla="*/ 199 w 6714"/>
              <a:gd name="T13" fmla="*/ 4752 h 6036"/>
              <a:gd name="T14" fmla="*/ 3696 w 6714"/>
              <a:gd name="T15" fmla="*/ 4752 h 6036"/>
              <a:gd name="T16" fmla="*/ 3696 w 6714"/>
              <a:gd name="T17" fmla="*/ 5696 h 6036"/>
              <a:gd name="T18" fmla="*/ 4048 w 6714"/>
              <a:gd name="T19" fmla="*/ 5842 h 6036"/>
              <a:gd name="T20" fmla="*/ 6520 w 6714"/>
              <a:gd name="T21" fmla="*/ 3369 h 6036"/>
              <a:gd name="T22" fmla="*/ 6520 w 6714"/>
              <a:gd name="T23" fmla="*/ 2666 h 6036"/>
              <a:gd name="T24" fmla="*/ 4048 w 6714"/>
              <a:gd name="T25" fmla="*/ 194 h 60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714" h="6036">
                <a:moveTo>
                  <a:pt x="4048" y="194"/>
                </a:moveTo>
                <a:cubicBezTo>
                  <a:pt x="3853" y="0"/>
                  <a:pt x="3696" y="65"/>
                  <a:pt x="3696" y="340"/>
                </a:cubicBezTo>
                <a:lnTo>
                  <a:pt x="3696" y="1283"/>
                </a:lnTo>
                <a:lnTo>
                  <a:pt x="199" y="1283"/>
                </a:lnTo>
                <a:cubicBezTo>
                  <a:pt x="89" y="1283"/>
                  <a:pt x="0" y="1372"/>
                  <a:pt x="0" y="1482"/>
                </a:cubicBezTo>
                <a:lnTo>
                  <a:pt x="0" y="4553"/>
                </a:lnTo>
                <a:cubicBezTo>
                  <a:pt x="0" y="4663"/>
                  <a:pt x="89" y="4752"/>
                  <a:pt x="199" y="4752"/>
                </a:cubicBezTo>
                <a:lnTo>
                  <a:pt x="3696" y="4752"/>
                </a:lnTo>
                <a:lnTo>
                  <a:pt x="3696" y="5696"/>
                </a:lnTo>
                <a:cubicBezTo>
                  <a:pt x="3696" y="5971"/>
                  <a:pt x="3853" y="6036"/>
                  <a:pt x="4048" y="5842"/>
                </a:cubicBezTo>
                <a:lnTo>
                  <a:pt x="6520" y="3369"/>
                </a:lnTo>
                <a:cubicBezTo>
                  <a:pt x="6714" y="3175"/>
                  <a:pt x="6714" y="2860"/>
                  <a:pt x="6520" y="2666"/>
                </a:cubicBezTo>
                <a:lnTo>
                  <a:pt x="4048" y="194"/>
                </a:lnTo>
                <a:close/>
              </a:path>
            </a:pathLst>
          </a:custGeom>
          <a:solidFill>
            <a:srgbClr val="867B9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grpSp>
        <p:nvGrpSpPr>
          <p:cNvPr id="4" name="组合 3"/>
          <p:cNvGrpSpPr/>
          <p:nvPr/>
        </p:nvGrpSpPr>
        <p:grpSpPr>
          <a:xfrm>
            <a:off x="8024992" y="5464436"/>
            <a:ext cx="3493908" cy="400110"/>
            <a:chOff x="8024992" y="5464436"/>
            <a:chExt cx="3493908" cy="400110"/>
          </a:xfrm>
        </p:grpSpPr>
        <p:sp>
          <p:nvSpPr>
            <p:cNvPr id="753" name="文本框 752"/>
            <p:cNvSpPr txBox="1"/>
            <p:nvPr/>
          </p:nvSpPr>
          <p:spPr>
            <a:xfrm>
              <a:off x="8344861" y="5464436"/>
              <a:ext cx="3174039" cy="400110"/>
            </a:xfrm>
            <a:prstGeom prst="rect">
              <a:avLst/>
            </a:prstGeom>
            <a:noFill/>
          </p:spPr>
          <p:txBody>
            <a:bodyPr wrap="square" rtlCol="0" anchor="ctr">
              <a:spAutoFit/>
            </a:bodyPr>
            <a:lstStyle/>
            <a:p>
              <a:r>
                <a:rPr lang="zh-CN" altLang="en-US" sz="1000" dirty="0">
                  <a:solidFill>
                    <a:srgbClr val="2F2F2F"/>
                  </a:solidFill>
                </a:rPr>
                <a:t>替换成功</a:t>
              </a:r>
              <a:endParaRPr lang="en-US" altLang="zh-CN" sz="1000" dirty="0">
                <a:solidFill>
                  <a:srgbClr val="2F2F2F"/>
                </a:solidFill>
              </a:endParaRPr>
            </a:p>
            <a:p>
              <a:r>
                <a:rPr lang="en-US" altLang="zh-CN" sz="1000">
                  <a:solidFill>
                    <a:srgbClr val="2F2F2F"/>
                  </a:solidFill>
                </a:rPr>
                <a:t>Do</a:t>
              </a:r>
              <a:r>
                <a:rPr lang="en-US" altLang="zh-CN" sz="100">
                  <a:solidFill>
                    <a:srgbClr val="2F2F2F"/>
                  </a:solidFill>
                </a:rPr>
                <a:t> </a:t>
              </a:r>
              <a:r>
                <a:rPr lang="en-US" altLang="zh-CN" sz="1000">
                  <a:solidFill>
                    <a:srgbClr val="2F2F2F"/>
                  </a:solidFill>
                </a:rPr>
                <a:t>ne</a:t>
              </a:r>
              <a:endParaRPr lang="en-US" altLang="zh-CN" sz="1000" dirty="0">
                <a:solidFill>
                  <a:srgbClr val="2F2F2F"/>
                </a:solidFill>
              </a:endParaRPr>
            </a:p>
          </p:txBody>
        </p:sp>
        <p:sp>
          <p:nvSpPr>
            <p:cNvPr id="754" name="椭圆 753"/>
            <p:cNvSpPr/>
            <p:nvPr/>
          </p:nvSpPr>
          <p:spPr>
            <a:xfrm>
              <a:off x="8024992" y="5526315"/>
              <a:ext cx="276343" cy="276343"/>
            </a:xfrm>
            <a:prstGeom prst="ellipse">
              <a:avLst/>
            </a:prstGeom>
            <a:solidFill>
              <a:srgbClr val="2F2F2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t>3</a:t>
              </a:r>
              <a:endParaRPr lang="zh-CN" altLang="en-US" sz="1200" dirty="0"/>
            </a:p>
          </p:txBody>
        </p:sp>
      </p:grpSp>
      <p:sp>
        <p:nvSpPr>
          <p:cNvPr id="3" name="标题 1"/>
          <p:cNvSpPr txBox="1"/>
          <p:nvPr/>
        </p:nvSpPr>
        <p:spPr>
          <a:xfrm>
            <a:off x="660400" y="0"/>
            <a:ext cx="10858500" cy="102870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defTabSz="914400"/>
            <a:r>
              <a:rPr lang="zh-CN" altLang="en-US" sz="2800" b="1" dirty="0"/>
              <a:t>更改页面中的图标  </a:t>
            </a:r>
            <a:r>
              <a:rPr lang="en-US" altLang="zh-CN" sz="2800" b="1"/>
              <a:t>Replace I</a:t>
            </a:r>
            <a:r>
              <a:rPr lang="en-US" altLang="zh-CN" sz="100" b="1"/>
              <a:t> </a:t>
            </a:r>
            <a:r>
              <a:rPr lang="en-US" altLang="zh-CN" sz="2800" b="1"/>
              <a:t>cons</a:t>
            </a:r>
            <a:endParaRPr lang="zh-CN" altLang="en-US" sz="2800" b="1" dirty="0"/>
          </a:p>
        </p:txBody>
      </p:sp>
      <p:grpSp>
        <p:nvGrpSpPr>
          <p:cNvPr id="22" name="组合 21"/>
          <p:cNvGrpSpPr/>
          <p:nvPr/>
        </p:nvGrpSpPr>
        <p:grpSpPr>
          <a:xfrm>
            <a:off x="660400" y="1959178"/>
            <a:ext cx="3493913" cy="2403813"/>
            <a:chOff x="673100" y="1959176"/>
            <a:chExt cx="3493913" cy="2403813"/>
          </a:xfrm>
        </p:grpSpPr>
        <p:grpSp>
          <p:nvGrpSpPr>
            <p:cNvPr id="12" name="组合 11"/>
            <p:cNvGrpSpPr/>
            <p:nvPr/>
          </p:nvGrpSpPr>
          <p:grpSpPr>
            <a:xfrm>
              <a:off x="673100" y="1959176"/>
              <a:ext cx="3493913" cy="2403813"/>
              <a:chOff x="673100" y="1959176"/>
              <a:chExt cx="3493913" cy="2403813"/>
            </a:xfrm>
          </p:grpSpPr>
          <p:sp>
            <p:nvSpPr>
              <p:cNvPr id="395" name="Freeform 6"/>
              <p:cNvSpPr/>
              <p:nvPr/>
            </p:nvSpPr>
            <p:spPr bwMode="auto">
              <a:xfrm>
                <a:off x="673100" y="1959176"/>
                <a:ext cx="3493913" cy="2403813"/>
              </a:xfrm>
              <a:prstGeom prst="rect">
                <a:avLst/>
              </a:prstGeom>
              <a:gradFill>
                <a:gsLst>
                  <a:gs pos="83000">
                    <a:schemeClr val="bg1"/>
                  </a:gs>
                  <a:gs pos="100000">
                    <a:schemeClr val="bg1">
                      <a:alpha val="0"/>
                    </a:schemeClr>
                  </a:gs>
                </a:gsLst>
                <a:lin ang="5400000" scaled="1"/>
              </a:gradFill>
              <a:ln w="9525">
                <a:noFill/>
                <a:round/>
              </a:ln>
              <a:effectLst>
                <a:outerShdw blurRad="63500" sx="102000" sy="102000" algn="ctr" rotWithShape="0">
                  <a:srgbClr val="E7E5EA">
                    <a:alpha val="50000"/>
                  </a:srgbClr>
                </a:outerShdw>
              </a:effectLst>
            </p:spPr>
            <p:txBody>
              <a:bodyPr vert="horz" wrap="square" lIns="91440" tIns="45720" rIns="91440" bIns="45720" numCol="1" anchor="t" anchorCtr="0" compatLnSpc="1"/>
              <a:lstStyle/>
              <a:p>
                <a:endParaRPr lang="zh-CN" altLang="en-US"/>
              </a:p>
            </p:txBody>
          </p:sp>
          <p:sp>
            <p:nvSpPr>
              <p:cNvPr id="396" name="矩形: 圆角 395"/>
              <p:cNvSpPr>
                <a:spLocks noChangeAspect="1"/>
              </p:cNvSpPr>
              <p:nvPr/>
            </p:nvSpPr>
            <p:spPr>
              <a:xfrm>
                <a:off x="810452" y="2742993"/>
                <a:ext cx="526366" cy="310957"/>
              </a:xfrm>
              <a:prstGeom prst="roundRect">
                <a:avLst>
                  <a:gd name="adj" fmla="val 4418"/>
                </a:avLst>
              </a:prstGeom>
              <a:solidFill>
                <a:srgbClr val="F0EEF2"/>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397" name="Rectangle 8"/>
              <p:cNvSpPr>
                <a:spLocks noChangeArrowheads="1"/>
              </p:cNvSpPr>
              <p:nvPr/>
            </p:nvSpPr>
            <p:spPr bwMode="auto">
              <a:xfrm>
                <a:off x="810454" y="2228518"/>
                <a:ext cx="3240163" cy="311711"/>
              </a:xfrm>
              <a:prstGeom prst="rect">
                <a:avLst/>
              </a:prstGeom>
              <a:solidFill>
                <a:srgbClr val="F0EEF2"/>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398" name="Rectangle 9"/>
              <p:cNvSpPr>
                <a:spLocks noChangeArrowheads="1"/>
              </p:cNvSpPr>
              <p:nvPr/>
            </p:nvSpPr>
            <p:spPr bwMode="auto">
              <a:xfrm>
                <a:off x="810454" y="2228518"/>
                <a:ext cx="3240163" cy="181579"/>
              </a:xfrm>
              <a:prstGeom prst="rect">
                <a:avLst/>
              </a:prstGeom>
              <a:solidFill>
                <a:srgbClr val="B4B4B4"/>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399" name="Oval 14"/>
              <p:cNvSpPr>
                <a:spLocks noChangeArrowheads="1"/>
              </p:cNvSpPr>
              <p:nvPr/>
            </p:nvSpPr>
            <p:spPr bwMode="auto">
              <a:xfrm>
                <a:off x="1171610" y="2098386"/>
                <a:ext cx="59552" cy="62543"/>
              </a:xfrm>
              <a:prstGeom prst="ellipse">
                <a:avLst/>
              </a:prstGeom>
              <a:solidFill>
                <a:srgbClr val="F0EEF2"/>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400" name="Oval 15"/>
              <p:cNvSpPr>
                <a:spLocks noChangeArrowheads="1"/>
              </p:cNvSpPr>
              <p:nvPr/>
            </p:nvSpPr>
            <p:spPr bwMode="auto">
              <a:xfrm>
                <a:off x="1276307" y="2098386"/>
                <a:ext cx="60514" cy="62543"/>
              </a:xfrm>
              <a:prstGeom prst="ellipse">
                <a:avLst/>
              </a:prstGeom>
              <a:solidFill>
                <a:srgbClr val="F0EEF2"/>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401" name="Oval 16"/>
              <p:cNvSpPr>
                <a:spLocks noChangeArrowheads="1"/>
              </p:cNvSpPr>
              <p:nvPr/>
            </p:nvSpPr>
            <p:spPr bwMode="auto">
              <a:xfrm>
                <a:off x="1381003" y="2098386"/>
                <a:ext cx="60514" cy="62543"/>
              </a:xfrm>
              <a:prstGeom prst="ellipse">
                <a:avLst/>
              </a:prstGeom>
              <a:solidFill>
                <a:srgbClr val="F0EEF2"/>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402" name="Freeform 18"/>
              <p:cNvSpPr/>
              <p:nvPr/>
            </p:nvSpPr>
            <p:spPr bwMode="auto">
              <a:xfrm>
                <a:off x="1615371" y="2262817"/>
                <a:ext cx="505234" cy="164430"/>
              </a:xfrm>
              <a:custGeom>
                <a:avLst/>
                <a:gdLst>
                  <a:gd name="T0" fmla="*/ 520 w 547"/>
                  <a:gd name="T1" fmla="*/ 170 h 170"/>
                  <a:gd name="T2" fmla="*/ 27 w 547"/>
                  <a:gd name="T3" fmla="*/ 170 h 170"/>
                  <a:gd name="T4" fmla="*/ 0 w 547"/>
                  <a:gd name="T5" fmla="*/ 143 h 170"/>
                  <a:gd name="T6" fmla="*/ 0 w 547"/>
                  <a:gd name="T7" fmla="*/ 27 h 170"/>
                  <a:gd name="T8" fmla="*/ 27 w 547"/>
                  <a:gd name="T9" fmla="*/ 0 h 170"/>
                  <a:gd name="T10" fmla="*/ 520 w 547"/>
                  <a:gd name="T11" fmla="*/ 0 h 170"/>
                  <a:gd name="T12" fmla="*/ 547 w 547"/>
                  <a:gd name="T13" fmla="*/ 27 h 170"/>
                  <a:gd name="T14" fmla="*/ 547 w 547"/>
                  <a:gd name="T15" fmla="*/ 143 h 170"/>
                  <a:gd name="T16" fmla="*/ 520 w 547"/>
                  <a:gd name="T17" fmla="*/ 170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47" h="170">
                    <a:moveTo>
                      <a:pt x="520" y="170"/>
                    </a:moveTo>
                    <a:cubicBezTo>
                      <a:pt x="27" y="170"/>
                      <a:pt x="27" y="170"/>
                      <a:pt x="27" y="170"/>
                    </a:cubicBezTo>
                    <a:cubicBezTo>
                      <a:pt x="12" y="170"/>
                      <a:pt x="0" y="158"/>
                      <a:pt x="0" y="143"/>
                    </a:cubicBezTo>
                    <a:cubicBezTo>
                      <a:pt x="0" y="27"/>
                      <a:pt x="0" y="27"/>
                      <a:pt x="0" y="27"/>
                    </a:cubicBezTo>
                    <a:cubicBezTo>
                      <a:pt x="0" y="12"/>
                      <a:pt x="12" y="0"/>
                      <a:pt x="27" y="0"/>
                    </a:cubicBezTo>
                    <a:cubicBezTo>
                      <a:pt x="520" y="0"/>
                      <a:pt x="520" y="0"/>
                      <a:pt x="520" y="0"/>
                    </a:cubicBezTo>
                    <a:cubicBezTo>
                      <a:pt x="535" y="0"/>
                      <a:pt x="547" y="12"/>
                      <a:pt x="547" y="27"/>
                    </a:cubicBezTo>
                    <a:cubicBezTo>
                      <a:pt x="547" y="143"/>
                      <a:pt x="547" y="143"/>
                      <a:pt x="547" y="143"/>
                    </a:cubicBezTo>
                    <a:cubicBezTo>
                      <a:pt x="547" y="158"/>
                      <a:pt x="535" y="170"/>
                      <a:pt x="520" y="170"/>
                    </a:cubicBezTo>
                    <a:close/>
                  </a:path>
                </a:pathLst>
              </a:custGeom>
              <a:solidFill>
                <a:srgbClr val="F0EEF2"/>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403" name="Rectangle 19"/>
              <p:cNvSpPr>
                <a:spLocks noChangeArrowheads="1"/>
              </p:cNvSpPr>
              <p:nvPr/>
            </p:nvSpPr>
            <p:spPr bwMode="auto">
              <a:xfrm>
                <a:off x="1737357" y="2320316"/>
                <a:ext cx="243973" cy="49430"/>
              </a:xfrm>
              <a:prstGeom prst="rect">
                <a:avLst/>
              </a:prstGeom>
              <a:solidFill>
                <a:srgbClr val="CFCBD6"/>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404" name="Freeform 20"/>
              <p:cNvSpPr/>
              <p:nvPr/>
            </p:nvSpPr>
            <p:spPr bwMode="auto">
              <a:xfrm>
                <a:off x="1139912" y="2306193"/>
                <a:ext cx="232445" cy="49430"/>
              </a:xfrm>
              <a:custGeom>
                <a:avLst/>
                <a:gdLst>
                  <a:gd name="T0" fmla="*/ 227 w 251"/>
                  <a:gd name="T1" fmla="*/ 0 h 51"/>
                  <a:gd name="T2" fmla="*/ 24 w 251"/>
                  <a:gd name="T3" fmla="*/ 0 h 51"/>
                  <a:gd name="T4" fmla="*/ 0 w 251"/>
                  <a:gd name="T5" fmla="*/ 24 h 51"/>
                  <a:gd name="T6" fmla="*/ 0 w 251"/>
                  <a:gd name="T7" fmla="*/ 27 h 51"/>
                  <a:gd name="T8" fmla="*/ 24 w 251"/>
                  <a:gd name="T9" fmla="*/ 51 h 51"/>
                  <a:gd name="T10" fmla="*/ 227 w 251"/>
                  <a:gd name="T11" fmla="*/ 51 h 51"/>
                  <a:gd name="T12" fmla="*/ 251 w 251"/>
                  <a:gd name="T13" fmla="*/ 27 h 51"/>
                  <a:gd name="T14" fmla="*/ 251 w 251"/>
                  <a:gd name="T15" fmla="*/ 24 h 51"/>
                  <a:gd name="T16" fmla="*/ 227 w 251"/>
                  <a:gd name="T17"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1" h="51">
                    <a:moveTo>
                      <a:pt x="227" y="0"/>
                    </a:moveTo>
                    <a:cubicBezTo>
                      <a:pt x="24" y="0"/>
                      <a:pt x="24" y="0"/>
                      <a:pt x="24" y="0"/>
                    </a:cubicBezTo>
                    <a:cubicBezTo>
                      <a:pt x="11" y="0"/>
                      <a:pt x="0" y="11"/>
                      <a:pt x="0" y="24"/>
                    </a:cubicBezTo>
                    <a:cubicBezTo>
                      <a:pt x="0" y="27"/>
                      <a:pt x="0" y="27"/>
                      <a:pt x="0" y="27"/>
                    </a:cubicBezTo>
                    <a:cubicBezTo>
                      <a:pt x="0" y="41"/>
                      <a:pt x="11" y="51"/>
                      <a:pt x="24" y="51"/>
                    </a:cubicBezTo>
                    <a:cubicBezTo>
                      <a:pt x="227" y="51"/>
                      <a:pt x="227" y="51"/>
                      <a:pt x="227" y="51"/>
                    </a:cubicBezTo>
                    <a:cubicBezTo>
                      <a:pt x="240" y="51"/>
                      <a:pt x="251" y="41"/>
                      <a:pt x="251" y="27"/>
                    </a:cubicBezTo>
                    <a:cubicBezTo>
                      <a:pt x="251" y="24"/>
                      <a:pt x="251" y="24"/>
                      <a:pt x="251" y="24"/>
                    </a:cubicBezTo>
                    <a:cubicBezTo>
                      <a:pt x="251" y="11"/>
                      <a:pt x="240" y="0"/>
                      <a:pt x="227" y="0"/>
                    </a:cubicBezTo>
                  </a:path>
                </a:pathLst>
              </a:custGeom>
              <a:solidFill>
                <a:srgbClr val="EAECEF">
                  <a:alpha val="66000"/>
                </a:srgbClr>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405" name="Freeform 21"/>
              <p:cNvSpPr/>
              <p:nvPr/>
            </p:nvSpPr>
            <p:spPr bwMode="auto">
              <a:xfrm>
                <a:off x="2317512" y="2306193"/>
                <a:ext cx="231486" cy="49430"/>
              </a:xfrm>
              <a:custGeom>
                <a:avLst/>
                <a:gdLst>
                  <a:gd name="T0" fmla="*/ 226 w 250"/>
                  <a:gd name="T1" fmla="*/ 0 h 51"/>
                  <a:gd name="T2" fmla="*/ 24 w 250"/>
                  <a:gd name="T3" fmla="*/ 0 h 51"/>
                  <a:gd name="T4" fmla="*/ 0 w 250"/>
                  <a:gd name="T5" fmla="*/ 24 h 51"/>
                  <a:gd name="T6" fmla="*/ 0 w 250"/>
                  <a:gd name="T7" fmla="*/ 27 h 51"/>
                  <a:gd name="T8" fmla="*/ 24 w 250"/>
                  <a:gd name="T9" fmla="*/ 51 h 51"/>
                  <a:gd name="T10" fmla="*/ 226 w 250"/>
                  <a:gd name="T11" fmla="*/ 51 h 51"/>
                  <a:gd name="T12" fmla="*/ 250 w 250"/>
                  <a:gd name="T13" fmla="*/ 27 h 51"/>
                  <a:gd name="T14" fmla="*/ 250 w 250"/>
                  <a:gd name="T15" fmla="*/ 24 h 51"/>
                  <a:gd name="T16" fmla="*/ 226 w 250"/>
                  <a:gd name="T17"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0" h="51">
                    <a:moveTo>
                      <a:pt x="226" y="0"/>
                    </a:moveTo>
                    <a:cubicBezTo>
                      <a:pt x="24" y="0"/>
                      <a:pt x="24" y="0"/>
                      <a:pt x="24" y="0"/>
                    </a:cubicBezTo>
                    <a:cubicBezTo>
                      <a:pt x="10" y="0"/>
                      <a:pt x="0" y="11"/>
                      <a:pt x="0" y="24"/>
                    </a:cubicBezTo>
                    <a:cubicBezTo>
                      <a:pt x="0" y="27"/>
                      <a:pt x="0" y="27"/>
                      <a:pt x="0" y="27"/>
                    </a:cubicBezTo>
                    <a:cubicBezTo>
                      <a:pt x="0" y="41"/>
                      <a:pt x="10" y="51"/>
                      <a:pt x="24" y="51"/>
                    </a:cubicBezTo>
                    <a:cubicBezTo>
                      <a:pt x="226" y="51"/>
                      <a:pt x="226" y="51"/>
                      <a:pt x="226" y="51"/>
                    </a:cubicBezTo>
                    <a:cubicBezTo>
                      <a:pt x="239" y="51"/>
                      <a:pt x="250" y="41"/>
                      <a:pt x="250" y="27"/>
                    </a:cubicBezTo>
                    <a:cubicBezTo>
                      <a:pt x="250" y="24"/>
                      <a:pt x="250" y="24"/>
                      <a:pt x="250" y="24"/>
                    </a:cubicBezTo>
                    <a:cubicBezTo>
                      <a:pt x="250" y="11"/>
                      <a:pt x="239" y="0"/>
                      <a:pt x="226" y="0"/>
                    </a:cubicBezTo>
                  </a:path>
                </a:pathLst>
              </a:custGeom>
              <a:solidFill>
                <a:srgbClr val="EAECEF">
                  <a:alpha val="66000"/>
                </a:srgbClr>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406" name="Freeform 22"/>
              <p:cNvSpPr/>
              <p:nvPr/>
            </p:nvSpPr>
            <p:spPr bwMode="auto">
              <a:xfrm>
                <a:off x="2757430" y="2306193"/>
                <a:ext cx="231486" cy="49430"/>
              </a:xfrm>
              <a:custGeom>
                <a:avLst/>
                <a:gdLst>
                  <a:gd name="T0" fmla="*/ 226 w 250"/>
                  <a:gd name="T1" fmla="*/ 0 h 51"/>
                  <a:gd name="T2" fmla="*/ 24 w 250"/>
                  <a:gd name="T3" fmla="*/ 0 h 51"/>
                  <a:gd name="T4" fmla="*/ 0 w 250"/>
                  <a:gd name="T5" fmla="*/ 24 h 51"/>
                  <a:gd name="T6" fmla="*/ 0 w 250"/>
                  <a:gd name="T7" fmla="*/ 27 h 51"/>
                  <a:gd name="T8" fmla="*/ 24 w 250"/>
                  <a:gd name="T9" fmla="*/ 51 h 51"/>
                  <a:gd name="T10" fmla="*/ 226 w 250"/>
                  <a:gd name="T11" fmla="*/ 51 h 51"/>
                  <a:gd name="T12" fmla="*/ 250 w 250"/>
                  <a:gd name="T13" fmla="*/ 27 h 51"/>
                  <a:gd name="T14" fmla="*/ 250 w 250"/>
                  <a:gd name="T15" fmla="*/ 24 h 51"/>
                  <a:gd name="T16" fmla="*/ 226 w 250"/>
                  <a:gd name="T17"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0" h="51">
                    <a:moveTo>
                      <a:pt x="226" y="0"/>
                    </a:moveTo>
                    <a:cubicBezTo>
                      <a:pt x="24" y="0"/>
                      <a:pt x="24" y="0"/>
                      <a:pt x="24" y="0"/>
                    </a:cubicBezTo>
                    <a:cubicBezTo>
                      <a:pt x="11" y="0"/>
                      <a:pt x="0" y="11"/>
                      <a:pt x="0" y="24"/>
                    </a:cubicBezTo>
                    <a:cubicBezTo>
                      <a:pt x="0" y="27"/>
                      <a:pt x="0" y="27"/>
                      <a:pt x="0" y="27"/>
                    </a:cubicBezTo>
                    <a:cubicBezTo>
                      <a:pt x="0" y="41"/>
                      <a:pt x="11" y="51"/>
                      <a:pt x="24" y="51"/>
                    </a:cubicBezTo>
                    <a:cubicBezTo>
                      <a:pt x="226" y="51"/>
                      <a:pt x="226" y="51"/>
                      <a:pt x="226" y="51"/>
                    </a:cubicBezTo>
                    <a:cubicBezTo>
                      <a:pt x="240" y="51"/>
                      <a:pt x="250" y="41"/>
                      <a:pt x="250" y="27"/>
                    </a:cubicBezTo>
                    <a:cubicBezTo>
                      <a:pt x="250" y="24"/>
                      <a:pt x="250" y="24"/>
                      <a:pt x="250" y="24"/>
                    </a:cubicBezTo>
                    <a:cubicBezTo>
                      <a:pt x="250" y="11"/>
                      <a:pt x="240" y="0"/>
                      <a:pt x="226" y="0"/>
                    </a:cubicBezTo>
                  </a:path>
                </a:pathLst>
              </a:custGeom>
              <a:solidFill>
                <a:srgbClr val="EAECEF">
                  <a:alpha val="66000"/>
                </a:srgbClr>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407" name="Freeform 23"/>
              <p:cNvSpPr/>
              <p:nvPr/>
            </p:nvSpPr>
            <p:spPr bwMode="auto">
              <a:xfrm>
                <a:off x="3197349" y="2306193"/>
                <a:ext cx="231486" cy="49430"/>
              </a:xfrm>
              <a:custGeom>
                <a:avLst/>
                <a:gdLst>
                  <a:gd name="T0" fmla="*/ 227 w 250"/>
                  <a:gd name="T1" fmla="*/ 0 h 51"/>
                  <a:gd name="T2" fmla="*/ 24 w 250"/>
                  <a:gd name="T3" fmla="*/ 0 h 51"/>
                  <a:gd name="T4" fmla="*/ 0 w 250"/>
                  <a:gd name="T5" fmla="*/ 24 h 51"/>
                  <a:gd name="T6" fmla="*/ 0 w 250"/>
                  <a:gd name="T7" fmla="*/ 27 h 51"/>
                  <a:gd name="T8" fmla="*/ 24 w 250"/>
                  <a:gd name="T9" fmla="*/ 51 h 51"/>
                  <a:gd name="T10" fmla="*/ 227 w 250"/>
                  <a:gd name="T11" fmla="*/ 51 h 51"/>
                  <a:gd name="T12" fmla="*/ 250 w 250"/>
                  <a:gd name="T13" fmla="*/ 27 h 51"/>
                  <a:gd name="T14" fmla="*/ 250 w 250"/>
                  <a:gd name="T15" fmla="*/ 24 h 51"/>
                  <a:gd name="T16" fmla="*/ 227 w 250"/>
                  <a:gd name="T17"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0" h="51">
                    <a:moveTo>
                      <a:pt x="227" y="0"/>
                    </a:moveTo>
                    <a:cubicBezTo>
                      <a:pt x="24" y="0"/>
                      <a:pt x="24" y="0"/>
                      <a:pt x="24" y="0"/>
                    </a:cubicBezTo>
                    <a:cubicBezTo>
                      <a:pt x="11" y="0"/>
                      <a:pt x="0" y="11"/>
                      <a:pt x="0" y="24"/>
                    </a:cubicBezTo>
                    <a:cubicBezTo>
                      <a:pt x="0" y="27"/>
                      <a:pt x="0" y="27"/>
                      <a:pt x="0" y="27"/>
                    </a:cubicBezTo>
                    <a:cubicBezTo>
                      <a:pt x="0" y="41"/>
                      <a:pt x="11" y="51"/>
                      <a:pt x="24" y="51"/>
                    </a:cubicBezTo>
                    <a:cubicBezTo>
                      <a:pt x="227" y="51"/>
                      <a:pt x="227" y="51"/>
                      <a:pt x="227" y="51"/>
                    </a:cubicBezTo>
                    <a:cubicBezTo>
                      <a:pt x="240" y="51"/>
                      <a:pt x="250" y="41"/>
                      <a:pt x="250" y="27"/>
                    </a:cubicBezTo>
                    <a:cubicBezTo>
                      <a:pt x="250" y="24"/>
                      <a:pt x="250" y="24"/>
                      <a:pt x="250" y="24"/>
                    </a:cubicBezTo>
                    <a:cubicBezTo>
                      <a:pt x="250" y="11"/>
                      <a:pt x="240" y="0"/>
                      <a:pt x="227" y="0"/>
                    </a:cubicBezTo>
                  </a:path>
                </a:pathLst>
              </a:custGeom>
              <a:solidFill>
                <a:srgbClr val="EAECEF">
                  <a:alpha val="66000"/>
                </a:srgbClr>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413" name="矩形: 圆角 412"/>
              <p:cNvSpPr>
                <a:spLocks noChangeAspect="1"/>
              </p:cNvSpPr>
              <p:nvPr/>
            </p:nvSpPr>
            <p:spPr>
              <a:xfrm>
                <a:off x="810452" y="3480441"/>
                <a:ext cx="526366" cy="310957"/>
              </a:xfrm>
              <a:prstGeom prst="roundRect">
                <a:avLst>
                  <a:gd name="adj" fmla="val 4418"/>
                </a:avLst>
              </a:prstGeom>
              <a:solidFill>
                <a:srgbClr val="F0EEF2"/>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414" name="矩形: 圆角 413"/>
              <p:cNvSpPr>
                <a:spLocks noChangeAspect="1"/>
              </p:cNvSpPr>
              <p:nvPr/>
            </p:nvSpPr>
            <p:spPr>
              <a:xfrm>
                <a:off x="810452" y="3849165"/>
                <a:ext cx="526366" cy="310957"/>
              </a:xfrm>
              <a:prstGeom prst="roundRect">
                <a:avLst>
                  <a:gd name="adj" fmla="val 4418"/>
                </a:avLst>
              </a:prstGeom>
              <a:solidFill>
                <a:srgbClr val="F0EEF2"/>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417" name="矩形: 圆角 416"/>
              <p:cNvSpPr>
                <a:spLocks noChangeAspect="1"/>
              </p:cNvSpPr>
              <p:nvPr/>
            </p:nvSpPr>
            <p:spPr>
              <a:xfrm>
                <a:off x="810452" y="4216750"/>
                <a:ext cx="526366" cy="127814"/>
              </a:xfrm>
              <a:prstGeom prst="roundRect">
                <a:avLst>
                  <a:gd name="adj" fmla="val 14540"/>
                </a:avLst>
              </a:prstGeom>
              <a:gradFill>
                <a:gsLst>
                  <a:gs pos="8000">
                    <a:srgbClr val="F0EEF2"/>
                  </a:gs>
                  <a:gs pos="100000">
                    <a:srgbClr val="F0EEF2">
                      <a:alpha val="0"/>
                    </a:srgbClr>
                  </a:gs>
                </a:gsLst>
                <a:lin ang="5400000" scaled="1"/>
              </a:gra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418" name="矩形: 圆角 417"/>
              <p:cNvSpPr>
                <a:spLocks noChangeAspect="1"/>
              </p:cNvSpPr>
              <p:nvPr/>
            </p:nvSpPr>
            <p:spPr>
              <a:xfrm>
                <a:off x="1448859" y="2742992"/>
                <a:ext cx="2578310" cy="1523165"/>
              </a:xfrm>
              <a:prstGeom prst="roundRect">
                <a:avLst>
                  <a:gd name="adj" fmla="val 2829"/>
                </a:avLst>
              </a:prstGeom>
              <a:noFill/>
              <a:ln w="25400">
                <a:gradFill>
                  <a:gsLst>
                    <a:gs pos="62000">
                      <a:srgbClr val="F0EEF2"/>
                    </a:gs>
                    <a:gs pos="100000">
                      <a:srgbClr val="F0EEF2">
                        <a:alpha val="0"/>
                      </a:srgbClr>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135" name="矩形: 圆角 134"/>
              <p:cNvSpPr>
                <a:spLocks noChangeAspect="1"/>
              </p:cNvSpPr>
              <p:nvPr/>
            </p:nvSpPr>
            <p:spPr>
              <a:xfrm>
                <a:off x="810452" y="3111717"/>
                <a:ext cx="526366" cy="310957"/>
              </a:xfrm>
              <a:prstGeom prst="roundRect">
                <a:avLst>
                  <a:gd name="adj" fmla="val 4418"/>
                </a:avLst>
              </a:prstGeom>
              <a:solidFill>
                <a:srgbClr val="F0EEF2"/>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grpSp>
        <p:grpSp>
          <p:nvGrpSpPr>
            <p:cNvPr id="14" name="组合 13"/>
            <p:cNvGrpSpPr/>
            <p:nvPr/>
          </p:nvGrpSpPr>
          <p:grpSpPr>
            <a:xfrm>
              <a:off x="1625650" y="2998805"/>
              <a:ext cx="2224728" cy="1011538"/>
              <a:chOff x="1625650" y="2998805"/>
              <a:chExt cx="2224728" cy="1011538"/>
            </a:xfrm>
          </p:grpSpPr>
          <p:sp>
            <p:nvSpPr>
              <p:cNvPr id="420" name="矩形 419"/>
              <p:cNvSpPr/>
              <p:nvPr/>
            </p:nvSpPr>
            <p:spPr>
              <a:xfrm>
                <a:off x="1658306" y="3180638"/>
                <a:ext cx="2142449" cy="1097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43" name="六边形 442"/>
              <p:cNvSpPr/>
              <p:nvPr/>
            </p:nvSpPr>
            <p:spPr>
              <a:xfrm>
                <a:off x="1625650" y="2998805"/>
                <a:ext cx="544954" cy="469786"/>
              </a:xfrm>
              <a:prstGeom prst="hexagon">
                <a:avLst/>
              </a:prstGeom>
              <a:solidFill>
                <a:srgbClr val="867D98">
                  <a:lumMod val="20000"/>
                  <a:lumOff val="80000"/>
                </a:srgbClr>
              </a:solidFill>
              <a:ln w="38100" cap="flat" cmpd="sng" algn="ctr">
                <a:noFill/>
                <a:prstDash val="solid"/>
                <a:miter lim="800000"/>
              </a:ln>
              <a:effectLst/>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914400">
                  <a:defRPr/>
                </a:pPr>
                <a:endParaRPr lang="zh-CN" altLang="en-US" kern="0" dirty="0">
                  <a:solidFill>
                    <a:srgbClr val="44546A">
                      <a:lumMod val="60000"/>
                      <a:lumOff val="40000"/>
                    </a:srgbClr>
                  </a:solidFill>
                </a:endParaRPr>
              </a:p>
            </p:txBody>
          </p:sp>
          <p:sp>
            <p:nvSpPr>
              <p:cNvPr id="444" name="六边形 443"/>
              <p:cNvSpPr/>
              <p:nvPr/>
            </p:nvSpPr>
            <p:spPr>
              <a:xfrm>
                <a:off x="2121786" y="3264910"/>
                <a:ext cx="544954" cy="469786"/>
              </a:xfrm>
              <a:prstGeom prst="hexagon">
                <a:avLst/>
              </a:prstGeom>
              <a:solidFill>
                <a:srgbClr val="867D98">
                  <a:lumMod val="20000"/>
                  <a:lumOff val="80000"/>
                </a:srgbClr>
              </a:solidFill>
              <a:ln w="38100" cap="flat" cmpd="sng" algn="ctr">
                <a:noFill/>
                <a:prstDash val="solid"/>
                <a:miter lim="800000"/>
              </a:ln>
              <a:effectLst/>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914400">
                  <a:defRPr/>
                </a:pPr>
                <a:endParaRPr lang="zh-CN" altLang="en-US" kern="0">
                  <a:solidFill>
                    <a:srgbClr val="44546A">
                      <a:lumMod val="60000"/>
                      <a:lumOff val="40000"/>
                    </a:srgbClr>
                  </a:solidFill>
                </a:endParaRPr>
              </a:p>
            </p:txBody>
          </p:sp>
          <p:sp>
            <p:nvSpPr>
              <p:cNvPr id="445" name="六边形 444"/>
              <p:cNvSpPr/>
              <p:nvPr/>
            </p:nvSpPr>
            <p:spPr>
              <a:xfrm>
                <a:off x="1635531" y="3540559"/>
                <a:ext cx="544952" cy="469784"/>
              </a:xfrm>
              <a:prstGeom prst="hexagon">
                <a:avLst/>
              </a:prstGeom>
              <a:solidFill>
                <a:srgbClr val="867D98">
                  <a:lumMod val="20000"/>
                  <a:lumOff val="80000"/>
                </a:srgbClr>
              </a:solidFill>
              <a:ln w="38100" cap="flat" cmpd="sng" algn="ctr">
                <a:noFill/>
                <a:prstDash val="solid"/>
                <a:miter lim="800000"/>
              </a:ln>
              <a:effectLst/>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914400">
                  <a:defRPr/>
                </a:pPr>
                <a:endParaRPr lang="zh-CN" altLang="en-US" kern="0" dirty="0">
                  <a:solidFill>
                    <a:srgbClr val="44546A">
                      <a:lumMod val="60000"/>
                      <a:lumOff val="40000"/>
                    </a:srgbClr>
                  </a:solidFill>
                </a:endParaRPr>
              </a:p>
            </p:txBody>
          </p:sp>
          <p:sp>
            <p:nvSpPr>
              <p:cNvPr id="446" name="矩形 445"/>
              <p:cNvSpPr/>
              <p:nvPr/>
            </p:nvSpPr>
            <p:spPr>
              <a:xfrm>
                <a:off x="2840921" y="3226205"/>
                <a:ext cx="1009457" cy="120582"/>
              </a:xfrm>
              <a:prstGeom prst="rect">
                <a:avLst/>
              </a:prstGeom>
              <a:solidFill>
                <a:srgbClr val="E7E5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47" name="矩形 446"/>
              <p:cNvSpPr/>
              <p:nvPr/>
            </p:nvSpPr>
            <p:spPr>
              <a:xfrm>
                <a:off x="2840916" y="3443416"/>
                <a:ext cx="884270" cy="120582"/>
              </a:xfrm>
              <a:prstGeom prst="rect">
                <a:avLst/>
              </a:prstGeom>
              <a:solidFill>
                <a:srgbClr val="E7E5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448" name="矩形 447"/>
              <p:cNvSpPr/>
              <p:nvPr/>
            </p:nvSpPr>
            <p:spPr>
              <a:xfrm>
                <a:off x="2840916" y="3662360"/>
                <a:ext cx="757094" cy="120582"/>
              </a:xfrm>
              <a:prstGeom prst="rect">
                <a:avLst/>
              </a:prstGeom>
              <a:solidFill>
                <a:srgbClr val="E7E5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67" name="任意多边形: 形状 466"/>
              <p:cNvSpPr>
                <a:spLocks noChangeArrowheads="1"/>
              </p:cNvSpPr>
              <p:nvPr/>
            </p:nvSpPr>
            <p:spPr bwMode="auto">
              <a:xfrm>
                <a:off x="1755343" y="3079063"/>
                <a:ext cx="289293" cy="289295"/>
              </a:xfrm>
              <a:custGeom>
                <a:avLst/>
                <a:gdLst>
                  <a:gd name="connsiteX0" fmla="*/ 31617 w 289293"/>
                  <a:gd name="connsiteY0" fmla="*/ 267953 h 289295"/>
                  <a:gd name="connsiteX1" fmla="*/ 257677 w 289293"/>
                  <a:gd name="connsiteY1" fmla="*/ 267953 h 289295"/>
                  <a:gd name="connsiteX2" fmla="*/ 267952 w 289293"/>
                  <a:gd name="connsiteY2" fmla="*/ 278624 h 289295"/>
                  <a:gd name="connsiteX3" fmla="*/ 257677 w 289293"/>
                  <a:gd name="connsiteY3" fmla="*/ 289295 h 289295"/>
                  <a:gd name="connsiteX4" fmla="*/ 31617 w 289293"/>
                  <a:gd name="connsiteY4" fmla="*/ 289295 h 289295"/>
                  <a:gd name="connsiteX5" fmla="*/ 21342 w 289293"/>
                  <a:gd name="connsiteY5" fmla="*/ 278624 h 289295"/>
                  <a:gd name="connsiteX6" fmla="*/ 31617 w 289293"/>
                  <a:gd name="connsiteY6" fmla="*/ 267953 h 289295"/>
                  <a:gd name="connsiteX7" fmla="*/ 123983 w 289293"/>
                  <a:gd name="connsiteY7" fmla="*/ 138821 h 289295"/>
                  <a:gd name="connsiteX8" fmla="*/ 144648 w 289293"/>
                  <a:gd name="connsiteY8" fmla="*/ 142993 h 289295"/>
                  <a:gd name="connsiteX9" fmla="*/ 165310 w 289293"/>
                  <a:gd name="connsiteY9" fmla="*/ 138822 h 289295"/>
                  <a:gd name="connsiteX10" fmla="*/ 165310 w 289293"/>
                  <a:gd name="connsiteY10" fmla="*/ 161161 h 289295"/>
                  <a:gd name="connsiteX11" fmla="*/ 175642 w 289293"/>
                  <a:gd name="connsiteY11" fmla="*/ 171493 h 289295"/>
                  <a:gd name="connsiteX12" fmla="*/ 278961 w 289293"/>
                  <a:gd name="connsiteY12" fmla="*/ 186991 h 289295"/>
                  <a:gd name="connsiteX13" fmla="*/ 289293 w 289293"/>
                  <a:gd name="connsiteY13" fmla="*/ 197323 h 289295"/>
                  <a:gd name="connsiteX14" fmla="*/ 289293 w 289293"/>
                  <a:gd name="connsiteY14" fmla="*/ 238651 h 289295"/>
                  <a:gd name="connsiteX15" fmla="*/ 278961 w 289293"/>
                  <a:gd name="connsiteY15" fmla="*/ 248983 h 289295"/>
                  <a:gd name="connsiteX16" fmla="*/ 10332 w 289293"/>
                  <a:gd name="connsiteY16" fmla="*/ 248983 h 289295"/>
                  <a:gd name="connsiteX17" fmla="*/ 0 w 289293"/>
                  <a:gd name="connsiteY17" fmla="*/ 238651 h 289295"/>
                  <a:gd name="connsiteX18" fmla="*/ 0 w 289293"/>
                  <a:gd name="connsiteY18" fmla="*/ 197323 h 289295"/>
                  <a:gd name="connsiteX19" fmla="*/ 10332 w 289293"/>
                  <a:gd name="connsiteY19" fmla="*/ 186991 h 289295"/>
                  <a:gd name="connsiteX20" fmla="*/ 113651 w 289293"/>
                  <a:gd name="connsiteY20" fmla="*/ 171493 h 289295"/>
                  <a:gd name="connsiteX21" fmla="*/ 123983 w 289293"/>
                  <a:gd name="connsiteY21" fmla="*/ 161161 h 289295"/>
                  <a:gd name="connsiteX22" fmla="*/ 123983 w 289293"/>
                  <a:gd name="connsiteY22" fmla="*/ 141546 h 289295"/>
                  <a:gd name="connsiteX23" fmla="*/ 144648 w 289293"/>
                  <a:gd name="connsiteY23" fmla="*/ 0 h 289295"/>
                  <a:gd name="connsiteX24" fmla="*/ 206301 w 289293"/>
                  <a:gd name="connsiteY24" fmla="*/ 61653 h 289295"/>
                  <a:gd name="connsiteX25" fmla="*/ 144648 w 289293"/>
                  <a:gd name="connsiteY25" fmla="*/ 123306 h 289295"/>
                  <a:gd name="connsiteX26" fmla="*/ 82995 w 289293"/>
                  <a:gd name="connsiteY26" fmla="*/ 61653 h 289295"/>
                  <a:gd name="connsiteX27" fmla="*/ 144648 w 289293"/>
                  <a:gd name="connsiteY27" fmla="*/ 0 h 2892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289293" h="289295">
                    <a:moveTo>
                      <a:pt x="31617" y="267953"/>
                    </a:moveTo>
                    <a:cubicBezTo>
                      <a:pt x="257677" y="267953"/>
                      <a:pt x="257677" y="267953"/>
                      <a:pt x="257677" y="267953"/>
                    </a:cubicBezTo>
                    <a:cubicBezTo>
                      <a:pt x="262814" y="267953"/>
                      <a:pt x="267952" y="273289"/>
                      <a:pt x="267952" y="278624"/>
                    </a:cubicBezTo>
                    <a:cubicBezTo>
                      <a:pt x="267952" y="283960"/>
                      <a:pt x="262814" y="289295"/>
                      <a:pt x="257677" y="289295"/>
                    </a:cubicBezTo>
                    <a:cubicBezTo>
                      <a:pt x="31617" y="289295"/>
                      <a:pt x="31617" y="289295"/>
                      <a:pt x="31617" y="289295"/>
                    </a:cubicBezTo>
                    <a:cubicBezTo>
                      <a:pt x="26480" y="289295"/>
                      <a:pt x="21342" y="283960"/>
                      <a:pt x="21342" y="278624"/>
                    </a:cubicBezTo>
                    <a:cubicBezTo>
                      <a:pt x="21342" y="273289"/>
                      <a:pt x="26480" y="267953"/>
                      <a:pt x="31617" y="267953"/>
                    </a:cubicBezTo>
                    <a:close/>
                    <a:moveTo>
                      <a:pt x="123983" y="138821"/>
                    </a:moveTo>
                    <a:lnTo>
                      <a:pt x="144648" y="142993"/>
                    </a:lnTo>
                    <a:lnTo>
                      <a:pt x="165310" y="138822"/>
                    </a:lnTo>
                    <a:lnTo>
                      <a:pt x="165310" y="161161"/>
                    </a:lnTo>
                    <a:cubicBezTo>
                      <a:pt x="165310" y="166327"/>
                      <a:pt x="170476" y="171493"/>
                      <a:pt x="175642" y="171493"/>
                    </a:cubicBezTo>
                    <a:cubicBezTo>
                      <a:pt x="175642" y="171493"/>
                      <a:pt x="175642" y="171493"/>
                      <a:pt x="278961" y="186991"/>
                    </a:cubicBezTo>
                    <a:cubicBezTo>
                      <a:pt x="284127" y="186991"/>
                      <a:pt x="289293" y="192157"/>
                      <a:pt x="289293" y="197323"/>
                    </a:cubicBezTo>
                    <a:cubicBezTo>
                      <a:pt x="289293" y="197323"/>
                      <a:pt x="289293" y="197323"/>
                      <a:pt x="289293" y="238651"/>
                    </a:cubicBezTo>
                    <a:cubicBezTo>
                      <a:pt x="289293" y="243817"/>
                      <a:pt x="284127" y="248983"/>
                      <a:pt x="278961" y="248983"/>
                    </a:cubicBezTo>
                    <a:cubicBezTo>
                      <a:pt x="278961" y="248983"/>
                      <a:pt x="278961" y="248983"/>
                      <a:pt x="10332" y="248983"/>
                    </a:cubicBezTo>
                    <a:cubicBezTo>
                      <a:pt x="5166" y="248983"/>
                      <a:pt x="0" y="243817"/>
                      <a:pt x="0" y="238651"/>
                    </a:cubicBezTo>
                    <a:cubicBezTo>
                      <a:pt x="0" y="238651"/>
                      <a:pt x="0" y="238651"/>
                      <a:pt x="0" y="197323"/>
                    </a:cubicBezTo>
                    <a:cubicBezTo>
                      <a:pt x="0" y="192157"/>
                      <a:pt x="5166" y="186991"/>
                      <a:pt x="10332" y="186991"/>
                    </a:cubicBezTo>
                    <a:cubicBezTo>
                      <a:pt x="10332" y="186991"/>
                      <a:pt x="10332" y="186991"/>
                      <a:pt x="113651" y="171493"/>
                    </a:cubicBezTo>
                    <a:cubicBezTo>
                      <a:pt x="118817" y="171493"/>
                      <a:pt x="123983" y="166327"/>
                      <a:pt x="123983" y="161161"/>
                    </a:cubicBezTo>
                    <a:cubicBezTo>
                      <a:pt x="123983" y="161161"/>
                      <a:pt x="123983" y="161161"/>
                      <a:pt x="123983" y="141546"/>
                    </a:cubicBezTo>
                    <a:close/>
                    <a:moveTo>
                      <a:pt x="144648" y="0"/>
                    </a:moveTo>
                    <a:cubicBezTo>
                      <a:pt x="178698" y="0"/>
                      <a:pt x="206301" y="27603"/>
                      <a:pt x="206301" y="61653"/>
                    </a:cubicBezTo>
                    <a:cubicBezTo>
                      <a:pt x="206301" y="95703"/>
                      <a:pt x="178698" y="123306"/>
                      <a:pt x="144648" y="123306"/>
                    </a:cubicBezTo>
                    <a:cubicBezTo>
                      <a:pt x="110598" y="123306"/>
                      <a:pt x="82995" y="95703"/>
                      <a:pt x="82995" y="61653"/>
                    </a:cubicBezTo>
                    <a:cubicBezTo>
                      <a:pt x="82995" y="27603"/>
                      <a:pt x="110598" y="0"/>
                      <a:pt x="144648" y="0"/>
                    </a:cubicBezTo>
                    <a:close/>
                  </a:path>
                </a:pathLst>
              </a:custGeom>
              <a:solidFill>
                <a:srgbClr val="4E4658"/>
              </a:solidFill>
              <a:ln>
                <a:noFill/>
              </a:ln>
            </p:spPr>
            <p:txBody>
              <a:bodyPr vert="horz" wrap="square" lIns="91440" tIns="45720" rIns="91440" bIns="45720" numCol="1" anchor="t" anchorCtr="0" compatLnSpc="1">
                <a:noAutofit/>
              </a:bodyPr>
              <a:lstStyle/>
              <a:p>
                <a:endParaRPr lang="zh-CN" altLang="en-US"/>
              </a:p>
            </p:txBody>
          </p:sp>
          <p:grpSp>
            <p:nvGrpSpPr>
              <p:cNvPr id="645" name="组合 644"/>
              <p:cNvGrpSpPr/>
              <p:nvPr/>
            </p:nvGrpSpPr>
            <p:grpSpPr>
              <a:xfrm>
                <a:off x="1710532" y="3031370"/>
                <a:ext cx="380194" cy="380158"/>
                <a:chOff x="4979129" y="5045363"/>
                <a:chExt cx="209362" cy="209343"/>
              </a:xfrm>
            </p:grpSpPr>
            <p:sp>
              <p:nvSpPr>
                <p:cNvPr id="646" name="矩形 645"/>
                <p:cNvSpPr/>
                <p:nvPr/>
              </p:nvSpPr>
              <p:spPr>
                <a:xfrm>
                  <a:off x="5001989" y="5068223"/>
                  <a:ext cx="164175" cy="164176"/>
                </a:xfrm>
                <a:prstGeom prst="rect">
                  <a:avLst/>
                </a:prstGeom>
                <a:noFill/>
                <a:ln w="6350">
                  <a:solidFill>
                    <a:srgbClr val="7F7F7F"/>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lang="en-US"/>
                </a:p>
              </p:txBody>
            </p:sp>
            <p:sp>
              <p:nvSpPr>
                <p:cNvPr id="647" name="椭圆 646"/>
                <p:cNvSpPr/>
                <p:nvPr/>
              </p:nvSpPr>
              <p:spPr>
                <a:xfrm flipH="1">
                  <a:off x="4979129" y="5045363"/>
                  <a:ext cx="45720" cy="45720"/>
                </a:xfrm>
                <a:prstGeom prst="ellipse">
                  <a:avLst/>
                </a:prstGeom>
                <a:solidFill>
                  <a:schemeClr val="bg1"/>
                </a:solidFill>
                <a:ln w="6350">
                  <a:solidFill>
                    <a:srgbClr val="7F7F7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8" name="椭圆 647"/>
                <p:cNvSpPr/>
                <p:nvPr/>
              </p:nvSpPr>
              <p:spPr>
                <a:xfrm flipH="1">
                  <a:off x="5060950" y="5045363"/>
                  <a:ext cx="45720" cy="45720"/>
                </a:xfrm>
                <a:prstGeom prst="ellipse">
                  <a:avLst/>
                </a:prstGeom>
                <a:solidFill>
                  <a:schemeClr val="bg1"/>
                </a:solidFill>
                <a:ln w="6350">
                  <a:solidFill>
                    <a:srgbClr val="7F7F7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9" name="椭圆 648"/>
                <p:cNvSpPr/>
                <p:nvPr/>
              </p:nvSpPr>
              <p:spPr>
                <a:xfrm flipH="1">
                  <a:off x="5142771" y="5045363"/>
                  <a:ext cx="45720" cy="45720"/>
                </a:xfrm>
                <a:prstGeom prst="ellipse">
                  <a:avLst/>
                </a:prstGeom>
                <a:solidFill>
                  <a:schemeClr val="bg1"/>
                </a:solidFill>
                <a:ln w="6350">
                  <a:solidFill>
                    <a:srgbClr val="7F7F7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0" name="椭圆 649"/>
                <p:cNvSpPr/>
                <p:nvPr/>
              </p:nvSpPr>
              <p:spPr>
                <a:xfrm flipH="1">
                  <a:off x="4979129" y="5208986"/>
                  <a:ext cx="45720" cy="45720"/>
                </a:xfrm>
                <a:prstGeom prst="ellipse">
                  <a:avLst/>
                </a:prstGeom>
                <a:solidFill>
                  <a:schemeClr val="bg1"/>
                </a:solidFill>
                <a:ln w="6350">
                  <a:solidFill>
                    <a:srgbClr val="7F7F7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1" name="椭圆 650"/>
                <p:cNvSpPr/>
                <p:nvPr/>
              </p:nvSpPr>
              <p:spPr>
                <a:xfrm flipH="1">
                  <a:off x="5060950" y="5208986"/>
                  <a:ext cx="45720" cy="45720"/>
                </a:xfrm>
                <a:prstGeom prst="ellipse">
                  <a:avLst/>
                </a:prstGeom>
                <a:solidFill>
                  <a:schemeClr val="bg1"/>
                </a:solidFill>
                <a:ln w="6350">
                  <a:solidFill>
                    <a:srgbClr val="7F7F7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2" name="椭圆 651"/>
                <p:cNvSpPr/>
                <p:nvPr/>
              </p:nvSpPr>
              <p:spPr>
                <a:xfrm flipH="1">
                  <a:off x="5142771" y="5208986"/>
                  <a:ext cx="45720" cy="45720"/>
                </a:xfrm>
                <a:prstGeom prst="ellipse">
                  <a:avLst/>
                </a:prstGeom>
                <a:solidFill>
                  <a:schemeClr val="bg1"/>
                </a:solidFill>
                <a:ln w="6350">
                  <a:solidFill>
                    <a:srgbClr val="7F7F7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3" name="椭圆 652"/>
                <p:cNvSpPr/>
                <p:nvPr/>
              </p:nvSpPr>
              <p:spPr>
                <a:xfrm flipH="1">
                  <a:off x="4979129" y="5123645"/>
                  <a:ext cx="45720" cy="45720"/>
                </a:xfrm>
                <a:prstGeom prst="ellipse">
                  <a:avLst/>
                </a:prstGeom>
                <a:solidFill>
                  <a:schemeClr val="bg1"/>
                </a:solidFill>
                <a:ln w="6350">
                  <a:solidFill>
                    <a:srgbClr val="7F7F7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4" name="椭圆 653"/>
                <p:cNvSpPr/>
                <p:nvPr/>
              </p:nvSpPr>
              <p:spPr>
                <a:xfrm flipH="1">
                  <a:off x="5142771" y="5123645"/>
                  <a:ext cx="45720" cy="45720"/>
                </a:xfrm>
                <a:prstGeom prst="ellipse">
                  <a:avLst/>
                </a:prstGeom>
                <a:solidFill>
                  <a:schemeClr val="bg1"/>
                </a:solidFill>
                <a:ln w="6350">
                  <a:solidFill>
                    <a:srgbClr val="7F7F7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grpSp>
        <p:nvGrpSpPr>
          <p:cNvPr id="19" name="组合 18"/>
          <p:cNvGrpSpPr/>
          <p:nvPr/>
        </p:nvGrpSpPr>
        <p:grpSpPr>
          <a:xfrm>
            <a:off x="8024992" y="1959178"/>
            <a:ext cx="3493913" cy="2403813"/>
            <a:chOff x="8024986" y="1959176"/>
            <a:chExt cx="3493913" cy="2403813"/>
          </a:xfrm>
        </p:grpSpPr>
        <p:grpSp>
          <p:nvGrpSpPr>
            <p:cNvPr id="13" name="组合 12"/>
            <p:cNvGrpSpPr/>
            <p:nvPr/>
          </p:nvGrpSpPr>
          <p:grpSpPr>
            <a:xfrm>
              <a:off x="8024986" y="1959176"/>
              <a:ext cx="3493913" cy="2403813"/>
              <a:chOff x="8024986" y="1959176"/>
              <a:chExt cx="3493913" cy="2403813"/>
            </a:xfrm>
          </p:grpSpPr>
          <p:sp>
            <p:nvSpPr>
              <p:cNvPr id="527" name="Freeform 6"/>
              <p:cNvSpPr/>
              <p:nvPr/>
            </p:nvSpPr>
            <p:spPr bwMode="auto">
              <a:xfrm>
                <a:off x="8024986" y="1959176"/>
                <a:ext cx="3493913" cy="2403813"/>
              </a:xfrm>
              <a:prstGeom prst="rect">
                <a:avLst/>
              </a:prstGeom>
              <a:gradFill>
                <a:gsLst>
                  <a:gs pos="83000">
                    <a:schemeClr val="bg1"/>
                  </a:gs>
                  <a:gs pos="100000">
                    <a:schemeClr val="bg1">
                      <a:alpha val="0"/>
                    </a:schemeClr>
                  </a:gs>
                </a:gsLst>
                <a:lin ang="5400000" scaled="1"/>
              </a:gradFill>
              <a:ln w="9525">
                <a:noFill/>
                <a:round/>
              </a:ln>
              <a:effectLst>
                <a:outerShdw blurRad="63500" sx="102000" sy="102000" algn="ctr" rotWithShape="0">
                  <a:srgbClr val="E7E5EA">
                    <a:alpha val="50000"/>
                  </a:srgbClr>
                </a:outerShdw>
              </a:effectLst>
            </p:spPr>
            <p:txBody>
              <a:bodyPr vert="horz" wrap="square" lIns="91440" tIns="45720" rIns="91440" bIns="45720" numCol="1" anchor="t" anchorCtr="0" compatLnSpc="1"/>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528" name="矩形: 圆角 527"/>
              <p:cNvSpPr>
                <a:spLocks noChangeAspect="1"/>
              </p:cNvSpPr>
              <p:nvPr/>
            </p:nvSpPr>
            <p:spPr>
              <a:xfrm>
                <a:off x="8162338" y="2742993"/>
                <a:ext cx="526366" cy="310957"/>
              </a:xfrm>
              <a:prstGeom prst="roundRect">
                <a:avLst>
                  <a:gd name="adj" fmla="val 4418"/>
                </a:avLst>
              </a:prstGeom>
              <a:solidFill>
                <a:srgbClr val="F0EEF2"/>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529" name="Rectangle 8"/>
              <p:cNvSpPr>
                <a:spLocks noChangeArrowheads="1"/>
              </p:cNvSpPr>
              <p:nvPr/>
            </p:nvSpPr>
            <p:spPr bwMode="auto">
              <a:xfrm>
                <a:off x="8162340" y="2228518"/>
                <a:ext cx="3240163" cy="311711"/>
              </a:xfrm>
              <a:prstGeom prst="rect">
                <a:avLst/>
              </a:prstGeom>
              <a:solidFill>
                <a:srgbClr val="F0EEF2"/>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530" name="Rectangle 9"/>
              <p:cNvSpPr>
                <a:spLocks noChangeArrowheads="1"/>
              </p:cNvSpPr>
              <p:nvPr/>
            </p:nvSpPr>
            <p:spPr bwMode="auto">
              <a:xfrm>
                <a:off x="8162340" y="2228518"/>
                <a:ext cx="3240163" cy="181579"/>
              </a:xfrm>
              <a:prstGeom prst="rect">
                <a:avLst/>
              </a:prstGeom>
              <a:solidFill>
                <a:srgbClr val="B4B4B4"/>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531" name="Oval 14"/>
              <p:cNvSpPr>
                <a:spLocks noChangeArrowheads="1"/>
              </p:cNvSpPr>
              <p:nvPr/>
            </p:nvSpPr>
            <p:spPr bwMode="auto">
              <a:xfrm>
                <a:off x="8523496" y="2098386"/>
                <a:ext cx="59552" cy="62543"/>
              </a:xfrm>
              <a:prstGeom prst="ellipse">
                <a:avLst/>
              </a:prstGeom>
              <a:solidFill>
                <a:srgbClr val="F0EEF2"/>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532" name="Oval 15"/>
              <p:cNvSpPr>
                <a:spLocks noChangeArrowheads="1"/>
              </p:cNvSpPr>
              <p:nvPr/>
            </p:nvSpPr>
            <p:spPr bwMode="auto">
              <a:xfrm>
                <a:off x="8628193" y="2098386"/>
                <a:ext cx="60514" cy="62543"/>
              </a:xfrm>
              <a:prstGeom prst="ellipse">
                <a:avLst/>
              </a:prstGeom>
              <a:solidFill>
                <a:srgbClr val="F0EEF2"/>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533" name="Oval 16"/>
              <p:cNvSpPr>
                <a:spLocks noChangeArrowheads="1"/>
              </p:cNvSpPr>
              <p:nvPr/>
            </p:nvSpPr>
            <p:spPr bwMode="auto">
              <a:xfrm>
                <a:off x="8732889" y="2098386"/>
                <a:ext cx="60514" cy="62543"/>
              </a:xfrm>
              <a:prstGeom prst="ellipse">
                <a:avLst/>
              </a:prstGeom>
              <a:solidFill>
                <a:srgbClr val="F0EEF2"/>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534" name="Freeform 18"/>
              <p:cNvSpPr/>
              <p:nvPr/>
            </p:nvSpPr>
            <p:spPr bwMode="auto">
              <a:xfrm>
                <a:off x="8967257" y="2262817"/>
                <a:ext cx="505234" cy="164430"/>
              </a:xfrm>
              <a:custGeom>
                <a:avLst/>
                <a:gdLst>
                  <a:gd name="T0" fmla="*/ 520 w 547"/>
                  <a:gd name="T1" fmla="*/ 170 h 170"/>
                  <a:gd name="T2" fmla="*/ 27 w 547"/>
                  <a:gd name="T3" fmla="*/ 170 h 170"/>
                  <a:gd name="T4" fmla="*/ 0 w 547"/>
                  <a:gd name="T5" fmla="*/ 143 h 170"/>
                  <a:gd name="T6" fmla="*/ 0 w 547"/>
                  <a:gd name="T7" fmla="*/ 27 h 170"/>
                  <a:gd name="T8" fmla="*/ 27 w 547"/>
                  <a:gd name="T9" fmla="*/ 0 h 170"/>
                  <a:gd name="T10" fmla="*/ 520 w 547"/>
                  <a:gd name="T11" fmla="*/ 0 h 170"/>
                  <a:gd name="T12" fmla="*/ 547 w 547"/>
                  <a:gd name="T13" fmla="*/ 27 h 170"/>
                  <a:gd name="T14" fmla="*/ 547 w 547"/>
                  <a:gd name="T15" fmla="*/ 143 h 170"/>
                  <a:gd name="T16" fmla="*/ 520 w 547"/>
                  <a:gd name="T17" fmla="*/ 170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47" h="170">
                    <a:moveTo>
                      <a:pt x="520" y="170"/>
                    </a:moveTo>
                    <a:cubicBezTo>
                      <a:pt x="27" y="170"/>
                      <a:pt x="27" y="170"/>
                      <a:pt x="27" y="170"/>
                    </a:cubicBezTo>
                    <a:cubicBezTo>
                      <a:pt x="12" y="170"/>
                      <a:pt x="0" y="158"/>
                      <a:pt x="0" y="143"/>
                    </a:cubicBezTo>
                    <a:cubicBezTo>
                      <a:pt x="0" y="27"/>
                      <a:pt x="0" y="27"/>
                      <a:pt x="0" y="27"/>
                    </a:cubicBezTo>
                    <a:cubicBezTo>
                      <a:pt x="0" y="12"/>
                      <a:pt x="12" y="0"/>
                      <a:pt x="27" y="0"/>
                    </a:cubicBezTo>
                    <a:cubicBezTo>
                      <a:pt x="520" y="0"/>
                      <a:pt x="520" y="0"/>
                      <a:pt x="520" y="0"/>
                    </a:cubicBezTo>
                    <a:cubicBezTo>
                      <a:pt x="535" y="0"/>
                      <a:pt x="547" y="12"/>
                      <a:pt x="547" y="27"/>
                    </a:cubicBezTo>
                    <a:cubicBezTo>
                      <a:pt x="547" y="143"/>
                      <a:pt x="547" y="143"/>
                      <a:pt x="547" y="143"/>
                    </a:cubicBezTo>
                    <a:cubicBezTo>
                      <a:pt x="547" y="158"/>
                      <a:pt x="535" y="170"/>
                      <a:pt x="520" y="170"/>
                    </a:cubicBezTo>
                    <a:close/>
                  </a:path>
                </a:pathLst>
              </a:custGeom>
              <a:solidFill>
                <a:srgbClr val="F0EEF2"/>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535" name="Rectangle 19"/>
              <p:cNvSpPr>
                <a:spLocks noChangeArrowheads="1"/>
              </p:cNvSpPr>
              <p:nvPr/>
            </p:nvSpPr>
            <p:spPr bwMode="auto">
              <a:xfrm>
                <a:off x="9089243" y="2320316"/>
                <a:ext cx="243973" cy="49430"/>
              </a:xfrm>
              <a:prstGeom prst="rect">
                <a:avLst/>
              </a:prstGeom>
              <a:solidFill>
                <a:srgbClr val="CFCBD6"/>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536" name="Freeform 20"/>
              <p:cNvSpPr/>
              <p:nvPr/>
            </p:nvSpPr>
            <p:spPr bwMode="auto">
              <a:xfrm>
                <a:off x="8491798" y="2306193"/>
                <a:ext cx="232445" cy="49430"/>
              </a:xfrm>
              <a:custGeom>
                <a:avLst/>
                <a:gdLst>
                  <a:gd name="T0" fmla="*/ 227 w 251"/>
                  <a:gd name="T1" fmla="*/ 0 h 51"/>
                  <a:gd name="T2" fmla="*/ 24 w 251"/>
                  <a:gd name="T3" fmla="*/ 0 h 51"/>
                  <a:gd name="T4" fmla="*/ 0 w 251"/>
                  <a:gd name="T5" fmla="*/ 24 h 51"/>
                  <a:gd name="T6" fmla="*/ 0 w 251"/>
                  <a:gd name="T7" fmla="*/ 27 h 51"/>
                  <a:gd name="T8" fmla="*/ 24 w 251"/>
                  <a:gd name="T9" fmla="*/ 51 h 51"/>
                  <a:gd name="T10" fmla="*/ 227 w 251"/>
                  <a:gd name="T11" fmla="*/ 51 h 51"/>
                  <a:gd name="T12" fmla="*/ 251 w 251"/>
                  <a:gd name="T13" fmla="*/ 27 h 51"/>
                  <a:gd name="T14" fmla="*/ 251 w 251"/>
                  <a:gd name="T15" fmla="*/ 24 h 51"/>
                  <a:gd name="T16" fmla="*/ 227 w 251"/>
                  <a:gd name="T17"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1" h="51">
                    <a:moveTo>
                      <a:pt x="227" y="0"/>
                    </a:moveTo>
                    <a:cubicBezTo>
                      <a:pt x="24" y="0"/>
                      <a:pt x="24" y="0"/>
                      <a:pt x="24" y="0"/>
                    </a:cubicBezTo>
                    <a:cubicBezTo>
                      <a:pt x="11" y="0"/>
                      <a:pt x="0" y="11"/>
                      <a:pt x="0" y="24"/>
                    </a:cubicBezTo>
                    <a:cubicBezTo>
                      <a:pt x="0" y="27"/>
                      <a:pt x="0" y="27"/>
                      <a:pt x="0" y="27"/>
                    </a:cubicBezTo>
                    <a:cubicBezTo>
                      <a:pt x="0" y="41"/>
                      <a:pt x="11" y="51"/>
                      <a:pt x="24" y="51"/>
                    </a:cubicBezTo>
                    <a:cubicBezTo>
                      <a:pt x="227" y="51"/>
                      <a:pt x="227" y="51"/>
                      <a:pt x="227" y="51"/>
                    </a:cubicBezTo>
                    <a:cubicBezTo>
                      <a:pt x="240" y="51"/>
                      <a:pt x="251" y="41"/>
                      <a:pt x="251" y="27"/>
                    </a:cubicBezTo>
                    <a:cubicBezTo>
                      <a:pt x="251" y="24"/>
                      <a:pt x="251" y="24"/>
                      <a:pt x="251" y="24"/>
                    </a:cubicBezTo>
                    <a:cubicBezTo>
                      <a:pt x="251" y="11"/>
                      <a:pt x="240" y="0"/>
                      <a:pt x="227" y="0"/>
                    </a:cubicBezTo>
                  </a:path>
                </a:pathLst>
              </a:custGeom>
              <a:solidFill>
                <a:srgbClr val="EAECEF">
                  <a:alpha val="66000"/>
                </a:srgbClr>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537" name="Freeform 21"/>
              <p:cNvSpPr/>
              <p:nvPr/>
            </p:nvSpPr>
            <p:spPr bwMode="auto">
              <a:xfrm>
                <a:off x="9669398" y="2306193"/>
                <a:ext cx="231486" cy="49430"/>
              </a:xfrm>
              <a:custGeom>
                <a:avLst/>
                <a:gdLst>
                  <a:gd name="T0" fmla="*/ 226 w 250"/>
                  <a:gd name="T1" fmla="*/ 0 h 51"/>
                  <a:gd name="T2" fmla="*/ 24 w 250"/>
                  <a:gd name="T3" fmla="*/ 0 h 51"/>
                  <a:gd name="T4" fmla="*/ 0 w 250"/>
                  <a:gd name="T5" fmla="*/ 24 h 51"/>
                  <a:gd name="T6" fmla="*/ 0 w 250"/>
                  <a:gd name="T7" fmla="*/ 27 h 51"/>
                  <a:gd name="T8" fmla="*/ 24 w 250"/>
                  <a:gd name="T9" fmla="*/ 51 h 51"/>
                  <a:gd name="T10" fmla="*/ 226 w 250"/>
                  <a:gd name="T11" fmla="*/ 51 h 51"/>
                  <a:gd name="T12" fmla="*/ 250 w 250"/>
                  <a:gd name="T13" fmla="*/ 27 h 51"/>
                  <a:gd name="T14" fmla="*/ 250 w 250"/>
                  <a:gd name="T15" fmla="*/ 24 h 51"/>
                  <a:gd name="T16" fmla="*/ 226 w 250"/>
                  <a:gd name="T17"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0" h="51">
                    <a:moveTo>
                      <a:pt x="226" y="0"/>
                    </a:moveTo>
                    <a:cubicBezTo>
                      <a:pt x="24" y="0"/>
                      <a:pt x="24" y="0"/>
                      <a:pt x="24" y="0"/>
                    </a:cubicBezTo>
                    <a:cubicBezTo>
                      <a:pt x="10" y="0"/>
                      <a:pt x="0" y="11"/>
                      <a:pt x="0" y="24"/>
                    </a:cubicBezTo>
                    <a:cubicBezTo>
                      <a:pt x="0" y="27"/>
                      <a:pt x="0" y="27"/>
                      <a:pt x="0" y="27"/>
                    </a:cubicBezTo>
                    <a:cubicBezTo>
                      <a:pt x="0" y="41"/>
                      <a:pt x="10" y="51"/>
                      <a:pt x="24" y="51"/>
                    </a:cubicBezTo>
                    <a:cubicBezTo>
                      <a:pt x="226" y="51"/>
                      <a:pt x="226" y="51"/>
                      <a:pt x="226" y="51"/>
                    </a:cubicBezTo>
                    <a:cubicBezTo>
                      <a:pt x="239" y="51"/>
                      <a:pt x="250" y="41"/>
                      <a:pt x="250" y="27"/>
                    </a:cubicBezTo>
                    <a:cubicBezTo>
                      <a:pt x="250" y="24"/>
                      <a:pt x="250" y="24"/>
                      <a:pt x="250" y="24"/>
                    </a:cubicBezTo>
                    <a:cubicBezTo>
                      <a:pt x="250" y="11"/>
                      <a:pt x="239" y="0"/>
                      <a:pt x="226" y="0"/>
                    </a:cubicBezTo>
                  </a:path>
                </a:pathLst>
              </a:custGeom>
              <a:solidFill>
                <a:srgbClr val="EAECEF">
                  <a:alpha val="66000"/>
                </a:srgbClr>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538" name="Freeform 22"/>
              <p:cNvSpPr/>
              <p:nvPr/>
            </p:nvSpPr>
            <p:spPr bwMode="auto">
              <a:xfrm>
                <a:off x="10109316" y="2306193"/>
                <a:ext cx="231486" cy="49430"/>
              </a:xfrm>
              <a:custGeom>
                <a:avLst/>
                <a:gdLst>
                  <a:gd name="T0" fmla="*/ 226 w 250"/>
                  <a:gd name="T1" fmla="*/ 0 h 51"/>
                  <a:gd name="T2" fmla="*/ 24 w 250"/>
                  <a:gd name="T3" fmla="*/ 0 h 51"/>
                  <a:gd name="T4" fmla="*/ 0 w 250"/>
                  <a:gd name="T5" fmla="*/ 24 h 51"/>
                  <a:gd name="T6" fmla="*/ 0 w 250"/>
                  <a:gd name="T7" fmla="*/ 27 h 51"/>
                  <a:gd name="T8" fmla="*/ 24 w 250"/>
                  <a:gd name="T9" fmla="*/ 51 h 51"/>
                  <a:gd name="T10" fmla="*/ 226 w 250"/>
                  <a:gd name="T11" fmla="*/ 51 h 51"/>
                  <a:gd name="T12" fmla="*/ 250 w 250"/>
                  <a:gd name="T13" fmla="*/ 27 h 51"/>
                  <a:gd name="T14" fmla="*/ 250 w 250"/>
                  <a:gd name="T15" fmla="*/ 24 h 51"/>
                  <a:gd name="T16" fmla="*/ 226 w 250"/>
                  <a:gd name="T17"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0" h="51">
                    <a:moveTo>
                      <a:pt x="226" y="0"/>
                    </a:moveTo>
                    <a:cubicBezTo>
                      <a:pt x="24" y="0"/>
                      <a:pt x="24" y="0"/>
                      <a:pt x="24" y="0"/>
                    </a:cubicBezTo>
                    <a:cubicBezTo>
                      <a:pt x="11" y="0"/>
                      <a:pt x="0" y="11"/>
                      <a:pt x="0" y="24"/>
                    </a:cubicBezTo>
                    <a:cubicBezTo>
                      <a:pt x="0" y="27"/>
                      <a:pt x="0" y="27"/>
                      <a:pt x="0" y="27"/>
                    </a:cubicBezTo>
                    <a:cubicBezTo>
                      <a:pt x="0" y="41"/>
                      <a:pt x="11" y="51"/>
                      <a:pt x="24" y="51"/>
                    </a:cubicBezTo>
                    <a:cubicBezTo>
                      <a:pt x="226" y="51"/>
                      <a:pt x="226" y="51"/>
                      <a:pt x="226" y="51"/>
                    </a:cubicBezTo>
                    <a:cubicBezTo>
                      <a:pt x="240" y="51"/>
                      <a:pt x="250" y="41"/>
                      <a:pt x="250" y="27"/>
                    </a:cubicBezTo>
                    <a:cubicBezTo>
                      <a:pt x="250" y="24"/>
                      <a:pt x="250" y="24"/>
                      <a:pt x="250" y="24"/>
                    </a:cubicBezTo>
                    <a:cubicBezTo>
                      <a:pt x="250" y="11"/>
                      <a:pt x="240" y="0"/>
                      <a:pt x="226" y="0"/>
                    </a:cubicBezTo>
                  </a:path>
                </a:pathLst>
              </a:custGeom>
              <a:solidFill>
                <a:srgbClr val="EAECEF">
                  <a:alpha val="66000"/>
                </a:srgbClr>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539" name="Freeform 23"/>
              <p:cNvSpPr/>
              <p:nvPr/>
            </p:nvSpPr>
            <p:spPr bwMode="auto">
              <a:xfrm>
                <a:off x="10549235" y="2306193"/>
                <a:ext cx="231486" cy="49430"/>
              </a:xfrm>
              <a:custGeom>
                <a:avLst/>
                <a:gdLst>
                  <a:gd name="T0" fmla="*/ 227 w 250"/>
                  <a:gd name="T1" fmla="*/ 0 h 51"/>
                  <a:gd name="T2" fmla="*/ 24 w 250"/>
                  <a:gd name="T3" fmla="*/ 0 h 51"/>
                  <a:gd name="T4" fmla="*/ 0 w 250"/>
                  <a:gd name="T5" fmla="*/ 24 h 51"/>
                  <a:gd name="T6" fmla="*/ 0 w 250"/>
                  <a:gd name="T7" fmla="*/ 27 h 51"/>
                  <a:gd name="T8" fmla="*/ 24 w 250"/>
                  <a:gd name="T9" fmla="*/ 51 h 51"/>
                  <a:gd name="T10" fmla="*/ 227 w 250"/>
                  <a:gd name="T11" fmla="*/ 51 h 51"/>
                  <a:gd name="T12" fmla="*/ 250 w 250"/>
                  <a:gd name="T13" fmla="*/ 27 h 51"/>
                  <a:gd name="T14" fmla="*/ 250 w 250"/>
                  <a:gd name="T15" fmla="*/ 24 h 51"/>
                  <a:gd name="T16" fmla="*/ 227 w 250"/>
                  <a:gd name="T17"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0" h="51">
                    <a:moveTo>
                      <a:pt x="227" y="0"/>
                    </a:moveTo>
                    <a:cubicBezTo>
                      <a:pt x="24" y="0"/>
                      <a:pt x="24" y="0"/>
                      <a:pt x="24" y="0"/>
                    </a:cubicBezTo>
                    <a:cubicBezTo>
                      <a:pt x="11" y="0"/>
                      <a:pt x="0" y="11"/>
                      <a:pt x="0" y="24"/>
                    </a:cubicBezTo>
                    <a:cubicBezTo>
                      <a:pt x="0" y="27"/>
                      <a:pt x="0" y="27"/>
                      <a:pt x="0" y="27"/>
                    </a:cubicBezTo>
                    <a:cubicBezTo>
                      <a:pt x="0" y="41"/>
                      <a:pt x="11" y="51"/>
                      <a:pt x="24" y="51"/>
                    </a:cubicBezTo>
                    <a:cubicBezTo>
                      <a:pt x="227" y="51"/>
                      <a:pt x="227" y="51"/>
                      <a:pt x="227" y="51"/>
                    </a:cubicBezTo>
                    <a:cubicBezTo>
                      <a:pt x="240" y="51"/>
                      <a:pt x="250" y="41"/>
                      <a:pt x="250" y="27"/>
                    </a:cubicBezTo>
                    <a:cubicBezTo>
                      <a:pt x="250" y="24"/>
                      <a:pt x="250" y="24"/>
                      <a:pt x="250" y="24"/>
                    </a:cubicBezTo>
                    <a:cubicBezTo>
                      <a:pt x="250" y="11"/>
                      <a:pt x="240" y="0"/>
                      <a:pt x="227" y="0"/>
                    </a:cubicBezTo>
                  </a:path>
                </a:pathLst>
              </a:custGeom>
              <a:solidFill>
                <a:srgbClr val="EAECEF">
                  <a:alpha val="66000"/>
                </a:srgbClr>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541" name="矩形: 圆角 540"/>
              <p:cNvSpPr>
                <a:spLocks noChangeAspect="1"/>
              </p:cNvSpPr>
              <p:nvPr/>
            </p:nvSpPr>
            <p:spPr>
              <a:xfrm>
                <a:off x="8162338" y="3480441"/>
                <a:ext cx="526366" cy="310957"/>
              </a:xfrm>
              <a:prstGeom prst="roundRect">
                <a:avLst>
                  <a:gd name="adj" fmla="val 4418"/>
                </a:avLst>
              </a:prstGeom>
              <a:solidFill>
                <a:srgbClr val="F0EEF2"/>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542" name="矩形: 圆角 541"/>
              <p:cNvSpPr>
                <a:spLocks noChangeAspect="1"/>
              </p:cNvSpPr>
              <p:nvPr/>
            </p:nvSpPr>
            <p:spPr>
              <a:xfrm>
                <a:off x="8162338" y="3849165"/>
                <a:ext cx="526366" cy="310957"/>
              </a:xfrm>
              <a:prstGeom prst="roundRect">
                <a:avLst>
                  <a:gd name="adj" fmla="val 4418"/>
                </a:avLst>
              </a:prstGeom>
              <a:solidFill>
                <a:srgbClr val="F0EEF2"/>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544" name="矩形: 圆角 543"/>
              <p:cNvSpPr>
                <a:spLocks noChangeAspect="1"/>
              </p:cNvSpPr>
              <p:nvPr/>
            </p:nvSpPr>
            <p:spPr>
              <a:xfrm>
                <a:off x="8162338" y="4216750"/>
                <a:ext cx="526366" cy="127814"/>
              </a:xfrm>
              <a:prstGeom prst="roundRect">
                <a:avLst>
                  <a:gd name="adj" fmla="val 14540"/>
                </a:avLst>
              </a:prstGeom>
              <a:gradFill>
                <a:gsLst>
                  <a:gs pos="8000">
                    <a:srgbClr val="F0EEF2"/>
                  </a:gs>
                  <a:gs pos="100000">
                    <a:srgbClr val="F0EEF2">
                      <a:alpha val="0"/>
                    </a:srgbClr>
                  </a:gs>
                </a:gsLst>
                <a:lin ang="5400000" scaled="1"/>
              </a:gra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545" name="矩形: 圆角 544"/>
              <p:cNvSpPr>
                <a:spLocks noChangeAspect="1"/>
              </p:cNvSpPr>
              <p:nvPr/>
            </p:nvSpPr>
            <p:spPr>
              <a:xfrm>
                <a:off x="8800745" y="2742992"/>
                <a:ext cx="2578310" cy="1523165"/>
              </a:xfrm>
              <a:prstGeom prst="roundRect">
                <a:avLst>
                  <a:gd name="adj" fmla="val 2829"/>
                </a:avLst>
              </a:prstGeom>
              <a:noFill/>
              <a:ln w="25400">
                <a:gradFill>
                  <a:gsLst>
                    <a:gs pos="62000">
                      <a:srgbClr val="F0EEF2"/>
                    </a:gs>
                    <a:gs pos="100000">
                      <a:srgbClr val="F0EEF2">
                        <a:alpha val="0"/>
                      </a:srgbClr>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136" name="矩形: 圆角 135"/>
              <p:cNvSpPr>
                <a:spLocks noChangeAspect="1"/>
              </p:cNvSpPr>
              <p:nvPr/>
            </p:nvSpPr>
            <p:spPr>
              <a:xfrm>
                <a:off x="8162338" y="3111717"/>
                <a:ext cx="526366" cy="310957"/>
              </a:xfrm>
              <a:prstGeom prst="roundRect">
                <a:avLst>
                  <a:gd name="adj" fmla="val 4418"/>
                </a:avLst>
              </a:prstGeom>
              <a:solidFill>
                <a:srgbClr val="F0EEF2"/>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grpSp>
        <p:grpSp>
          <p:nvGrpSpPr>
            <p:cNvPr id="16" name="组合 15"/>
            <p:cNvGrpSpPr/>
            <p:nvPr/>
          </p:nvGrpSpPr>
          <p:grpSpPr>
            <a:xfrm>
              <a:off x="8977536" y="2998805"/>
              <a:ext cx="2224728" cy="1011538"/>
              <a:chOff x="8977536" y="2998805"/>
              <a:chExt cx="2224728" cy="1011538"/>
            </a:xfrm>
          </p:grpSpPr>
          <p:sp>
            <p:nvSpPr>
              <p:cNvPr id="543" name="矩形 542"/>
              <p:cNvSpPr/>
              <p:nvPr/>
            </p:nvSpPr>
            <p:spPr>
              <a:xfrm>
                <a:off x="9010192" y="3180638"/>
                <a:ext cx="2142449" cy="1097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grpSp>
            <p:nvGrpSpPr>
              <p:cNvPr id="546" name="组合 545"/>
              <p:cNvGrpSpPr/>
              <p:nvPr/>
            </p:nvGrpSpPr>
            <p:grpSpPr>
              <a:xfrm>
                <a:off x="8977536" y="2998805"/>
                <a:ext cx="2224728" cy="1011538"/>
                <a:chOff x="958894" y="2827593"/>
                <a:chExt cx="996293" cy="452994"/>
              </a:xfrm>
            </p:grpSpPr>
            <p:sp>
              <p:nvSpPr>
                <p:cNvPr id="555" name="六边形 554"/>
                <p:cNvSpPr/>
                <p:nvPr/>
              </p:nvSpPr>
              <p:spPr>
                <a:xfrm>
                  <a:off x="958894" y="2827593"/>
                  <a:ext cx="244045" cy="210383"/>
                </a:xfrm>
                <a:prstGeom prst="hexagon">
                  <a:avLst/>
                </a:prstGeom>
                <a:solidFill>
                  <a:srgbClr val="867D98">
                    <a:lumMod val="20000"/>
                    <a:lumOff val="80000"/>
                  </a:srgbClr>
                </a:solidFill>
                <a:ln w="38100" cap="flat" cmpd="sng" algn="ctr">
                  <a:noFill/>
                  <a:prstDash val="solid"/>
                  <a:miter lim="800000"/>
                </a:ln>
                <a:effectLst/>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914400">
                    <a:defRPr/>
                  </a:pPr>
                  <a:endParaRPr lang="zh-CN" altLang="en-US" kern="0" dirty="0">
                    <a:solidFill>
                      <a:srgbClr val="44546A">
                        <a:lumMod val="60000"/>
                        <a:lumOff val="40000"/>
                      </a:srgbClr>
                    </a:solidFill>
                  </a:endParaRPr>
                </a:p>
              </p:txBody>
            </p:sp>
            <p:sp>
              <p:nvSpPr>
                <p:cNvPr id="556" name="六边形 555"/>
                <p:cNvSpPr/>
                <p:nvPr/>
              </p:nvSpPr>
              <p:spPr>
                <a:xfrm>
                  <a:off x="1181077" y="2946762"/>
                  <a:ext cx="244045" cy="210383"/>
                </a:xfrm>
                <a:prstGeom prst="hexagon">
                  <a:avLst/>
                </a:prstGeom>
                <a:solidFill>
                  <a:srgbClr val="867D98">
                    <a:lumMod val="20000"/>
                    <a:lumOff val="80000"/>
                  </a:srgbClr>
                </a:solidFill>
                <a:ln w="38100" cap="flat" cmpd="sng" algn="ctr">
                  <a:noFill/>
                  <a:prstDash val="solid"/>
                  <a:miter lim="800000"/>
                </a:ln>
                <a:effectLst/>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914400">
                    <a:defRPr/>
                  </a:pPr>
                  <a:endParaRPr lang="zh-CN" altLang="en-US" kern="0">
                    <a:solidFill>
                      <a:srgbClr val="44546A">
                        <a:lumMod val="60000"/>
                        <a:lumOff val="40000"/>
                      </a:srgbClr>
                    </a:solidFill>
                  </a:endParaRPr>
                </a:p>
              </p:txBody>
            </p:sp>
            <p:sp>
              <p:nvSpPr>
                <p:cNvPr id="557" name="六边形 556"/>
                <p:cNvSpPr/>
                <p:nvPr/>
              </p:nvSpPr>
              <p:spPr>
                <a:xfrm>
                  <a:off x="963319" y="3070205"/>
                  <a:ext cx="244044" cy="210382"/>
                </a:xfrm>
                <a:prstGeom prst="hexagon">
                  <a:avLst/>
                </a:prstGeom>
                <a:solidFill>
                  <a:srgbClr val="867D98">
                    <a:lumMod val="20000"/>
                    <a:lumOff val="80000"/>
                  </a:srgbClr>
                </a:solidFill>
                <a:ln w="38100" cap="flat" cmpd="sng" algn="ctr">
                  <a:noFill/>
                  <a:prstDash val="solid"/>
                  <a:miter lim="800000"/>
                </a:ln>
                <a:effectLst/>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914400">
                    <a:defRPr/>
                  </a:pPr>
                  <a:endParaRPr lang="zh-CN" altLang="en-US" kern="0" dirty="0">
                    <a:solidFill>
                      <a:srgbClr val="44546A">
                        <a:lumMod val="60000"/>
                        <a:lumOff val="40000"/>
                      </a:srgbClr>
                    </a:solidFill>
                  </a:endParaRPr>
                </a:p>
              </p:txBody>
            </p:sp>
            <p:sp>
              <p:nvSpPr>
                <p:cNvPr id="558" name="矩形 557"/>
                <p:cNvSpPr/>
                <p:nvPr/>
              </p:nvSpPr>
              <p:spPr>
                <a:xfrm>
                  <a:off x="1503125" y="2929429"/>
                  <a:ext cx="452062" cy="54000"/>
                </a:xfrm>
                <a:prstGeom prst="rect">
                  <a:avLst/>
                </a:prstGeom>
                <a:solidFill>
                  <a:srgbClr val="E7E5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559" name="矩形 558"/>
                <p:cNvSpPr/>
                <p:nvPr/>
              </p:nvSpPr>
              <p:spPr>
                <a:xfrm>
                  <a:off x="1503123" y="3026702"/>
                  <a:ext cx="396000" cy="54000"/>
                </a:xfrm>
                <a:prstGeom prst="rect">
                  <a:avLst/>
                </a:prstGeom>
                <a:solidFill>
                  <a:srgbClr val="E7E5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dirty="0"/>
                </a:p>
              </p:txBody>
            </p:sp>
            <p:sp>
              <p:nvSpPr>
                <p:cNvPr id="560" name="矩形 559"/>
                <p:cNvSpPr/>
                <p:nvPr/>
              </p:nvSpPr>
              <p:spPr>
                <a:xfrm>
                  <a:off x="1503123" y="3124751"/>
                  <a:ext cx="339047" cy="54000"/>
                </a:xfrm>
                <a:prstGeom prst="rect">
                  <a:avLst/>
                </a:prstGeom>
                <a:solidFill>
                  <a:srgbClr val="E7E5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grpSp>
          <p:sp>
            <p:nvSpPr>
              <p:cNvPr id="548" name="Freeform 499"/>
              <p:cNvSpPr>
                <a:spLocks noChangeArrowheads="1"/>
              </p:cNvSpPr>
              <p:nvPr/>
            </p:nvSpPr>
            <p:spPr bwMode="auto">
              <a:xfrm>
                <a:off x="9107228" y="3101934"/>
                <a:ext cx="289295" cy="262601"/>
              </a:xfrm>
              <a:custGeom>
                <a:avLst/>
                <a:gdLst>
                  <a:gd name="T0" fmla="*/ 12091 w 12800"/>
                  <a:gd name="T1" fmla="*/ 0 h 11619"/>
                  <a:gd name="T2" fmla="*/ 709 w 12800"/>
                  <a:gd name="T3" fmla="*/ 0 h 11619"/>
                  <a:gd name="T4" fmla="*/ 0 w 12800"/>
                  <a:gd name="T5" fmla="*/ 708 h 11619"/>
                  <a:gd name="T6" fmla="*/ 0 w 12800"/>
                  <a:gd name="T7" fmla="*/ 8504 h 11619"/>
                  <a:gd name="T8" fmla="*/ 709 w 12800"/>
                  <a:gd name="T9" fmla="*/ 9212 h 11619"/>
                  <a:gd name="T10" fmla="*/ 3860 w 12800"/>
                  <a:gd name="T11" fmla="*/ 9212 h 11619"/>
                  <a:gd name="T12" fmla="*/ 3860 w 12800"/>
                  <a:gd name="T13" fmla="*/ 10556 h 11619"/>
                  <a:gd name="T14" fmla="*/ 2131 w 12800"/>
                  <a:gd name="T15" fmla="*/ 10556 h 11619"/>
                  <a:gd name="T16" fmla="*/ 1600 w 12800"/>
                  <a:gd name="T17" fmla="*/ 11087 h 11619"/>
                  <a:gd name="T18" fmla="*/ 2131 w 12800"/>
                  <a:gd name="T19" fmla="*/ 11619 h 11619"/>
                  <a:gd name="T20" fmla="*/ 10669 w 12800"/>
                  <a:gd name="T21" fmla="*/ 11619 h 11619"/>
                  <a:gd name="T22" fmla="*/ 11200 w 12800"/>
                  <a:gd name="T23" fmla="*/ 11087 h 11619"/>
                  <a:gd name="T24" fmla="*/ 10669 w 12800"/>
                  <a:gd name="T25" fmla="*/ 10556 h 11619"/>
                  <a:gd name="T26" fmla="*/ 8941 w 12800"/>
                  <a:gd name="T27" fmla="*/ 10556 h 11619"/>
                  <a:gd name="T28" fmla="*/ 8941 w 12800"/>
                  <a:gd name="T29" fmla="*/ 9212 h 11619"/>
                  <a:gd name="T30" fmla="*/ 12091 w 12800"/>
                  <a:gd name="T31" fmla="*/ 9212 h 11619"/>
                  <a:gd name="T32" fmla="*/ 12800 w 12800"/>
                  <a:gd name="T33" fmla="*/ 8504 h 11619"/>
                  <a:gd name="T34" fmla="*/ 12800 w 12800"/>
                  <a:gd name="T35" fmla="*/ 708 h 11619"/>
                  <a:gd name="T36" fmla="*/ 12091 w 12800"/>
                  <a:gd name="T37" fmla="*/ 0 h 11619"/>
                  <a:gd name="T38" fmla="*/ 12050 w 12800"/>
                  <a:gd name="T39" fmla="*/ 8462 h 11619"/>
                  <a:gd name="T40" fmla="*/ 750 w 12800"/>
                  <a:gd name="T41" fmla="*/ 8462 h 11619"/>
                  <a:gd name="T42" fmla="*/ 750 w 12800"/>
                  <a:gd name="T43" fmla="*/ 750 h 11619"/>
                  <a:gd name="T44" fmla="*/ 12050 w 12800"/>
                  <a:gd name="T45" fmla="*/ 750 h 11619"/>
                  <a:gd name="T46" fmla="*/ 12050 w 12800"/>
                  <a:gd name="T47" fmla="*/ 8462 h 11619"/>
                  <a:gd name="T48" fmla="*/ 1971 w 12800"/>
                  <a:gd name="T49" fmla="*/ 1948 h 11619"/>
                  <a:gd name="T50" fmla="*/ 10829 w 12800"/>
                  <a:gd name="T51" fmla="*/ 1948 h 11619"/>
                  <a:gd name="T52" fmla="*/ 10829 w 12800"/>
                  <a:gd name="T53" fmla="*/ 7263 h 11619"/>
                  <a:gd name="T54" fmla="*/ 1971 w 12800"/>
                  <a:gd name="T55" fmla="*/ 7263 h 11619"/>
                  <a:gd name="T56" fmla="*/ 1971 w 12800"/>
                  <a:gd name="T57" fmla="*/ 1948 h 116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2800" h="11619">
                    <a:moveTo>
                      <a:pt x="12091" y="0"/>
                    </a:moveTo>
                    <a:lnTo>
                      <a:pt x="709" y="0"/>
                    </a:lnTo>
                    <a:cubicBezTo>
                      <a:pt x="317" y="0"/>
                      <a:pt x="0" y="317"/>
                      <a:pt x="0" y="708"/>
                    </a:cubicBezTo>
                    <a:lnTo>
                      <a:pt x="0" y="8504"/>
                    </a:lnTo>
                    <a:cubicBezTo>
                      <a:pt x="0" y="8895"/>
                      <a:pt x="317" y="9212"/>
                      <a:pt x="709" y="9212"/>
                    </a:cubicBezTo>
                    <a:lnTo>
                      <a:pt x="3860" y="9212"/>
                    </a:lnTo>
                    <a:lnTo>
                      <a:pt x="3860" y="10556"/>
                    </a:lnTo>
                    <a:lnTo>
                      <a:pt x="2131" y="10556"/>
                    </a:lnTo>
                    <a:cubicBezTo>
                      <a:pt x="1838" y="10556"/>
                      <a:pt x="1600" y="10794"/>
                      <a:pt x="1600" y="11087"/>
                    </a:cubicBezTo>
                    <a:cubicBezTo>
                      <a:pt x="1600" y="11381"/>
                      <a:pt x="1838" y="11619"/>
                      <a:pt x="2131" y="11619"/>
                    </a:cubicBezTo>
                    <a:lnTo>
                      <a:pt x="10669" y="11619"/>
                    </a:lnTo>
                    <a:cubicBezTo>
                      <a:pt x="10962" y="11619"/>
                      <a:pt x="11200" y="11381"/>
                      <a:pt x="11200" y="11087"/>
                    </a:cubicBezTo>
                    <a:cubicBezTo>
                      <a:pt x="11200" y="10794"/>
                      <a:pt x="10962" y="10556"/>
                      <a:pt x="10669" y="10556"/>
                    </a:cubicBezTo>
                    <a:lnTo>
                      <a:pt x="8941" y="10556"/>
                    </a:lnTo>
                    <a:lnTo>
                      <a:pt x="8941" y="9212"/>
                    </a:lnTo>
                    <a:lnTo>
                      <a:pt x="12091" y="9212"/>
                    </a:lnTo>
                    <a:cubicBezTo>
                      <a:pt x="12483" y="9212"/>
                      <a:pt x="12800" y="8895"/>
                      <a:pt x="12800" y="8504"/>
                    </a:cubicBezTo>
                    <a:lnTo>
                      <a:pt x="12800" y="708"/>
                    </a:lnTo>
                    <a:cubicBezTo>
                      <a:pt x="12800" y="317"/>
                      <a:pt x="12483" y="0"/>
                      <a:pt x="12091" y="0"/>
                    </a:cubicBezTo>
                    <a:close/>
                    <a:moveTo>
                      <a:pt x="12050" y="8462"/>
                    </a:moveTo>
                    <a:lnTo>
                      <a:pt x="750" y="8462"/>
                    </a:lnTo>
                    <a:lnTo>
                      <a:pt x="750" y="750"/>
                    </a:lnTo>
                    <a:lnTo>
                      <a:pt x="12050" y="750"/>
                    </a:lnTo>
                    <a:lnTo>
                      <a:pt x="12050" y="8462"/>
                    </a:lnTo>
                    <a:close/>
                    <a:moveTo>
                      <a:pt x="1971" y="1948"/>
                    </a:moveTo>
                    <a:lnTo>
                      <a:pt x="10829" y="1948"/>
                    </a:lnTo>
                    <a:lnTo>
                      <a:pt x="10829" y="7263"/>
                    </a:lnTo>
                    <a:lnTo>
                      <a:pt x="1971" y="7263"/>
                    </a:lnTo>
                    <a:lnTo>
                      <a:pt x="1971" y="1948"/>
                    </a:lnTo>
                    <a:close/>
                  </a:path>
                </a:pathLst>
              </a:custGeom>
              <a:solidFill>
                <a:srgbClr val="4E4658"/>
              </a:solidFill>
              <a:ln>
                <a:noFill/>
              </a:ln>
            </p:spPr>
            <p:txBody>
              <a:bodyPr vert="horz" wrap="square" lIns="91440" tIns="45720" rIns="91440" bIns="45720" numCol="1" anchor="t" anchorCtr="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grpSp>
      </p:grpSp>
      <p:grpSp>
        <p:nvGrpSpPr>
          <p:cNvPr id="25" name="组合 24"/>
          <p:cNvGrpSpPr/>
          <p:nvPr/>
        </p:nvGrpSpPr>
        <p:grpSpPr>
          <a:xfrm>
            <a:off x="4588452" y="1963867"/>
            <a:ext cx="3002400" cy="3002400"/>
            <a:chOff x="4595239" y="1963866"/>
            <a:chExt cx="3002400" cy="3002400"/>
          </a:xfrm>
        </p:grpSpPr>
        <p:sp>
          <p:nvSpPr>
            <p:cNvPr id="302" name="矩形 301"/>
            <p:cNvSpPr/>
            <p:nvPr/>
          </p:nvSpPr>
          <p:spPr>
            <a:xfrm>
              <a:off x="4595239" y="1963866"/>
              <a:ext cx="3002400" cy="3002400"/>
            </a:xfrm>
            <a:prstGeom prst="rect">
              <a:avLst/>
            </a:prstGeom>
            <a:gradFill>
              <a:gsLst>
                <a:gs pos="80000">
                  <a:schemeClr val="bg1"/>
                </a:gs>
                <a:gs pos="100000">
                  <a:schemeClr val="bg1">
                    <a:alpha val="0"/>
                  </a:schemeClr>
                </a:gs>
              </a:gsLst>
              <a:lin ang="5400000" scaled="1"/>
            </a:gradFill>
            <a:ln w="9525">
              <a:noFill/>
            </a:ln>
            <a:effectLst>
              <a:outerShdw blurRad="63500" sx="102000" sy="102000" algn="ctr" rotWithShape="0">
                <a:srgbClr val="E7E5EA">
                  <a:alpha val="5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grpSp>
          <p:nvGrpSpPr>
            <p:cNvPr id="335" name="组合 334"/>
            <p:cNvGrpSpPr/>
            <p:nvPr/>
          </p:nvGrpSpPr>
          <p:grpSpPr>
            <a:xfrm>
              <a:off x="4715293" y="2404041"/>
              <a:ext cx="1638861" cy="160073"/>
              <a:chOff x="4248155" y="2141651"/>
              <a:chExt cx="1474301" cy="144000"/>
            </a:xfrm>
            <a:solidFill>
              <a:srgbClr val="E7E5EA"/>
            </a:solidFill>
          </p:grpSpPr>
          <p:sp>
            <p:nvSpPr>
              <p:cNvPr id="489" name="矩形 488"/>
              <p:cNvSpPr/>
              <p:nvPr/>
            </p:nvSpPr>
            <p:spPr>
              <a:xfrm>
                <a:off x="4248155" y="2141651"/>
                <a:ext cx="288000" cy="144000"/>
              </a:xfrm>
              <a:prstGeom prst="rect">
                <a:avLst/>
              </a:prstGeom>
              <a:solidFill>
                <a:srgbClr val="F0EE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490" name="矩形 489"/>
              <p:cNvSpPr/>
              <p:nvPr/>
            </p:nvSpPr>
            <p:spPr>
              <a:xfrm>
                <a:off x="4648245" y="2141651"/>
                <a:ext cx="288000" cy="144000"/>
              </a:xfrm>
              <a:prstGeom prst="rect">
                <a:avLst/>
              </a:prstGeom>
              <a:solidFill>
                <a:srgbClr val="F0EE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491" name="矩形 490"/>
              <p:cNvSpPr/>
              <p:nvPr/>
            </p:nvSpPr>
            <p:spPr>
              <a:xfrm>
                <a:off x="5044245" y="2141651"/>
                <a:ext cx="288000" cy="144000"/>
              </a:xfrm>
              <a:prstGeom prst="rect">
                <a:avLst/>
              </a:prstGeom>
              <a:solidFill>
                <a:srgbClr val="F0EE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dirty="0"/>
              </a:p>
            </p:txBody>
          </p:sp>
          <p:sp>
            <p:nvSpPr>
              <p:cNvPr id="495" name="矩形 494"/>
              <p:cNvSpPr/>
              <p:nvPr/>
            </p:nvSpPr>
            <p:spPr>
              <a:xfrm>
                <a:off x="5434456" y="2141651"/>
                <a:ext cx="288000" cy="144000"/>
              </a:xfrm>
              <a:prstGeom prst="rect">
                <a:avLst/>
              </a:prstGeom>
              <a:solidFill>
                <a:srgbClr val="F0EE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dirty="0"/>
              </a:p>
            </p:txBody>
          </p:sp>
        </p:grpSp>
        <p:grpSp>
          <p:nvGrpSpPr>
            <p:cNvPr id="336" name="组合 335"/>
            <p:cNvGrpSpPr/>
            <p:nvPr/>
          </p:nvGrpSpPr>
          <p:grpSpPr>
            <a:xfrm>
              <a:off x="6715511" y="2404041"/>
              <a:ext cx="761195" cy="160073"/>
              <a:chOff x="6047529" y="2141651"/>
              <a:chExt cx="684762" cy="144000"/>
            </a:xfrm>
            <a:solidFill>
              <a:srgbClr val="E7E5EA"/>
            </a:solidFill>
          </p:grpSpPr>
          <p:sp>
            <p:nvSpPr>
              <p:cNvPr id="487" name="矩形 486"/>
              <p:cNvSpPr/>
              <p:nvPr/>
            </p:nvSpPr>
            <p:spPr>
              <a:xfrm>
                <a:off x="6047529" y="2141651"/>
                <a:ext cx="288000" cy="144000"/>
              </a:xfrm>
              <a:prstGeom prst="rect">
                <a:avLst/>
              </a:prstGeom>
              <a:solidFill>
                <a:srgbClr val="F0EE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488" name="矩形 487"/>
              <p:cNvSpPr/>
              <p:nvPr/>
            </p:nvSpPr>
            <p:spPr>
              <a:xfrm>
                <a:off x="6444291" y="2141651"/>
                <a:ext cx="288000" cy="144000"/>
              </a:xfrm>
              <a:prstGeom prst="rect">
                <a:avLst/>
              </a:prstGeom>
              <a:solidFill>
                <a:srgbClr val="F0EE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grpSp>
        <p:grpSp>
          <p:nvGrpSpPr>
            <p:cNvPr id="9" name="组合 8"/>
            <p:cNvGrpSpPr/>
            <p:nvPr/>
          </p:nvGrpSpPr>
          <p:grpSpPr>
            <a:xfrm>
              <a:off x="4716352" y="2686508"/>
              <a:ext cx="2759294" cy="600274"/>
              <a:chOff x="8108849" y="2664061"/>
              <a:chExt cx="2482230" cy="540000"/>
            </a:xfrm>
          </p:grpSpPr>
          <p:sp>
            <p:nvSpPr>
              <p:cNvPr id="498" name="矩形: 圆角 497"/>
              <p:cNvSpPr/>
              <p:nvPr/>
            </p:nvSpPr>
            <p:spPr>
              <a:xfrm>
                <a:off x="8108849" y="2664061"/>
                <a:ext cx="540000" cy="540000"/>
              </a:xfrm>
              <a:prstGeom prst="roundRect">
                <a:avLst>
                  <a:gd name="adj" fmla="val 4859"/>
                </a:avLst>
              </a:prstGeom>
              <a:solidFill>
                <a:srgbClr val="E7E5EA"/>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501" name="矩形: 圆角 500"/>
              <p:cNvSpPr/>
              <p:nvPr/>
            </p:nvSpPr>
            <p:spPr>
              <a:xfrm>
                <a:off x="8756259" y="2664061"/>
                <a:ext cx="540000" cy="540000"/>
              </a:xfrm>
              <a:prstGeom prst="roundRect">
                <a:avLst>
                  <a:gd name="adj" fmla="val 4859"/>
                </a:avLst>
              </a:prstGeom>
              <a:solidFill>
                <a:srgbClr val="E7E5EA"/>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503" name="矩形: 圆角 502"/>
              <p:cNvSpPr/>
              <p:nvPr/>
            </p:nvSpPr>
            <p:spPr>
              <a:xfrm>
                <a:off x="9403669" y="2664061"/>
                <a:ext cx="540000" cy="540000"/>
              </a:xfrm>
              <a:prstGeom prst="roundRect">
                <a:avLst>
                  <a:gd name="adj" fmla="val 4859"/>
                </a:avLst>
              </a:prstGeom>
              <a:solidFill>
                <a:srgbClr val="E7E5EA"/>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505" name="矩形: 圆角 504"/>
              <p:cNvSpPr/>
              <p:nvPr/>
            </p:nvSpPr>
            <p:spPr>
              <a:xfrm>
                <a:off x="10051079" y="2664061"/>
                <a:ext cx="540000" cy="540000"/>
              </a:xfrm>
              <a:prstGeom prst="roundRect">
                <a:avLst>
                  <a:gd name="adj" fmla="val 4859"/>
                </a:avLst>
              </a:prstGeom>
              <a:solidFill>
                <a:srgbClr val="E7E5EA"/>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grpSp>
        <p:sp>
          <p:nvSpPr>
            <p:cNvPr id="515" name="矩形: 圆角 514"/>
            <p:cNvSpPr/>
            <p:nvPr/>
          </p:nvSpPr>
          <p:spPr>
            <a:xfrm>
              <a:off x="5436026" y="3410069"/>
              <a:ext cx="600274" cy="600274"/>
            </a:xfrm>
            <a:prstGeom prst="roundRect">
              <a:avLst>
                <a:gd name="adj" fmla="val 4859"/>
              </a:avLst>
            </a:prstGeom>
            <a:solidFill>
              <a:srgbClr val="E7E5EA"/>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grpSp>
          <p:nvGrpSpPr>
            <p:cNvPr id="11" name="组合 10"/>
            <p:cNvGrpSpPr/>
            <p:nvPr/>
          </p:nvGrpSpPr>
          <p:grpSpPr>
            <a:xfrm>
              <a:off x="4716352" y="3410069"/>
              <a:ext cx="2759294" cy="600274"/>
              <a:chOff x="8110911" y="3314969"/>
              <a:chExt cx="2482230" cy="540000"/>
            </a:xfrm>
          </p:grpSpPr>
          <p:sp>
            <p:nvSpPr>
              <p:cNvPr id="514" name="矩形: 圆角 513"/>
              <p:cNvSpPr/>
              <p:nvPr/>
            </p:nvSpPr>
            <p:spPr>
              <a:xfrm>
                <a:off x="8110911" y="3314969"/>
                <a:ext cx="540000" cy="540000"/>
              </a:xfrm>
              <a:prstGeom prst="roundRect">
                <a:avLst>
                  <a:gd name="adj" fmla="val 4859"/>
                </a:avLst>
              </a:prstGeom>
              <a:solidFill>
                <a:srgbClr val="E7E5EA"/>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516" name="矩形: 圆角 515"/>
              <p:cNvSpPr/>
              <p:nvPr/>
            </p:nvSpPr>
            <p:spPr>
              <a:xfrm>
                <a:off x="9405731" y="3314969"/>
                <a:ext cx="540000" cy="540000"/>
              </a:xfrm>
              <a:prstGeom prst="roundRect">
                <a:avLst>
                  <a:gd name="adj" fmla="val 4859"/>
                </a:avLst>
              </a:prstGeom>
              <a:solidFill>
                <a:srgbClr val="E7E5EA"/>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517" name="矩形: 圆角 516"/>
              <p:cNvSpPr/>
              <p:nvPr/>
            </p:nvSpPr>
            <p:spPr>
              <a:xfrm>
                <a:off x="10053141" y="3314969"/>
                <a:ext cx="540000" cy="540000"/>
              </a:xfrm>
              <a:prstGeom prst="roundRect">
                <a:avLst>
                  <a:gd name="adj" fmla="val 4859"/>
                </a:avLst>
              </a:prstGeom>
              <a:solidFill>
                <a:srgbClr val="E7E5EA"/>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grpSp>
        <p:grpSp>
          <p:nvGrpSpPr>
            <p:cNvPr id="519" name="组合 518"/>
            <p:cNvGrpSpPr/>
            <p:nvPr/>
          </p:nvGrpSpPr>
          <p:grpSpPr>
            <a:xfrm>
              <a:off x="4716352" y="4133631"/>
              <a:ext cx="2759294" cy="600274"/>
              <a:chOff x="8108849" y="2664061"/>
              <a:chExt cx="2482230" cy="540000"/>
            </a:xfrm>
          </p:grpSpPr>
          <p:sp>
            <p:nvSpPr>
              <p:cNvPr id="520" name="矩形: 圆角 519"/>
              <p:cNvSpPr/>
              <p:nvPr/>
            </p:nvSpPr>
            <p:spPr>
              <a:xfrm>
                <a:off x="8108849" y="2664061"/>
                <a:ext cx="540000" cy="540000"/>
              </a:xfrm>
              <a:prstGeom prst="roundRect">
                <a:avLst>
                  <a:gd name="adj" fmla="val 4859"/>
                </a:avLst>
              </a:prstGeom>
              <a:gradFill flip="none" rotWithShape="1">
                <a:gsLst>
                  <a:gs pos="27000">
                    <a:srgbClr val="E7E5EA">
                      <a:alpha val="0"/>
                    </a:srgbClr>
                  </a:gs>
                  <a:gs pos="100000">
                    <a:srgbClr val="E7E5EA">
                      <a:alpha val="80000"/>
                    </a:srgbClr>
                  </a:gs>
                </a:gsLst>
                <a:lin ang="16200000" scaled="1"/>
                <a:tileRect/>
              </a:gra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521" name="矩形: 圆角 520"/>
              <p:cNvSpPr/>
              <p:nvPr/>
            </p:nvSpPr>
            <p:spPr>
              <a:xfrm>
                <a:off x="8756259" y="2664061"/>
                <a:ext cx="540000" cy="540000"/>
              </a:xfrm>
              <a:prstGeom prst="roundRect">
                <a:avLst>
                  <a:gd name="adj" fmla="val 4859"/>
                </a:avLst>
              </a:prstGeom>
              <a:gradFill flip="none" rotWithShape="1">
                <a:gsLst>
                  <a:gs pos="27000">
                    <a:srgbClr val="E7E5EA">
                      <a:alpha val="0"/>
                    </a:srgbClr>
                  </a:gs>
                  <a:gs pos="100000">
                    <a:srgbClr val="E7E5EA">
                      <a:alpha val="80000"/>
                    </a:srgbClr>
                  </a:gs>
                </a:gsLst>
                <a:lin ang="16200000" scaled="1"/>
                <a:tileRect/>
              </a:gra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522" name="矩形: 圆角 521"/>
              <p:cNvSpPr/>
              <p:nvPr/>
            </p:nvSpPr>
            <p:spPr>
              <a:xfrm>
                <a:off x="9403669" y="2664061"/>
                <a:ext cx="540000" cy="540000"/>
              </a:xfrm>
              <a:prstGeom prst="roundRect">
                <a:avLst>
                  <a:gd name="adj" fmla="val 4859"/>
                </a:avLst>
              </a:prstGeom>
              <a:gradFill flip="none" rotWithShape="1">
                <a:gsLst>
                  <a:gs pos="27000">
                    <a:srgbClr val="E7E5EA">
                      <a:alpha val="0"/>
                    </a:srgbClr>
                  </a:gs>
                  <a:gs pos="100000">
                    <a:srgbClr val="E7E5EA">
                      <a:alpha val="80000"/>
                    </a:srgbClr>
                  </a:gs>
                </a:gsLst>
                <a:lin ang="16200000" scaled="1"/>
                <a:tileRect/>
              </a:gra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523" name="矩形: 圆角 522"/>
              <p:cNvSpPr/>
              <p:nvPr/>
            </p:nvSpPr>
            <p:spPr>
              <a:xfrm>
                <a:off x="10051079" y="2664061"/>
                <a:ext cx="540000" cy="540000"/>
              </a:xfrm>
              <a:prstGeom prst="roundRect">
                <a:avLst>
                  <a:gd name="adj" fmla="val 4859"/>
                </a:avLst>
              </a:prstGeom>
              <a:gradFill flip="none" rotWithShape="1">
                <a:gsLst>
                  <a:gs pos="27000">
                    <a:srgbClr val="E7E5EA">
                      <a:alpha val="0"/>
                    </a:srgbClr>
                  </a:gs>
                  <a:gs pos="100000">
                    <a:srgbClr val="E7E5EA">
                      <a:alpha val="80000"/>
                    </a:srgbClr>
                  </a:gs>
                </a:gsLst>
                <a:lin ang="16200000" scaled="1"/>
                <a:tileRect/>
              </a:gra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grpSp>
        <p:sp>
          <p:nvSpPr>
            <p:cNvPr id="635" name="Rounded Rectangle 514_1"/>
            <p:cNvSpPr/>
            <p:nvPr/>
          </p:nvSpPr>
          <p:spPr>
            <a:xfrm>
              <a:off x="5436026" y="3410069"/>
              <a:ext cx="600274" cy="600274"/>
            </a:xfrm>
            <a:prstGeom prst="roundRect">
              <a:avLst>
                <a:gd name="adj" fmla="val 4859"/>
              </a:avLst>
            </a:prstGeom>
            <a:noFill/>
            <a:ln w="19050">
              <a:solidFill>
                <a:srgbClr val="F7343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525" name="Freeform 467"/>
            <p:cNvSpPr>
              <a:spLocks noChangeArrowheads="1"/>
            </p:cNvSpPr>
            <p:nvPr/>
          </p:nvSpPr>
          <p:spPr bwMode="auto">
            <a:xfrm>
              <a:off x="5591516" y="3578906"/>
              <a:ext cx="289295" cy="262601"/>
            </a:xfrm>
            <a:custGeom>
              <a:avLst/>
              <a:gdLst>
                <a:gd name="T0" fmla="*/ 12091 w 12800"/>
                <a:gd name="T1" fmla="*/ 0 h 11619"/>
                <a:gd name="T2" fmla="*/ 709 w 12800"/>
                <a:gd name="T3" fmla="*/ 0 h 11619"/>
                <a:gd name="T4" fmla="*/ 0 w 12800"/>
                <a:gd name="T5" fmla="*/ 708 h 11619"/>
                <a:gd name="T6" fmla="*/ 0 w 12800"/>
                <a:gd name="T7" fmla="*/ 8504 h 11619"/>
                <a:gd name="T8" fmla="*/ 709 w 12800"/>
                <a:gd name="T9" fmla="*/ 9212 h 11619"/>
                <a:gd name="T10" fmla="*/ 3860 w 12800"/>
                <a:gd name="T11" fmla="*/ 9212 h 11619"/>
                <a:gd name="T12" fmla="*/ 3860 w 12800"/>
                <a:gd name="T13" fmla="*/ 10556 h 11619"/>
                <a:gd name="T14" fmla="*/ 2131 w 12800"/>
                <a:gd name="T15" fmla="*/ 10556 h 11619"/>
                <a:gd name="T16" fmla="*/ 1600 w 12800"/>
                <a:gd name="T17" fmla="*/ 11087 h 11619"/>
                <a:gd name="T18" fmla="*/ 2131 w 12800"/>
                <a:gd name="T19" fmla="*/ 11619 h 11619"/>
                <a:gd name="T20" fmla="*/ 10669 w 12800"/>
                <a:gd name="T21" fmla="*/ 11619 h 11619"/>
                <a:gd name="T22" fmla="*/ 11200 w 12800"/>
                <a:gd name="T23" fmla="*/ 11087 h 11619"/>
                <a:gd name="T24" fmla="*/ 10669 w 12800"/>
                <a:gd name="T25" fmla="*/ 10556 h 11619"/>
                <a:gd name="T26" fmla="*/ 8941 w 12800"/>
                <a:gd name="T27" fmla="*/ 10556 h 11619"/>
                <a:gd name="T28" fmla="*/ 8941 w 12800"/>
                <a:gd name="T29" fmla="*/ 9212 h 11619"/>
                <a:gd name="T30" fmla="*/ 12091 w 12800"/>
                <a:gd name="T31" fmla="*/ 9212 h 11619"/>
                <a:gd name="T32" fmla="*/ 12800 w 12800"/>
                <a:gd name="T33" fmla="*/ 8504 h 11619"/>
                <a:gd name="T34" fmla="*/ 12800 w 12800"/>
                <a:gd name="T35" fmla="*/ 708 h 11619"/>
                <a:gd name="T36" fmla="*/ 12091 w 12800"/>
                <a:gd name="T37" fmla="*/ 0 h 11619"/>
                <a:gd name="T38" fmla="*/ 12050 w 12800"/>
                <a:gd name="T39" fmla="*/ 8462 h 11619"/>
                <a:gd name="T40" fmla="*/ 750 w 12800"/>
                <a:gd name="T41" fmla="*/ 8462 h 11619"/>
                <a:gd name="T42" fmla="*/ 750 w 12800"/>
                <a:gd name="T43" fmla="*/ 750 h 11619"/>
                <a:gd name="T44" fmla="*/ 12050 w 12800"/>
                <a:gd name="T45" fmla="*/ 750 h 11619"/>
                <a:gd name="T46" fmla="*/ 12050 w 12800"/>
                <a:gd name="T47" fmla="*/ 8462 h 11619"/>
                <a:gd name="T48" fmla="*/ 1971 w 12800"/>
                <a:gd name="T49" fmla="*/ 1948 h 11619"/>
                <a:gd name="T50" fmla="*/ 10829 w 12800"/>
                <a:gd name="T51" fmla="*/ 1948 h 11619"/>
                <a:gd name="T52" fmla="*/ 10829 w 12800"/>
                <a:gd name="T53" fmla="*/ 7263 h 11619"/>
                <a:gd name="T54" fmla="*/ 1971 w 12800"/>
                <a:gd name="T55" fmla="*/ 7263 h 11619"/>
                <a:gd name="T56" fmla="*/ 1971 w 12800"/>
                <a:gd name="T57" fmla="*/ 1948 h 116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2800" h="11619">
                  <a:moveTo>
                    <a:pt x="12091" y="0"/>
                  </a:moveTo>
                  <a:lnTo>
                    <a:pt x="709" y="0"/>
                  </a:lnTo>
                  <a:cubicBezTo>
                    <a:pt x="317" y="0"/>
                    <a:pt x="0" y="317"/>
                    <a:pt x="0" y="708"/>
                  </a:cubicBezTo>
                  <a:lnTo>
                    <a:pt x="0" y="8504"/>
                  </a:lnTo>
                  <a:cubicBezTo>
                    <a:pt x="0" y="8895"/>
                    <a:pt x="317" y="9212"/>
                    <a:pt x="709" y="9212"/>
                  </a:cubicBezTo>
                  <a:lnTo>
                    <a:pt x="3860" y="9212"/>
                  </a:lnTo>
                  <a:lnTo>
                    <a:pt x="3860" y="10556"/>
                  </a:lnTo>
                  <a:lnTo>
                    <a:pt x="2131" y="10556"/>
                  </a:lnTo>
                  <a:cubicBezTo>
                    <a:pt x="1838" y="10556"/>
                    <a:pt x="1600" y="10794"/>
                    <a:pt x="1600" y="11087"/>
                  </a:cubicBezTo>
                  <a:cubicBezTo>
                    <a:pt x="1600" y="11381"/>
                    <a:pt x="1838" y="11619"/>
                    <a:pt x="2131" y="11619"/>
                  </a:cubicBezTo>
                  <a:lnTo>
                    <a:pt x="10669" y="11619"/>
                  </a:lnTo>
                  <a:cubicBezTo>
                    <a:pt x="10962" y="11619"/>
                    <a:pt x="11200" y="11381"/>
                    <a:pt x="11200" y="11087"/>
                  </a:cubicBezTo>
                  <a:cubicBezTo>
                    <a:pt x="11200" y="10794"/>
                    <a:pt x="10962" y="10556"/>
                    <a:pt x="10669" y="10556"/>
                  </a:cubicBezTo>
                  <a:lnTo>
                    <a:pt x="8941" y="10556"/>
                  </a:lnTo>
                  <a:lnTo>
                    <a:pt x="8941" y="9212"/>
                  </a:lnTo>
                  <a:lnTo>
                    <a:pt x="12091" y="9212"/>
                  </a:lnTo>
                  <a:cubicBezTo>
                    <a:pt x="12483" y="9212"/>
                    <a:pt x="12800" y="8895"/>
                    <a:pt x="12800" y="8504"/>
                  </a:cubicBezTo>
                  <a:lnTo>
                    <a:pt x="12800" y="708"/>
                  </a:lnTo>
                  <a:cubicBezTo>
                    <a:pt x="12800" y="317"/>
                    <a:pt x="12483" y="0"/>
                    <a:pt x="12091" y="0"/>
                  </a:cubicBezTo>
                  <a:close/>
                  <a:moveTo>
                    <a:pt x="12050" y="8462"/>
                  </a:moveTo>
                  <a:lnTo>
                    <a:pt x="750" y="8462"/>
                  </a:lnTo>
                  <a:lnTo>
                    <a:pt x="750" y="750"/>
                  </a:lnTo>
                  <a:lnTo>
                    <a:pt x="12050" y="750"/>
                  </a:lnTo>
                  <a:lnTo>
                    <a:pt x="12050" y="8462"/>
                  </a:lnTo>
                  <a:close/>
                  <a:moveTo>
                    <a:pt x="1971" y="1948"/>
                  </a:moveTo>
                  <a:lnTo>
                    <a:pt x="10829" y="1948"/>
                  </a:lnTo>
                  <a:lnTo>
                    <a:pt x="10829" y="7263"/>
                  </a:lnTo>
                  <a:lnTo>
                    <a:pt x="1971" y="7263"/>
                  </a:lnTo>
                  <a:lnTo>
                    <a:pt x="1971" y="1948"/>
                  </a:lnTo>
                  <a:close/>
                </a:path>
              </a:pathLst>
            </a:custGeom>
            <a:solidFill>
              <a:srgbClr val="4E4658"/>
            </a:solidFill>
            <a:ln>
              <a:noFill/>
            </a:ln>
          </p:spPr>
          <p:txBody>
            <a:bodyPr vert="horz" wrap="square" lIns="91440" tIns="45720" rIns="91440" bIns="45720" numCol="1" anchor="t" anchorCtr="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grpSp>
          <p:nvGrpSpPr>
            <p:cNvPr id="150" name="组合 149"/>
            <p:cNvGrpSpPr/>
            <p:nvPr/>
          </p:nvGrpSpPr>
          <p:grpSpPr>
            <a:xfrm>
              <a:off x="4595239" y="1963866"/>
              <a:ext cx="3002400" cy="320240"/>
              <a:chOff x="4595239" y="1963866"/>
              <a:chExt cx="3002400" cy="320240"/>
            </a:xfrm>
          </p:grpSpPr>
          <p:grpSp>
            <p:nvGrpSpPr>
              <p:cNvPr id="151" name="组合 150"/>
              <p:cNvGrpSpPr/>
              <p:nvPr/>
            </p:nvGrpSpPr>
            <p:grpSpPr>
              <a:xfrm>
                <a:off x="4595239" y="1963866"/>
                <a:ext cx="3002400" cy="320240"/>
                <a:chOff x="8616223" y="1963866"/>
                <a:chExt cx="3002400" cy="320240"/>
              </a:xfrm>
            </p:grpSpPr>
            <p:sp>
              <p:nvSpPr>
                <p:cNvPr id="153" name="矩形 152"/>
                <p:cNvSpPr/>
                <p:nvPr/>
              </p:nvSpPr>
              <p:spPr>
                <a:xfrm>
                  <a:off x="8616223" y="1963866"/>
                  <a:ext cx="3002400" cy="320240"/>
                </a:xfrm>
                <a:prstGeom prst="rect">
                  <a:avLst/>
                </a:prstGeom>
                <a:solidFill>
                  <a:srgbClr val="B4B4B4"/>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dirty="0"/>
                </a:p>
              </p:txBody>
            </p:sp>
            <p:sp>
              <p:nvSpPr>
                <p:cNvPr id="154" name="Multiply 213"/>
                <p:cNvSpPr>
                  <a:spLocks noChangeAspect="1"/>
                </p:cNvSpPr>
                <p:nvPr/>
              </p:nvSpPr>
              <p:spPr>
                <a:xfrm>
                  <a:off x="11404732" y="2067944"/>
                  <a:ext cx="112084" cy="112084"/>
                </a:xfrm>
                <a:custGeom>
                  <a:avLst/>
                  <a:gdLst>
                    <a:gd name="T0" fmla="*/ 11040 w 11360"/>
                    <a:gd name="T1" fmla="*/ 320 h 11360"/>
                    <a:gd name="T2" fmla="*/ 11040 w 11360"/>
                    <a:gd name="T3" fmla="*/ 1360 h 11360"/>
                    <a:gd name="T4" fmla="*/ 6720 w 11360"/>
                    <a:gd name="T5" fmla="*/ 5680 h 11360"/>
                    <a:gd name="T6" fmla="*/ 11040 w 11360"/>
                    <a:gd name="T7" fmla="*/ 10000 h 11360"/>
                    <a:gd name="T8" fmla="*/ 11040 w 11360"/>
                    <a:gd name="T9" fmla="*/ 11040 h 11360"/>
                    <a:gd name="T10" fmla="*/ 10000 w 11360"/>
                    <a:gd name="T11" fmla="*/ 11040 h 11360"/>
                    <a:gd name="T12" fmla="*/ 5680 w 11360"/>
                    <a:gd name="T13" fmla="*/ 6720 h 11360"/>
                    <a:gd name="T14" fmla="*/ 1360 w 11360"/>
                    <a:gd name="T15" fmla="*/ 11040 h 11360"/>
                    <a:gd name="T16" fmla="*/ 320 w 11360"/>
                    <a:gd name="T17" fmla="*/ 11040 h 11360"/>
                    <a:gd name="T18" fmla="*/ 320 w 11360"/>
                    <a:gd name="T19" fmla="*/ 10000 h 11360"/>
                    <a:gd name="T20" fmla="*/ 4640 w 11360"/>
                    <a:gd name="T21" fmla="*/ 5680 h 11360"/>
                    <a:gd name="T22" fmla="*/ 320 w 11360"/>
                    <a:gd name="T23" fmla="*/ 1360 h 11360"/>
                    <a:gd name="T24" fmla="*/ 320 w 11360"/>
                    <a:gd name="T25" fmla="*/ 320 h 11360"/>
                    <a:gd name="T26" fmla="*/ 1360 w 11360"/>
                    <a:gd name="T27" fmla="*/ 320 h 11360"/>
                    <a:gd name="T28" fmla="*/ 5680 w 11360"/>
                    <a:gd name="T29" fmla="*/ 4640 h 11360"/>
                    <a:gd name="T30" fmla="*/ 10000 w 11360"/>
                    <a:gd name="T31" fmla="*/ 320 h 11360"/>
                    <a:gd name="T32" fmla="*/ 11040 w 11360"/>
                    <a:gd name="T33" fmla="*/ 320 h 113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1360" h="11360">
                      <a:moveTo>
                        <a:pt x="11040" y="320"/>
                      </a:moveTo>
                      <a:cubicBezTo>
                        <a:pt x="11360" y="640"/>
                        <a:pt x="11360" y="1120"/>
                        <a:pt x="11040" y="1360"/>
                      </a:cubicBezTo>
                      <a:lnTo>
                        <a:pt x="6720" y="5680"/>
                      </a:lnTo>
                      <a:lnTo>
                        <a:pt x="11040" y="10000"/>
                      </a:lnTo>
                      <a:cubicBezTo>
                        <a:pt x="11360" y="10320"/>
                        <a:pt x="11360" y="10800"/>
                        <a:pt x="11040" y="11040"/>
                      </a:cubicBezTo>
                      <a:cubicBezTo>
                        <a:pt x="10720" y="11360"/>
                        <a:pt x="10240" y="11360"/>
                        <a:pt x="10000" y="11040"/>
                      </a:cubicBezTo>
                      <a:lnTo>
                        <a:pt x="5680" y="6720"/>
                      </a:lnTo>
                      <a:lnTo>
                        <a:pt x="1360" y="11040"/>
                      </a:lnTo>
                      <a:cubicBezTo>
                        <a:pt x="1040" y="11360"/>
                        <a:pt x="560" y="11360"/>
                        <a:pt x="320" y="11040"/>
                      </a:cubicBezTo>
                      <a:cubicBezTo>
                        <a:pt x="0" y="10720"/>
                        <a:pt x="0" y="10240"/>
                        <a:pt x="320" y="10000"/>
                      </a:cubicBezTo>
                      <a:lnTo>
                        <a:pt x="4640" y="5680"/>
                      </a:lnTo>
                      <a:lnTo>
                        <a:pt x="320" y="1360"/>
                      </a:lnTo>
                      <a:cubicBezTo>
                        <a:pt x="0" y="1040"/>
                        <a:pt x="0" y="560"/>
                        <a:pt x="320" y="320"/>
                      </a:cubicBezTo>
                      <a:cubicBezTo>
                        <a:pt x="640" y="80"/>
                        <a:pt x="1120" y="0"/>
                        <a:pt x="1360" y="320"/>
                      </a:cubicBezTo>
                      <a:lnTo>
                        <a:pt x="5680" y="4640"/>
                      </a:lnTo>
                      <a:lnTo>
                        <a:pt x="10000" y="320"/>
                      </a:lnTo>
                      <a:cubicBezTo>
                        <a:pt x="10240" y="0"/>
                        <a:pt x="10800" y="0"/>
                        <a:pt x="11040" y="320"/>
                      </a:cubicBezTo>
                      <a:close/>
                    </a:path>
                  </a:pathLst>
                </a:custGeom>
                <a:solidFill>
                  <a:schemeClr val="bg1"/>
                </a:solidFill>
                <a:ln w="12700" cap="flat" cmpd="sng" algn="ctr">
                  <a:noFill/>
                  <a:prstDash val="solid"/>
                  <a:miter lim="800000"/>
                </a:ln>
                <a:effectLst/>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defTabSz="914400">
                    <a:defRPr/>
                  </a:pPr>
                  <a:endParaRPr lang="zh-CN" altLang="en-US" kern="0">
                    <a:solidFill>
                      <a:srgbClr val="FFFFFF"/>
                    </a:solidFill>
                    <a:latin typeface="Arial" panose="020B0604020202020204"/>
                    <a:ea typeface="微软雅黑" panose="020B0503020204020204" charset="-122"/>
                  </a:endParaRPr>
                </a:p>
              </p:txBody>
            </p:sp>
          </p:grpSp>
          <p:sp>
            <p:nvSpPr>
              <p:cNvPr id="152" name="矩形 151"/>
              <p:cNvSpPr/>
              <p:nvPr/>
            </p:nvSpPr>
            <p:spPr>
              <a:xfrm>
                <a:off x="4715292" y="2038873"/>
                <a:ext cx="1548011" cy="153888"/>
              </a:xfrm>
              <a:prstGeom prst="rect">
                <a:avLst/>
              </a:prstGeom>
            </p:spPr>
            <p:txBody>
              <a:bodyPr wrap="square"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914400">
                  <a:defRPr/>
                </a:pPr>
                <a:r>
                  <a:rPr lang="zh-CN" altLang="en-US" sz="1000" kern="0" dirty="0">
                    <a:solidFill>
                      <a:srgbClr val="FFFFFF"/>
                    </a:solidFill>
                  </a:rPr>
                  <a:t>图标</a:t>
                </a:r>
                <a:r>
                  <a:rPr lang="zh-CN" altLang="en-US" sz="1000" kern="0">
                    <a:solidFill>
                      <a:srgbClr val="FFFFFF"/>
                    </a:solidFill>
                  </a:rPr>
                  <a:t>库 </a:t>
                </a:r>
                <a:r>
                  <a:rPr lang="en-US" altLang="zh-CN" sz="1000" kern="0">
                    <a:solidFill>
                      <a:srgbClr val="FFFFFF"/>
                    </a:solidFill>
                  </a:rPr>
                  <a:t>/</a:t>
                </a:r>
                <a:r>
                  <a:rPr lang="en-US" altLang="zh-CN" sz="100" kern="0">
                    <a:solidFill>
                      <a:srgbClr val="FFFFFF"/>
                    </a:solidFill>
                  </a:rPr>
                  <a:t> </a:t>
                </a:r>
                <a:r>
                  <a:rPr lang="en-US" altLang="zh-CN" sz="1000" kern="0">
                    <a:solidFill>
                      <a:srgbClr val="FFFFFF"/>
                    </a:solidFill>
                  </a:rPr>
                  <a:t> </a:t>
                </a:r>
                <a:r>
                  <a:rPr lang="en-US" altLang="zh-CN" sz="1000" kern="0" dirty="0">
                    <a:solidFill>
                      <a:srgbClr val="FFFFFF"/>
                    </a:solidFill>
                  </a:rPr>
                  <a:t>Icon Library</a:t>
                </a:r>
                <a:endParaRPr lang="zh-CN" altLang="en-US" sz="1000" kern="0" dirty="0">
                  <a:solidFill>
                    <a:srgbClr val="FFFFFF"/>
                  </a:solidFill>
                </a:endParaRPr>
              </a:p>
            </p:txBody>
          </p:sp>
        </p:grpSp>
      </p:grpSp>
      <p:sp>
        <p:nvSpPr>
          <p:cNvPr id="2" name="矩形 1"/>
          <p:cNvSpPr/>
          <p:nvPr/>
        </p:nvSpPr>
        <p:spPr>
          <a:xfrm>
            <a:off x="8978025" y="128575"/>
            <a:ext cx="2540875" cy="771556"/>
          </a:xfrm>
          <a:prstGeom prst="rect">
            <a:avLst/>
          </a:prstGeom>
          <a:solidFill>
            <a:srgbClr val="F73434"/>
          </a:solidFill>
          <a:ln w="12700">
            <a:noFill/>
            <a:prstDash val="sysDash"/>
          </a:ln>
        </p:spPr>
        <p:txBody>
          <a:bodyPr wrap="square" lIns="91440" tIns="91440" rIns="91440" bIns="91440" rtlCol="0" anchor="ctr">
            <a:noAutofit/>
          </a:bodyPr>
          <a:lstStyle/>
          <a:p>
            <a:pPr>
              <a:lnSpc>
                <a:spcPct val="120000"/>
              </a:lnSpc>
            </a:pPr>
            <a:r>
              <a:rPr lang="en-US" altLang="zh-CN" sz="800" b="1" dirty="0">
                <a:solidFill>
                  <a:schemeClr val="bg1"/>
                </a:solidFill>
              </a:rPr>
              <a:t>Note:</a:t>
            </a:r>
          </a:p>
          <a:p>
            <a:pPr>
              <a:lnSpc>
                <a:spcPct val="120000"/>
              </a:lnSpc>
            </a:pPr>
            <a:r>
              <a:rPr lang="zh-CN" altLang="en-US" sz="800" dirty="0">
                <a:solidFill>
                  <a:schemeClr val="bg1"/>
                </a:solidFill>
              </a:rPr>
              <a:t>本页为说明页，使用时请删除本页内容。</a:t>
            </a:r>
          </a:p>
          <a:p>
            <a:pPr>
              <a:lnSpc>
                <a:spcPct val="120000"/>
              </a:lnSpc>
            </a:pPr>
            <a:r>
              <a:rPr lang="en-US" altLang="zh-CN" sz="800">
                <a:solidFill>
                  <a:schemeClr val="bg1"/>
                </a:solidFill>
              </a:rPr>
              <a:t>This </a:t>
            </a:r>
            <a:r>
              <a:rPr lang="en-US" altLang="zh-CN" sz="100">
                <a:solidFill>
                  <a:schemeClr val="bg1"/>
                </a:solidFill>
              </a:rPr>
              <a:t> </a:t>
            </a:r>
            <a:r>
              <a:rPr lang="en-US" altLang="zh-CN" sz="800">
                <a:solidFill>
                  <a:schemeClr val="bg1"/>
                </a:solidFill>
              </a:rPr>
              <a:t>slide </a:t>
            </a:r>
            <a:r>
              <a:rPr lang="en-US" altLang="zh-CN" sz="800" dirty="0">
                <a:solidFill>
                  <a:schemeClr val="bg1"/>
                </a:solidFill>
              </a:rPr>
              <a:t>is an instruction. Please delete this slide before using it for presentation.</a:t>
            </a:r>
          </a:p>
        </p:txBody>
      </p:sp>
    </p:spTree>
    <p:custDataLst>
      <p:tags r:id="rId1"/>
    </p:custData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pSp>
        <p:nvGrpSpPr>
          <p:cNvPr id="3" name="组合 2"/>
          <p:cNvGrpSpPr/>
          <p:nvPr/>
        </p:nvGrpSpPr>
        <p:grpSpPr>
          <a:xfrm>
            <a:off x="660400" y="5464436"/>
            <a:ext cx="3493913" cy="400110"/>
            <a:chOff x="673100" y="5464436"/>
            <a:chExt cx="3493913" cy="400110"/>
          </a:xfrm>
        </p:grpSpPr>
        <p:sp>
          <p:nvSpPr>
            <p:cNvPr id="351" name="文本框 350"/>
            <p:cNvSpPr txBox="1"/>
            <p:nvPr/>
          </p:nvSpPr>
          <p:spPr>
            <a:xfrm>
              <a:off x="994562" y="5464436"/>
              <a:ext cx="3172451" cy="400110"/>
            </a:xfrm>
            <a:prstGeom prst="rect">
              <a:avLst/>
            </a:prstGeom>
            <a:noFill/>
          </p:spPr>
          <p:txBody>
            <a:bodyPr wrap="square" rtlCol="0" anchor="ctr">
              <a:spAutoFit/>
            </a:bodyPr>
            <a:lstStyle/>
            <a:p>
              <a:r>
                <a:rPr lang="zh-CN" altLang="en-US" sz="1000" dirty="0">
                  <a:solidFill>
                    <a:srgbClr val="2F2F2F"/>
                  </a:solidFill>
                </a:rPr>
                <a:t>选中图示中的占位形状</a:t>
              </a:r>
              <a:endParaRPr lang="en-US" altLang="zh-CN" sz="1000" dirty="0">
                <a:solidFill>
                  <a:srgbClr val="2F2F2F"/>
                </a:solidFill>
              </a:endParaRPr>
            </a:p>
            <a:p>
              <a:r>
                <a:rPr lang="en-US" altLang="zh-CN" sz="1000">
                  <a:solidFill>
                    <a:srgbClr val="2F2F2F"/>
                  </a:solidFill>
                </a:rPr>
                <a:t>Select</a:t>
              </a:r>
              <a:r>
                <a:rPr lang="en-US" altLang="zh-CN" sz="100">
                  <a:solidFill>
                    <a:srgbClr val="2F2F2F"/>
                  </a:solidFill>
                </a:rPr>
                <a:t> </a:t>
              </a:r>
              <a:r>
                <a:rPr lang="en-US" altLang="zh-CN" sz="1000">
                  <a:solidFill>
                    <a:srgbClr val="2F2F2F"/>
                  </a:solidFill>
                </a:rPr>
                <a:t> </a:t>
              </a:r>
              <a:r>
                <a:rPr lang="en-US" altLang="zh-CN" sz="1000" dirty="0">
                  <a:solidFill>
                    <a:srgbClr val="2F2F2F"/>
                  </a:solidFill>
                </a:rPr>
                <a:t>the shape that</a:t>
              </a:r>
              <a:r>
                <a:rPr lang="zh-CN" altLang="en-US" sz="1000" dirty="0">
                  <a:solidFill>
                    <a:srgbClr val="2F2F2F"/>
                  </a:solidFill>
                </a:rPr>
                <a:t> </a:t>
              </a:r>
              <a:r>
                <a:rPr lang="en-US" altLang="zh-CN" sz="1000" dirty="0">
                  <a:solidFill>
                    <a:srgbClr val="2F2F2F"/>
                  </a:solidFill>
                </a:rPr>
                <a:t>needs</a:t>
              </a:r>
              <a:r>
                <a:rPr lang="zh-CN" altLang="en-US" sz="1000" dirty="0">
                  <a:solidFill>
                    <a:srgbClr val="2F2F2F"/>
                  </a:solidFill>
                </a:rPr>
                <a:t> </a:t>
              </a:r>
              <a:r>
                <a:rPr lang="en-US" altLang="zh-CN" sz="1000" dirty="0">
                  <a:solidFill>
                    <a:srgbClr val="2F2F2F"/>
                  </a:solidFill>
                </a:rPr>
                <a:t>to</a:t>
              </a:r>
              <a:r>
                <a:rPr lang="zh-CN" altLang="en-US" sz="1000" dirty="0">
                  <a:solidFill>
                    <a:srgbClr val="2F2F2F"/>
                  </a:solidFill>
                </a:rPr>
                <a:t> </a:t>
              </a:r>
              <a:r>
                <a:rPr lang="en-US" altLang="zh-CN" sz="1000" dirty="0">
                  <a:solidFill>
                    <a:srgbClr val="2F2F2F"/>
                  </a:solidFill>
                </a:rPr>
                <a:t>be</a:t>
              </a:r>
              <a:r>
                <a:rPr lang="zh-CN" altLang="en-US" sz="1000" dirty="0">
                  <a:solidFill>
                    <a:srgbClr val="2F2F2F"/>
                  </a:solidFill>
                </a:rPr>
                <a:t> </a:t>
              </a:r>
              <a:r>
                <a:rPr lang="en-US" altLang="zh-CN" sz="1000" dirty="0">
                  <a:solidFill>
                    <a:srgbClr val="2F2F2F"/>
                  </a:solidFill>
                </a:rPr>
                <a:t>filled</a:t>
              </a:r>
              <a:r>
                <a:rPr lang="zh-CN" altLang="en-US" sz="1000" dirty="0">
                  <a:solidFill>
                    <a:srgbClr val="2F2F2F"/>
                  </a:solidFill>
                </a:rPr>
                <a:t> </a:t>
              </a:r>
              <a:r>
                <a:rPr lang="en-US" altLang="zh-CN" sz="1000" dirty="0">
                  <a:solidFill>
                    <a:srgbClr val="2F2F2F"/>
                  </a:solidFill>
                </a:rPr>
                <a:t>with</a:t>
              </a:r>
              <a:r>
                <a:rPr lang="zh-CN" altLang="en-US" sz="1000" dirty="0">
                  <a:solidFill>
                    <a:srgbClr val="2F2F2F"/>
                  </a:solidFill>
                </a:rPr>
                <a:t> </a:t>
              </a:r>
              <a:r>
                <a:rPr lang="en-US" altLang="zh-CN" sz="1000" dirty="0">
                  <a:solidFill>
                    <a:srgbClr val="2F2F2F"/>
                  </a:solidFill>
                </a:rPr>
                <a:t>picture</a:t>
              </a:r>
              <a:endParaRPr lang="zh-CN" altLang="en-US" sz="1000" dirty="0">
                <a:solidFill>
                  <a:srgbClr val="2F2F2F"/>
                </a:solidFill>
              </a:endParaRPr>
            </a:p>
          </p:txBody>
        </p:sp>
        <p:sp>
          <p:nvSpPr>
            <p:cNvPr id="350" name="椭圆 349"/>
            <p:cNvSpPr/>
            <p:nvPr/>
          </p:nvSpPr>
          <p:spPr>
            <a:xfrm>
              <a:off x="673100" y="5526315"/>
              <a:ext cx="276343" cy="276343"/>
            </a:xfrm>
            <a:prstGeom prst="ellipse">
              <a:avLst/>
            </a:prstGeom>
            <a:solidFill>
              <a:srgbClr val="2F2F2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t>1</a:t>
              </a:r>
              <a:endParaRPr lang="zh-CN" altLang="en-US" sz="1200" dirty="0"/>
            </a:p>
          </p:txBody>
        </p:sp>
      </p:grpSp>
      <p:sp>
        <p:nvSpPr>
          <p:cNvPr id="890" name="Right Arrow 16"/>
          <p:cNvSpPr/>
          <p:nvPr/>
        </p:nvSpPr>
        <p:spPr>
          <a:xfrm>
            <a:off x="4284308" y="3338119"/>
            <a:ext cx="174147" cy="156344"/>
          </a:xfrm>
          <a:custGeom>
            <a:avLst/>
            <a:gdLst>
              <a:gd name="T0" fmla="*/ 4048 w 6714"/>
              <a:gd name="T1" fmla="*/ 194 h 6036"/>
              <a:gd name="T2" fmla="*/ 3696 w 6714"/>
              <a:gd name="T3" fmla="*/ 340 h 6036"/>
              <a:gd name="T4" fmla="*/ 3696 w 6714"/>
              <a:gd name="T5" fmla="*/ 1283 h 6036"/>
              <a:gd name="T6" fmla="*/ 199 w 6714"/>
              <a:gd name="T7" fmla="*/ 1283 h 6036"/>
              <a:gd name="T8" fmla="*/ 0 w 6714"/>
              <a:gd name="T9" fmla="*/ 1482 h 6036"/>
              <a:gd name="T10" fmla="*/ 0 w 6714"/>
              <a:gd name="T11" fmla="*/ 4553 h 6036"/>
              <a:gd name="T12" fmla="*/ 199 w 6714"/>
              <a:gd name="T13" fmla="*/ 4752 h 6036"/>
              <a:gd name="T14" fmla="*/ 3696 w 6714"/>
              <a:gd name="T15" fmla="*/ 4752 h 6036"/>
              <a:gd name="T16" fmla="*/ 3696 w 6714"/>
              <a:gd name="T17" fmla="*/ 5696 h 6036"/>
              <a:gd name="T18" fmla="*/ 4048 w 6714"/>
              <a:gd name="T19" fmla="*/ 5842 h 6036"/>
              <a:gd name="T20" fmla="*/ 6520 w 6714"/>
              <a:gd name="T21" fmla="*/ 3369 h 6036"/>
              <a:gd name="T22" fmla="*/ 6520 w 6714"/>
              <a:gd name="T23" fmla="*/ 2666 h 6036"/>
              <a:gd name="T24" fmla="*/ 4048 w 6714"/>
              <a:gd name="T25" fmla="*/ 194 h 60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714" h="6036">
                <a:moveTo>
                  <a:pt x="4048" y="194"/>
                </a:moveTo>
                <a:cubicBezTo>
                  <a:pt x="3853" y="0"/>
                  <a:pt x="3696" y="65"/>
                  <a:pt x="3696" y="340"/>
                </a:cubicBezTo>
                <a:lnTo>
                  <a:pt x="3696" y="1283"/>
                </a:lnTo>
                <a:lnTo>
                  <a:pt x="199" y="1283"/>
                </a:lnTo>
                <a:cubicBezTo>
                  <a:pt x="89" y="1283"/>
                  <a:pt x="0" y="1372"/>
                  <a:pt x="0" y="1482"/>
                </a:cubicBezTo>
                <a:lnTo>
                  <a:pt x="0" y="4553"/>
                </a:lnTo>
                <a:cubicBezTo>
                  <a:pt x="0" y="4663"/>
                  <a:pt x="89" y="4752"/>
                  <a:pt x="199" y="4752"/>
                </a:cubicBezTo>
                <a:lnTo>
                  <a:pt x="3696" y="4752"/>
                </a:lnTo>
                <a:lnTo>
                  <a:pt x="3696" y="5696"/>
                </a:lnTo>
                <a:cubicBezTo>
                  <a:pt x="3696" y="5971"/>
                  <a:pt x="3853" y="6036"/>
                  <a:pt x="4048" y="5842"/>
                </a:cubicBezTo>
                <a:lnTo>
                  <a:pt x="6520" y="3369"/>
                </a:lnTo>
                <a:cubicBezTo>
                  <a:pt x="6714" y="3175"/>
                  <a:pt x="6714" y="2860"/>
                  <a:pt x="6520" y="2666"/>
                </a:cubicBezTo>
                <a:lnTo>
                  <a:pt x="4048" y="194"/>
                </a:lnTo>
                <a:close/>
              </a:path>
            </a:pathLst>
          </a:custGeom>
          <a:solidFill>
            <a:srgbClr val="867B9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grpSp>
        <p:nvGrpSpPr>
          <p:cNvPr id="19" name="组合 18"/>
          <p:cNvGrpSpPr/>
          <p:nvPr/>
        </p:nvGrpSpPr>
        <p:grpSpPr>
          <a:xfrm>
            <a:off x="4588450" y="1963867"/>
            <a:ext cx="3002400" cy="3200416"/>
            <a:chOff x="4595239" y="1963866"/>
            <a:chExt cx="3002400" cy="3200416"/>
          </a:xfrm>
        </p:grpSpPr>
        <p:sp>
          <p:nvSpPr>
            <p:cNvPr id="302" name="矩形 301"/>
            <p:cNvSpPr/>
            <p:nvPr/>
          </p:nvSpPr>
          <p:spPr>
            <a:xfrm>
              <a:off x="4595239" y="1963866"/>
              <a:ext cx="3002400" cy="3002400"/>
            </a:xfrm>
            <a:prstGeom prst="rect">
              <a:avLst/>
            </a:prstGeom>
            <a:gradFill>
              <a:gsLst>
                <a:gs pos="80000">
                  <a:schemeClr val="bg1"/>
                </a:gs>
                <a:gs pos="100000">
                  <a:schemeClr val="bg1">
                    <a:alpha val="0"/>
                  </a:schemeClr>
                </a:gs>
              </a:gsLst>
              <a:lin ang="5400000" scaled="1"/>
            </a:gradFill>
            <a:ln w="9525">
              <a:noFill/>
            </a:ln>
            <a:effectLst>
              <a:outerShdw blurRad="63500" sx="102000" sy="102000" algn="ctr" rotWithShape="0">
                <a:srgbClr val="E7E5EA">
                  <a:alpha val="5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grpSp>
          <p:nvGrpSpPr>
            <p:cNvPr id="153" name="组合 152"/>
            <p:cNvGrpSpPr/>
            <p:nvPr/>
          </p:nvGrpSpPr>
          <p:grpSpPr>
            <a:xfrm>
              <a:off x="4706067" y="2686508"/>
              <a:ext cx="2780745" cy="2477774"/>
              <a:chOff x="5543523" y="3950927"/>
              <a:chExt cx="2485245" cy="2214470"/>
            </a:xfrm>
            <a:solidFill>
              <a:srgbClr val="E7E5EA"/>
            </a:solidFill>
          </p:grpSpPr>
          <p:sp>
            <p:nvSpPr>
              <p:cNvPr id="154" name="矩形: 圆角 153"/>
              <p:cNvSpPr>
                <a:spLocks noChangeAspect="1"/>
              </p:cNvSpPr>
              <p:nvPr/>
            </p:nvSpPr>
            <p:spPr>
              <a:xfrm>
                <a:off x="5543523" y="3950927"/>
                <a:ext cx="1189177" cy="668912"/>
              </a:xfrm>
              <a:prstGeom prst="roundRect">
                <a:avLst>
                  <a:gd name="adj" fmla="val 4418"/>
                </a:avLst>
              </a:pr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155" name="矩形: 圆角 154"/>
              <p:cNvSpPr>
                <a:spLocks noChangeAspect="1"/>
              </p:cNvSpPr>
              <p:nvPr/>
            </p:nvSpPr>
            <p:spPr>
              <a:xfrm>
                <a:off x="5543523" y="4723706"/>
                <a:ext cx="1189177" cy="668912"/>
              </a:xfrm>
              <a:prstGeom prst="roundRect">
                <a:avLst>
                  <a:gd name="adj" fmla="val 4418"/>
                </a:avLst>
              </a:pr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156" name="矩形: 圆角 155"/>
              <p:cNvSpPr>
                <a:spLocks noChangeAspect="1"/>
              </p:cNvSpPr>
              <p:nvPr/>
            </p:nvSpPr>
            <p:spPr>
              <a:xfrm>
                <a:off x="5543523" y="5496485"/>
                <a:ext cx="1189177" cy="668912"/>
              </a:xfrm>
              <a:prstGeom prst="roundRect">
                <a:avLst>
                  <a:gd name="adj" fmla="val 4418"/>
                </a:avLst>
              </a:prstGeom>
              <a:gradFill>
                <a:gsLst>
                  <a:gs pos="0">
                    <a:srgbClr val="E7E5EA"/>
                  </a:gs>
                  <a:gs pos="62000">
                    <a:srgbClr val="E7E5EA">
                      <a:alpha val="0"/>
                    </a:srgbClr>
                  </a:gs>
                </a:gsLst>
                <a:lin ang="5400000" scaled="1"/>
              </a:gra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157" name="矩形: 圆角 156"/>
              <p:cNvSpPr>
                <a:spLocks noChangeAspect="1"/>
              </p:cNvSpPr>
              <p:nvPr/>
            </p:nvSpPr>
            <p:spPr>
              <a:xfrm>
                <a:off x="6839591" y="5496485"/>
                <a:ext cx="1189177" cy="668912"/>
              </a:xfrm>
              <a:prstGeom prst="roundRect">
                <a:avLst>
                  <a:gd name="adj" fmla="val 4418"/>
                </a:avLst>
              </a:prstGeom>
              <a:gradFill>
                <a:gsLst>
                  <a:gs pos="0">
                    <a:srgbClr val="E7E5EA"/>
                  </a:gs>
                  <a:gs pos="62000">
                    <a:srgbClr val="E7E5EA">
                      <a:alpha val="0"/>
                    </a:srgbClr>
                  </a:gs>
                </a:gsLst>
                <a:lin ang="5400000" scaled="1"/>
              </a:gra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158" name="矩形: 圆角 157"/>
              <p:cNvSpPr>
                <a:spLocks noChangeAspect="1"/>
              </p:cNvSpPr>
              <p:nvPr/>
            </p:nvSpPr>
            <p:spPr>
              <a:xfrm>
                <a:off x="6839591" y="4723706"/>
                <a:ext cx="1189177" cy="668912"/>
              </a:xfrm>
              <a:prstGeom prst="roundRect">
                <a:avLst>
                  <a:gd name="adj" fmla="val 4418"/>
                </a:avLst>
              </a:pr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159" name="矩形: 圆角 158"/>
              <p:cNvSpPr>
                <a:spLocks noChangeAspect="1"/>
              </p:cNvSpPr>
              <p:nvPr/>
            </p:nvSpPr>
            <p:spPr>
              <a:xfrm>
                <a:off x="6839591" y="3950927"/>
                <a:ext cx="1189177" cy="668912"/>
              </a:xfrm>
              <a:prstGeom prst="roundRect">
                <a:avLst>
                  <a:gd name="adj" fmla="val 4418"/>
                </a:avLst>
              </a:prstGeom>
              <a:blipFill>
                <a:blip r:embed="rId3"/>
                <a:srcRect/>
                <a:stretch>
                  <a:fillRect t="-153" b="-153"/>
                </a:stretch>
              </a:blipFill>
              <a:ln w="3175">
                <a:noFill/>
                <a:prstDash val="solid"/>
                <a:miter lim="800000"/>
              </a:ln>
              <a:effectLst/>
            </p:spPr>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defTabSz="914400"/>
                <a:endParaRPr lang="zh-CN" altLang="en-US" kern="0">
                  <a:solidFill>
                    <a:srgbClr val="44546A">
                      <a:lumMod val="60000"/>
                      <a:lumOff val="40000"/>
                    </a:srgbClr>
                  </a:solidFill>
                </a:endParaRPr>
              </a:p>
            </p:txBody>
          </p:sp>
          <p:sp>
            <p:nvSpPr>
              <p:cNvPr id="160" name="矩形: 圆角 159"/>
              <p:cNvSpPr>
                <a:spLocks noChangeAspect="1"/>
              </p:cNvSpPr>
              <p:nvPr/>
            </p:nvSpPr>
            <p:spPr>
              <a:xfrm>
                <a:off x="6839591" y="3950927"/>
                <a:ext cx="1189177" cy="668912"/>
              </a:xfrm>
              <a:prstGeom prst="roundRect">
                <a:avLst>
                  <a:gd name="adj" fmla="val 4418"/>
                </a:avLst>
              </a:prstGeom>
              <a:noFill/>
              <a:ln w="19050">
                <a:solidFill>
                  <a:srgbClr val="F7343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grpSp>
        <p:grpSp>
          <p:nvGrpSpPr>
            <p:cNvPr id="16" name="组合 15"/>
            <p:cNvGrpSpPr/>
            <p:nvPr/>
          </p:nvGrpSpPr>
          <p:grpSpPr>
            <a:xfrm>
              <a:off x="4595239" y="1963866"/>
              <a:ext cx="3002400" cy="320240"/>
              <a:chOff x="4595239" y="1963866"/>
              <a:chExt cx="3002400" cy="320240"/>
            </a:xfrm>
          </p:grpSpPr>
          <p:grpSp>
            <p:nvGrpSpPr>
              <p:cNvPr id="5" name="组合 4"/>
              <p:cNvGrpSpPr/>
              <p:nvPr/>
            </p:nvGrpSpPr>
            <p:grpSpPr>
              <a:xfrm>
                <a:off x="4595239" y="1963866"/>
                <a:ext cx="3002400" cy="320240"/>
                <a:chOff x="8616223" y="1963866"/>
                <a:chExt cx="3002400" cy="320240"/>
              </a:xfrm>
            </p:grpSpPr>
            <p:sp>
              <p:nvSpPr>
                <p:cNvPr id="304" name="矩形 303"/>
                <p:cNvSpPr/>
                <p:nvPr/>
              </p:nvSpPr>
              <p:spPr>
                <a:xfrm>
                  <a:off x="8616223" y="1963866"/>
                  <a:ext cx="3002400" cy="320240"/>
                </a:xfrm>
                <a:prstGeom prst="rect">
                  <a:avLst/>
                </a:prstGeom>
                <a:solidFill>
                  <a:srgbClr val="B4B4B4"/>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dirty="0"/>
                </a:p>
              </p:txBody>
            </p:sp>
            <p:sp>
              <p:nvSpPr>
                <p:cNvPr id="306" name="Multiply 213"/>
                <p:cNvSpPr>
                  <a:spLocks noChangeAspect="1"/>
                </p:cNvSpPr>
                <p:nvPr/>
              </p:nvSpPr>
              <p:spPr>
                <a:xfrm>
                  <a:off x="11404732" y="2067944"/>
                  <a:ext cx="112084" cy="112084"/>
                </a:xfrm>
                <a:custGeom>
                  <a:avLst/>
                  <a:gdLst>
                    <a:gd name="T0" fmla="*/ 11040 w 11360"/>
                    <a:gd name="T1" fmla="*/ 320 h 11360"/>
                    <a:gd name="T2" fmla="*/ 11040 w 11360"/>
                    <a:gd name="T3" fmla="*/ 1360 h 11360"/>
                    <a:gd name="T4" fmla="*/ 6720 w 11360"/>
                    <a:gd name="T5" fmla="*/ 5680 h 11360"/>
                    <a:gd name="T6" fmla="*/ 11040 w 11360"/>
                    <a:gd name="T7" fmla="*/ 10000 h 11360"/>
                    <a:gd name="T8" fmla="*/ 11040 w 11360"/>
                    <a:gd name="T9" fmla="*/ 11040 h 11360"/>
                    <a:gd name="T10" fmla="*/ 10000 w 11360"/>
                    <a:gd name="T11" fmla="*/ 11040 h 11360"/>
                    <a:gd name="T12" fmla="*/ 5680 w 11360"/>
                    <a:gd name="T13" fmla="*/ 6720 h 11360"/>
                    <a:gd name="T14" fmla="*/ 1360 w 11360"/>
                    <a:gd name="T15" fmla="*/ 11040 h 11360"/>
                    <a:gd name="T16" fmla="*/ 320 w 11360"/>
                    <a:gd name="T17" fmla="*/ 11040 h 11360"/>
                    <a:gd name="T18" fmla="*/ 320 w 11360"/>
                    <a:gd name="T19" fmla="*/ 10000 h 11360"/>
                    <a:gd name="T20" fmla="*/ 4640 w 11360"/>
                    <a:gd name="T21" fmla="*/ 5680 h 11360"/>
                    <a:gd name="T22" fmla="*/ 320 w 11360"/>
                    <a:gd name="T23" fmla="*/ 1360 h 11360"/>
                    <a:gd name="T24" fmla="*/ 320 w 11360"/>
                    <a:gd name="T25" fmla="*/ 320 h 11360"/>
                    <a:gd name="T26" fmla="*/ 1360 w 11360"/>
                    <a:gd name="T27" fmla="*/ 320 h 11360"/>
                    <a:gd name="T28" fmla="*/ 5680 w 11360"/>
                    <a:gd name="T29" fmla="*/ 4640 h 11360"/>
                    <a:gd name="T30" fmla="*/ 10000 w 11360"/>
                    <a:gd name="T31" fmla="*/ 320 h 11360"/>
                    <a:gd name="T32" fmla="*/ 11040 w 11360"/>
                    <a:gd name="T33" fmla="*/ 320 h 113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1360" h="11360">
                      <a:moveTo>
                        <a:pt x="11040" y="320"/>
                      </a:moveTo>
                      <a:cubicBezTo>
                        <a:pt x="11360" y="640"/>
                        <a:pt x="11360" y="1120"/>
                        <a:pt x="11040" y="1360"/>
                      </a:cubicBezTo>
                      <a:lnTo>
                        <a:pt x="6720" y="5680"/>
                      </a:lnTo>
                      <a:lnTo>
                        <a:pt x="11040" y="10000"/>
                      </a:lnTo>
                      <a:cubicBezTo>
                        <a:pt x="11360" y="10320"/>
                        <a:pt x="11360" y="10800"/>
                        <a:pt x="11040" y="11040"/>
                      </a:cubicBezTo>
                      <a:cubicBezTo>
                        <a:pt x="10720" y="11360"/>
                        <a:pt x="10240" y="11360"/>
                        <a:pt x="10000" y="11040"/>
                      </a:cubicBezTo>
                      <a:lnTo>
                        <a:pt x="5680" y="6720"/>
                      </a:lnTo>
                      <a:lnTo>
                        <a:pt x="1360" y="11040"/>
                      </a:lnTo>
                      <a:cubicBezTo>
                        <a:pt x="1040" y="11360"/>
                        <a:pt x="560" y="11360"/>
                        <a:pt x="320" y="11040"/>
                      </a:cubicBezTo>
                      <a:cubicBezTo>
                        <a:pt x="0" y="10720"/>
                        <a:pt x="0" y="10240"/>
                        <a:pt x="320" y="10000"/>
                      </a:cubicBezTo>
                      <a:lnTo>
                        <a:pt x="4640" y="5680"/>
                      </a:lnTo>
                      <a:lnTo>
                        <a:pt x="320" y="1360"/>
                      </a:lnTo>
                      <a:cubicBezTo>
                        <a:pt x="0" y="1040"/>
                        <a:pt x="0" y="560"/>
                        <a:pt x="320" y="320"/>
                      </a:cubicBezTo>
                      <a:cubicBezTo>
                        <a:pt x="640" y="80"/>
                        <a:pt x="1120" y="0"/>
                        <a:pt x="1360" y="320"/>
                      </a:cubicBezTo>
                      <a:lnTo>
                        <a:pt x="5680" y="4640"/>
                      </a:lnTo>
                      <a:lnTo>
                        <a:pt x="10000" y="320"/>
                      </a:lnTo>
                      <a:cubicBezTo>
                        <a:pt x="10240" y="0"/>
                        <a:pt x="10800" y="0"/>
                        <a:pt x="11040" y="320"/>
                      </a:cubicBezTo>
                      <a:close/>
                    </a:path>
                  </a:pathLst>
                </a:custGeom>
                <a:solidFill>
                  <a:schemeClr val="bg1"/>
                </a:solidFill>
                <a:ln w="12700" cap="flat" cmpd="sng" algn="ctr">
                  <a:noFill/>
                  <a:prstDash val="solid"/>
                  <a:miter lim="800000"/>
                </a:ln>
                <a:effectLst/>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defTabSz="914400">
                    <a:defRPr/>
                  </a:pPr>
                  <a:endParaRPr lang="zh-CN" altLang="en-US" kern="0">
                    <a:solidFill>
                      <a:srgbClr val="FFFFFF"/>
                    </a:solidFill>
                    <a:latin typeface="Arial" panose="020B0604020202020204"/>
                    <a:ea typeface="微软雅黑" panose="020B0503020204020204" charset="-122"/>
                  </a:endParaRPr>
                </a:p>
              </p:txBody>
            </p:sp>
          </p:grpSp>
          <p:sp>
            <p:nvSpPr>
              <p:cNvPr id="332" name="矩形 331"/>
              <p:cNvSpPr/>
              <p:nvPr/>
            </p:nvSpPr>
            <p:spPr>
              <a:xfrm>
                <a:off x="4715292" y="2038873"/>
                <a:ext cx="1548011" cy="153888"/>
              </a:xfrm>
              <a:prstGeom prst="rect">
                <a:avLst/>
              </a:prstGeom>
            </p:spPr>
            <p:txBody>
              <a:bodyPr wrap="square"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914400">
                  <a:defRPr/>
                </a:pPr>
                <a:r>
                  <a:rPr lang="zh-CN" altLang="en-US" sz="1000" kern="0" dirty="0">
                    <a:solidFill>
                      <a:srgbClr val="FFFFFF"/>
                    </a:solidFill>
                  </a:rPr>
                  <a:t>图片</a:t>
                </a:r>
                <a:r>
                  <a:rPr lang="zh-CN" altLang="en-US" sz="1000" kern="0">
                    <a:solidFill>
                      <a:srgbClr val="FFFFFF"/>
                    </a:solidFill>
                  </a:rPr>
                  <a:t>库 </a:t>
                </a:r>
                <a:r>
                  <a:rPr lang="en-US" altLang="zh-CN" sz="1000" kern="0">
                    <a:solidFill>
                      <a:srgbClr val="FFFFFF"/>
                    </a:solidFill>
                  </a:rPr>
                  <a:t>/</a:t>
                </a:r>
                <a:r>
                  <a:rPr lang="en-US" altLang="zh-CN" sz="100" kern="0">
                    <a:solidFill>
                      <a:srgbClr val="FFFFFF"/>
                    </a:solidFill>
                  </a:rPr>
                  <a:t> </a:t>
                </a:r>
                <a:r>
                  <a:rPr lang="en-US" altLang="zh-CN" sz="1000" kern="0">
                    <a:solidFill>
                      <a:srgbClr val="FFFFFF"/>
                    </a:solidFill>
                  </a:rPr>
                  <a:t> </a:t>
                </a:r>
                <a:r>
                  <a:rPr lang="en-US" altLang="zh-CN" sz="1000" kern="0" dirty="0">
                    <a:solidFill>
                      <a:srgbClr val="FFFFFF"/>
                    </a:solidFill>
                  </a:rPr>
                  <a:t>Picture Library</a:t>
                </a:r>
                <a:endParaRPr lang="zh-CN" altLang="en-US" sz="1000" kern="0" dirty="0">
                  <a:solidFill>
                    <a:srgbClr val="FFFFFF"/>
                  </a:solidFill>
                </a:endParaRPr>
              </a:p>
            </p:txBody>
          </p:sp>
        </p:grpSp>
        <p:grpSp>
          <p:nvGrpSpPr>
            <p:cNvPr id="335" name="组合 334"/>
            <p:cNvGrpSpPr/>
            <p:nvPr/>
          </p:nvGrpSpPr>
          <p:grpSpPr>
            <a:xfrm>
              <a:off x="4715293" y="2404041"/>
              <a:ext cx="1638861" cy="160073"/>
              <a:chOff x="4248155" y="2141651"/>
              <a:chExt cx="1474301" cy="144000"/>
            </a:xfrm>
            <a:solidFill>
              <a:srgbClr val="E7E5EA"/>
            </a:solidFill>
          </p:grpSpPr>
          <p:sp>
            <p:nvSpPr>
              <p:cNvPr id="489" name="矩形 488"/>
              <p:cNvSpPr/>
              <p:nvPr/>
            </p:nvSpPr>
            <p:spPr>
              <a:xfrm>
                <a:off x="4248155" y="2141651"/>
                <a:ext cx="288000" cy="144000"/>
              </a:xfrm>
              <a:prstGeom prst="rect">
                <a:avLst/>
              </a:prstGeom>
              <a:solidFill>
                <a:srgbClr val="F0EE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490" name="矩形 489"/>
              <p:cNvSpPr/>
              <p:nvPr/>
            </p:nvSpPr>
            <p:spPr>
              <a:xfrm>
                <a:off x="4648245" y="2141651"/>
                <a:ext cx="288000" cy="144000"/>
              </a:xfrm>
              <a:prstGeom prst="rect">
                <a:avLst/>
              </a:prstGeom>
              <a:solidFill>
                <a:srgbClr val="F0EE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491" name="矩形 490"/>
              <p:cNvSpPr/>
              <p:nvPr/>
            </p:nvSpPr>
            <p:spPr>
              <a:xfrm>
                <a:off x="5044245" y="2141651"/>
                <a:ext cx="288000" cy="144000"/>
              </a:xfrm>
              <a:prstGeom prst="rect">
                <a:avLst/>
              </a:prstGeom>
              <a:solidFill>
                <a:srgbClr val="F0EE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dirty="0"/>
              </a:p>
            </p:txBody>
          </p:sp>
          <p:sp>
            <p:nvSpPr>
              <p:cNvPr id="495" name="矩形 494"/>
              <p:cNvSpPr/>
              <p:nvPr/>
            </p:nvSpPr>
            <p:spPr>
              <a:xfrm>
                <a:off x="5434456" y="2141651"/>
                <a:ext cx="288000" cy="144000"/>
              </a:xfrm>
              <a:prstGeom prst="rect">
                <a:avLst/>
              </a:prstGeom>
              <a:solidFill>
                <a:srgbClr val="F0EE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dirty="0"/>
              </a:p>
            </p:txBody>
          </p:sp>
        </p:grpSp>
        <p:grpSp>
          <p:nvGrpSpPr>
            <p:cNvPr id="336" name="组合 335"/>
            <p:cNvGrpSpPr/>
            <p:nvPr/>
          </p:nvGrpSpPr>
          <p:grpSpPr>
            <a:xfrm>
              <a:off x="6715511" y="2404041"/>
              <a:ext cx="761195" cy="160073"/>
              <a:chOff x="6047529" y="2141651"/>
              <a:chExt cx="684762" cy="144000"/>
            </a:xfrm>
            <a:solidFill>
              <a:srgbClr val="E7E5EA"/>
            </a:solidFill>
          </p:grpSpPr>
          <p:sp>
            <p:nvSpPr>
              <p:cNvPr id="487" name="矩形 486"/>
              <p:cNvSpPr/>
              <p:nvPr/>
            </p:nvSpPr>
            <p:spPr>
              <a:xfrm>
                <a:off x="6047529" y="2141651"/>
                <a:ext cx="288000" cy="144000"/>
              </a:xfrm>
              <a:prstGeom prst="rect">
                <a:avLst/>
              </a:prstGeom>
              <a:solidFill>
                <a:srgbClr val="F0EE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488" name="矩形 487"/>
              <p:cNvSpPr/>
              <p:nvPr/>
            </p:nvSpPr>
            <p:spPr>
              <a:xfrm>
                <a:off x="6444291" y="2141651"/>
                <a:ext cx="288000" cy="144000"/>
              </a:xfrm>
              <a:prstGeom prst="rect">
                <a:avLst/>
              </a:prstGeom>
              <a:solidFill>
                <a:srgbClr val="F0EE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grpSp>
      </p:grpSp>
      <p:sp>
        <p:nvSpPr>
          <p:cNvPr id="613" name="文本框 612"/>
          <p:cNvSpPr txBox="1"/>
          <p:nvPr/>
        </p:nvSpPr>
        <p:spPr>
          <a:xfrm>
            <a:off x="4916703" y="5387482"/>
            <a:ext cx="2558947" cy="553998"/>
          </a:xfrm>
          <a:prstGeom prst="rect">
            <a:avLst/>
          </a:prstGeom>
          <a:noFill/>
        </p:spPr>
        <p:txBody>
          <a:bodyPr wrap="square" rtlCol="0" anchor="ctr">
            <a:spAutoFit/>
          </a:bodyPr>
          <a:lstStyle/>
          <a:p>
            <a:r>
              <a:rPr lang="zh-CN" altLang="en-US" sz="1000" dirty="0">
                <a:solidFill>
                  <a:srgbClr val="2F2F2F"/>
                </a:solidFill>
              </a:rPr>
              <a:t>点击 </a:t>
            </a:r>
            <a:r>
              <a:rPr lang="en-US" altLang="zh-CN" sz="1000" dirty="0" err="1">
                <a:solidFill>
                  <a:srgbClr val="2F2F2F"/>
                </a:solidFill>
              </a:rPr>
              <a:t>iSlide</a:t>
            </a:r>
            <a:r>
              <a:rPr lang="en-US" altLang="zh-CN" sz="1000" dirty="0">
                <a:solidFill>
                  <a:srgbClr val="2F2F2F"/>
                </a:solidFill>
              </a:rPr>
              <a:t>【</a:t>
            </a:r>
            <a:r>
              <a:rPr lang="zh-CN" altLang="en-US" sz="1000" dirty="0">
                <a:solidFill>
                  <a:srgbClr val="2F2F2F"/>
                </a:solidFill>
              </a:rPr>
              <a:t>图片库</a:t>
            </a:r>
            <a:r>
              <a:rPr lang="en-US" altLang="zh-CN" sz="1000" dirty="0">
                <a:solidFill>
                  <a:srgbClr val="2F2F2F"/>
                </a:solidFill>
              </a:rPr>
              <a:t>】</a:t>
            </a:r>
            <a:r>
              <a:rPr lang="zh-CN" altLang="en-US" sz="1000" dirty="0">
                <a:solidFill>
                  <a:srgbClr val="2F2F2F"/>
                </a:solidFill>
              </a:rPr>
              <a:t>中的图片替换</a:t>
            </a:r>
            <a:endParaRPr lang="en-US" altLang="zh-CN" sz="1000" dirty="0">
              <a:solidFill>
                <a:srgbClr val="2F2F2F"/>
              </a:solidFill>
            </a:endParaRPr>
          </a:p>
          <a:p>
            <a:r>
              <a:rPr lang="en-US" altLang="zh-CN" sz="1000">
                <a:solidFill>
                  <a:srgbClr val="2F2F2F"/>
                </a:solidFill>
              </a:rPr>
              <a:t>Click</a:t>
            </a:r>
            <a:r>
              <a:rPr lang="en-US" altLang="zh-CN" sz="100">
                <a:solidFill>
                  <a:srgbClr val="2F2F2F"/>
                </a:solidFill>
              </a:rPr>
              <a:t> </a:t>
            </a:r>
            <a:r>
              <a:rPr lang="en-US" altLang="zh-CN" sz="1000">
                <a:solidFill>
                  <a:srgbClr val="2F2F2F"/>
                </a:solidFill>
              </a:rPr>
              <a:t> </a:t>
            </a:r>
            <a:r>
              <a:rPr lang="en-US" altLang="zh-CN" sz="1000" dirty="0">
                <a:solidFill>
                  <a:srgbClr val="2F2F2F"/>
                </a:solidFill>
              </a:rPr>
              <a:t>the target picture in iSlide “Picture Library” to insert it into the shape</a:t>
            </a:r>
            <a:endParaRPr lang="zh-CN" altLang="en-US" sz="1000" dirty="0">
              <a:solidFill>
                <a:srgbClr val="2F2F2F"/>
              </a:solidFill>
            </a:endParaRPr>
          </a:p>
        </p:txBody>
      </p:sp>
      <p:sp>
        <p:nvSpPr>
          <p:cNvPr id="614" name="椭圆 613"/>
          <p:cNvSpPr/>
          <p:nvPr/>
        </p:nvSpPr>
        <p:spPr>
          <a:xfrm>
            <a:off x="4595244" y="5526315"/>
            <a:ext cx="276343" cy="276343"/>
          </a:xfrm>
          <a:prstGeom prst="ellipse">
            <a:avLst/>
          </a:prstGeom>
          <a:solidFill>
            <a:srgbClr val="2F2F2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t>2</a:t>
            </a:r>
            <a:endParaRPr lang="zh-CN" altLang="en-US" sz="1200" dirty="0"/>
          </a:p>
        </p:txBody>
      </p:sp>
      <p:sp>
        <p:nvSpPr>
          <p:cNvPr id="891" name="Right Arrow 751"/>
          <p:cNvSpPr/>
          <p:nvPr/>
        </p:nvSpPr>
        <p:spPr>
          <a:xfrm>
            <a:off x="7720845" y="3338119"/>
            <a:ext cx="174147" cy="156344"/>
          </a:xfrm>
          <a:custGeom>
            <a:avLst/>
            <a:gdLst>
              <a:gd name="T0" fmla="*/ 4048 w 6714"/>
              <a:gd name="T1" fmla="*/ 194 h 6036"/>
              <a:gd name="T2" fmla="*/ 3696 w 6714"/>
              <a:gd name="T3" fmla="*/ 340 h 6036"/>
              <a:gd name="T4" fmla="*/ 3696 w 6714"/>
              <a:gd name="T5" fmla="*/ 1283 h 6036"/>
              <a:gd name="T6" fmla="*/ 199 w 6714"/>
              <a:gd name="T7" fmla="*/ 1283 h 6036"/>
              <a:gd name="T8" fmla="*/ 0 w 6714"/>
              <a:gd name="T9" fmla="*/ 1482 h 6036"/>
              <a:gd name="T10" fmla="*/ 0 w 6714"/>
              <a:gd name="T11" fmla="*/ 4553 h 6036"/>
              <a:gd name="T12" fmla="*/ 199 w 6714"/>
              <a:gd name="T13" fmla="*/ 4752 h 6036"/>
              <a:gd name="T14" fmla="*/ 3696 w 6714"/>
              <a:gd name="T15" fmla="*/ 4752 h 6036"/>
              <a:gd name="T16" fmla="*/ 3696 w 6714"/>
              <a:gd name="T17" fmla="*/ 5696 h 6036"/>
              <a:gd name="T18" fmla="*/ 4048 w 6714"/>
              <a:gd name="T19" fmla="*/ 5842 h 6036"/>
              <a:gd name="T20" fmla="*/ 6520 w 6714"/>
              <a:gd name="T21" fmla="*/ 3369 h 6036"/>
              <a:gd name="T22" fmla="*/ 6520 w 6714"/>
              <a:gd name="T23" fmla="*/ 2666 h 6036"/>
              <a:gd name="T24" fmla="*/ 4048 w 6714"/>
              <a:gd name="T25" fmla="*/ 194 h 60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714" h="6036">
                <a:moveTo>
                  <a:pt x="4048" y="194"/>
                </a:moveTo>
                <a:cubicBezTo>
                  <a:pt x="3853" y="0"/>
                  <a:pt x="3696" y="65"/>
                  <a:pt x="3696" y="340"/>
                </a:cubicBezTo>
                <a:lnTo>
                  <a:pt x="3696" y="1283"/>
                </a:lnTo>
                <a:lnTo>
                  <a:pt x="199" y="1283"/>
                </a:lnTo>
                <a:cubicBezTo>
                  <a:pt x="89" y="1283"/>
                  <a:pt x="0" y="1372"/>
                  <a:pt x="0" y="1482"/>
                </a:cubicBezTo>
                <a:lnTo>
                  <a:pt x="0" y="4553"/>
                </a:lnTo>
                <a:cubicBezTo>
                  <a:pt x="0" y="4663"/>
                  <a:pt x="89" y="4752"/>
                  <a:pt x="199" y="4752"/>
                </a:cubicBezTo>
                <a:lnTo>
                  <a:pt x="3696" y="4752"/>
                </a:lnTo>
                <a:lnTo>
                  <a:pt x="3696" y="5696"/>
                </a:lnTo>
                <a:cubicBezTo>
                  <a:pt x="3696" y="5971"/>
                  <a:pt x="3853" y="6036"/>
                  <a:pt x="4048" y="5842"/>
                </a:cubicBezTo>
                <a:lnTo>
                  <a:pt x="6520" y="3369"/>
                </a:lnTo>
                <a:cubicBezTo>
                  <a:pt x="6714" y="3175"/>
                  <a:pt x="6714" y="2860"/>
                  <a:pt x="6520" y="2666"/>
                </a:cubicBezTo>
                <a:lnTo>
                  <a:pt x="4048" y="194"/>
                </a:lnTo>
                <a:close/>
              </a:path>
            </a:pathLst>
          </a:custGeom>
          <a:solidFill>
            <a:srgbClr val="867B9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753" name="文本框 752"/>
          <p:cNvSpPr txBox="1"/>
          <p:nvPr/>
        </p:nvSpPr>
        <p:spPr>
          <a:xfrm>
            <a:off x="8346455" y="5387493"/>
            <a:ext cx="3174039" cy="553998"/>
          </a:xfrm>
          <a:prstGeom prst="rect">
            <a:avLst/>
          </a:prstGeom>
          <a:noFill/>
        </p:spPr>
        <p:txBody>
          <a:bodyPr wrap="square" rtlCol="0" anchor="ctr">
            <a:spAutoFit/>
          </a:bodyPr>
          <a:lstStyle/>
          <a:p>
            <a:r>
              <a:rPr lang="zh-CN" altLang="en-US" sz="1000" dirty="0">
                <a:solidFill>
                  <a:srgbClr val="2F2F2F"/>
                </a:solidFill>
              </a:rPr>
              <a:t>自动填充，图片保持比例不变</a:t>
            </a:r>
            <a:endParaRPr lang="en-US" altLang="zh-CN" sz="1000" dirty="0">
              <a:solidFill>
                <a:srgbClr val="2F2F2F"/>
              </a:solidFill>
            </a:endParaRPr>
          </a:p>
          <a:p>
            <a:r>
              <a:rPr lang="en-US" altLang="zh-CN" sz="1000" dirty="0">
                <a:solidFill>
                  <a:srgbClr val="2F2F2F"/>
                </a:solidFill>
              </a:rPr>
              <a:t>The </a:t>
            </a:r>
            <a:r>
              <a:rPr lang="en-US" altLang="zh-CN" sz="1000">
                <a:solidFill>
                  <a:srgbClr val="2F2F2F"/>
                </a:solidFill>
              </a:rPr>
              <a:t>picture wil</a:t>
            </a:r>
            <a:r>
              <a:rPr lang="en-US" altLang="zh-CN" sz="100">
                <a:solidFill>
                  <a:srgbClr val="2F2F2F"/>
                </a:solidFill>
              </a:rPr>
              <a:t> </a:t>
            </a:r>
            <a:r>
              <a:rPr lang="en-US" altLang="zh-CN" sz="1000">
                <a:solidFill>
                  <a:srgbClr val="2F2F2F"/>
                </a:solidFill>
              </a:rPr>
              <a:t>l </a:t>
            </a:r>
            <a:r>
              <a:rPr lang="en-US" altLang="zh-CN" sz="1000" dirty="0">
                <a:solidFill>
                  <a:srgbClr val="2F2F2F"/>
                </a:solidFill>
              </a:rPr>
              <a:t>be filled in the shape automatically while maintaining the original aspect ratio</a:t>
            </a:r>
            <a:endParaRPr lang="zh-CN" altLang="en-US" sz="1000" dirty="0">
              <a:solidFill>
                <a:srgbClr val="2F2F2F"/>
              </a:solidFill>
            </a:endParaRPr>
          </a:p>
        </p:txBody>
      </p:sp>
      <p:sp>
        <p:nvSpPr>
          <p:cNvPr id="754" name="椭圆 753"/>
          <p:cNvSpPr/>
          <p:nvPr/>
        </p:nvSpPr>
        <p:spPr>
          <a:xfrm>
            <a:off x="8024992" y="5526324"/>
            <a:ext cx="276343" cy="276343"/>
          </a:xfrm>
          <a:prstGeom prst="ellipse">
            <a:avLst/>
          </a:prstGeom>
          <a:solidFill>
            <a:srgbClr val="2F2F2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t>3</a:t>
            </a:r>
            <a:endParaRPr lang="zh-CN" altLang="en-US" sz="1200" dirty="0"/>
          </a:p>
        </p:txBody>
      </p:sp>
      <p:grpSp>
        <p:nvGrpSpPr>
          <p:cNvPr id="6" name="组合 5"/>
          <p:cNvGrpSpPr/>
          <p:nvPr/>
        </p:nvGrpSpPr>
        <p:grpSpPr>
          <a:xfrm>
            <a:off x="660400" y="1959178"/>
            <a:ext cx="3493913" cy="2403813"/>
            <a:chOff x="660400" y="1959178"/>
            <a:chExt cx="3493913" cy="2403813"/>
          </a:xfrm>
        </p:grpSpPr>
        <p:sp>
          <p:nvSpPr>
            <p:cNvPr id="795" name="Rectangle 10"/>
            <p:cNvSpPr>
              <a:spLocks noChangeArrowheads="1"/>
            </p:cNvSpPr>
            <p:nvPr/>
          </p:nvSpPr>
          <p:spPr bwMode="auto">
            <a:xfrm>
              <a:off x="809622" y="2219171"/>
              <a:ext cx="3240163" cy="175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grpSp>
          <p:nvGrpSpPr>
            <p:cNvPr id="10" name="组合 9"/>
            <p:cNvGrpSpPr/>
            <p:nvPr/>
          </p:nvGrpSpPr>
          <p:grpSpPr>
            <a:xfrm>
              <a:off x="660400" y="1959178"/>
              <a:ext cx="3493913" cy="2403813"/>
              <a:chOff x="673100" y="1959176"/>
              <a:chExt cx="3493913" cy="2403813"/>
            </a:xfrm>
          </p:grpSpPr>
          <p:grpSp>
            <p:nvGrpSpPr>
              <p:cNvPr id="630" name="组合 629"/>
              <p:cNvGrpSpPr/>
              <p:nvPr/>
            </p:nvGrpSpPr>
            <p:grpSpPr>
              <a:xfrm>
                <a:off x="673100" y="1959176"/>
                <a:ext cx="3493913" cy="2403813"/>
                <a:chOff x="673100" y="1959176"/>
                <a:chExt cx="3493913" cy="2403813"/>
              </a:xfrm>
            </p:grpSpPr>
            <p:sp>
              <p:nvSpPr>
                <p:cNvPr id="631" name="Freeform 6"/>
                <p:cNvSpPr/>
                <p:nvPr/>
              </p:nvSpPr>
              <p:spPr bwMode="auto">
                <a:xfrm>
                  <a:off x="673100" y="1959176"/>
                  <a:ext cx="3493913" cy="2403813"/>
                </a:xfrm>
                <a:prstGeom prst="rect">
                  <a:avLst/>
                </a:prstGeom>
                <a:gradFill>
                  <a:gsLst>
                    <a:gs pos="83000">
                      <a:schemeClr val="bg1"/>
                    </a:gs>
                    <a:gs pos="100000">
                      <a:schemeClr val="bg1">
                        <a:alpha val="0"/>
                      </a:schemeClr>
                    </a:gs>
                  </a:gsLst>
                  <a:lin ang="5400000" scaled="1"/>
                </a:gradFill>
                <a:ln w="9525">
                  <a:noFill/>
                  <a:round/>
                </a:ln>
                <a:effectLst>
                  <a:outerShdw blurRad="63500" sx="102000" sy="102000" algn="ctr" rotWithShape="0">
                    <a:srgbClr val="E7E5EA">
                      <a:alpha val="50000"/>
                    </a:srgbClr>
                  </a:outerShdw>
                </a:effectLst>
              </p:spPr>
              <p:txBody>
                <a:bodyPr vert="horz" wrap="square" lIns="91440" tIns="45720" rIns="91440" bIns="45720" numCol="1" anchor="t" anchorCtr="0" compatLnSpc="1"/>
                <a:lstStyle/>
                <a:p>
                  <a:endParaRPr lang="zh-CN" altLang="en-US" dirty="0"/>
                </a:p>
              </p:txBody>
            </p:sp>
            <p:sp>
              <p:nvSpPr>
                <p:cNvPr id="632" name="矩形: 圆角 631"/>
                <p:cNvSpPr>
                  <a:spLocks noChangeAspect="1"/>
                </p:cNvSpPr>
                <p:nvPr/>
              </p:nvSpPr>
              <p:spPr>
                <a:xfrm>
                  <a:off x="810452" y="2742993"/>
                  <a:ext cx="526366" cy="310957"/>
                </a:xfrm>
                <a:prstGeom prst="roundRect">
                  <a:avLst>
                    <a:gd name="adj" fmla="val 4418"/>
                  </a:avLst>
                </a:prstGeom>
                <a:solidFill>
                  <a:srgbClr val="F0EEF2"/>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633" name="Rectangle 8"/>
                <p:cNvSpPr>
                  <a:spLocks noChangeArrowheads="1"/>
                </p:cNvSpPr>
                <p:nvPr/>
              </p:nvSpPr>
              <p:spPr bwMode="auto">
                <a:xfrm>
                  <a:off x="810454" y="2228518"/>
                  <a:ext cx="3240163" cy="311711"/>
                </a:xfrm>
                <a:prstGeom prst="rect">
                  <a:avLst/>
                </a:prstGeom>
                <a:solidFill>
                  <a:srgbClr val="F0EEF2"/>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634" name="Rectangle 9"/>
                <p:cNvSpPr>
                  <a:spLocks noChangeArrowheads="1"/>
                </p:cNvSpPr>
                <p:nvPr/>
              </p:nvSpPr>
              <p:spPr bwMode="auto">
                <a:xfrm>
                  <a:off x="810454" y="2228518"/>
                  <a:ext cx="3240163" cy="181579"/>
                </a:xfrm>
                <a:prstGeom prst="rect">
                  <a:avLst/>
                </a:prstGeom>
                <a:solidFill>
                  <a:srgbClr val="B4B4B4"/>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635" name="Oval 14"/>
                <p:cNvSpPr>
                  <a:spLocks noChangeArrowheads="1"/>
                </p:cNvSpPr>
                <p:nvPr/>
              </p:nvSpPr>
              <p:spPr bwMode="auto">
                <a:xfrm>
                  <a:off x="1171610" y="2098386"/>
                  <a:ext cx="59552" cy="62543"/>
                </a:xfrm>
                <a:prstGeom prst="ellipse">
                  <a:avLst/>
                </a:prstGeom>
                <a:solidFill>
                  <a:srgbClr val="F0EEF2"/>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636" name="Oval 15"/>
                <p:cNvSpPr>
                  <a:spLocks noChangeArrowheads="1"/>
                </p:cNvSpPr>
                <p:nvPr/>
              </p:nvSpPr>
              <p:spPr bwMode="auto">
                <a:xfrm>
                  <a:off x="1276307" y="2098386"/>
                  <a:ext cx="60514" cy="62543"/>
                </a:xfrm>
                <a:prstGeom prst="ellipse">
                  <a:avLst/>
                </a:prstGeom>
                <a:solidFill>
                  <a:srgbClr val="F0EEF2"/>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637" name="Oval 16"/>
                <p:cNvSpPr>
                  <a:spLocks noChangeArrowheads="1"/>
                </p:cNvSpPr>
                <p:nvPr/>
              </p:nvSpPr>
              <p:spPr bwMode="auto">
                <a:xfrm>
                  <a:off x="1381003" y="2098386"/>
                  <a:ext cx="60514" cy="62543"/>
                </a:xfrm>
                <a:prstGeom prst="ellipse">
                  <a:avLst/>
                </a:prstGeom>
                <a:solidFill>
                  <a:srgbClr val="F0EEF2"/>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638" name="Freeform 18"/>
                <p:cNvSpPr/>
                <p:nvPr/>
              </p:nvSpPr>
              <p:spPr bwMode="auto">
                <a:xfrm>
                  <a:off x="1615371" y="2262817"/>
                  <a:ext cx="505234" cy="164430"/>
                </a:xfrm>
                <a:custGeom>
                  <a:avLst/>
                  <a:gdLst>
                    <a:gd name="T0" fmla="*/ 520 w 547"/>
                    <a:gd name="T1" fmla="*/ 170 h 170"/>
                    <a:gd name="T2" fmla="*/ 27 w 547"/>
                    <a:gd name="T3" fmla="*/ 170 h 170"/>
                    <a:gd name="T4" fmla="*/ 0 w 547"/>
                    <a:gd name="T5" fmla="*/ 143 h 170"/>
                    <a:gd name="T6" fmla="*/ 0 w 547"/>
                    <a:gd name="T7" fmla="*/ 27 h 170"/>
                    <a:gd name="T8" fmla="*/ 27 w 547"/>
                    <a:gd name="T9" fmla="*/ 0 h 170"/>
                    <a:gd name="T10" fmla="*/ 520 w 547"/>
                    <a:gd name="T11" fmla="*/ 0 h 170"/>
                    <a:gd name="T12" fmla="*/ 547 w 547"/>
                    <a:gd name="T13" fmla="*/ 27 h 170"/>
                    <a:gd name="T14" fmla="*/ 547 w 547"/>
                    <a:gd name="T15" fmla="*/ 143 h 170"/>
                    <a:gd name="T16" fmla="*/ 520 w 547"/>
                    <a:gd name="T17" fmla="*/ 170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47" h="170">
                      <a:moveTo>
                        <a:pt x="520" y="170"/>
                      </a:moveTo>
                      <a:cubicBezTo>
                        <a:pt x="27" y="170"/>
                        <a:pt x="27" y="170"/>
                        <a:pt x="27" y="170"/>
                      </a:cubicBezTo>
                      <a:cubicBezTo>
                        <a:pt x="12" y="170"/>
                        <a:pt x="0" y="158"/>
                        <a:pt x="0" y="143"/>
                      </a:cubicBezTo>
                      <a:cubicBezTo>
                        <a:pt x="0" y="27"/>
                        <a:pt x="0" y="27"/>
                        <a:pt x="0" y="27"/>
                      </a:cubicBezTo>
                      <a:cubicBezTo>
                        <a:pt x="0" y="12"/>
                        <a:pt x="12" y="0"/>
                        <a:pt x="27" y="0"/>
                      </a:cubicBezTo>
                      <a:cubicBezTo>
                        <a:pt x="520" y="0"/>
                        <a:pt x="520" y="0"/>
                        <a:pt x="520" y="0"/>
                      </a:cubicBezTo>
                      <a:cubicBezTo>
                        <a:pt x="535" y="0"/>
                        <a:pt x="547" y="12"/>
                        <a:pt x="547" y="27"/>
                      </a:cubicBezTo>
                      <a:cubicBezTo>
                        <a:pt x="547" y="143"/>
                        <a:pt x="547" y="143"/>
                        <a:pt x="547" y="143"/>
                      </a:cubicBezTo>
                      <a:cubicBezTo>
                        <a:pt x="547" y="158"/>
                        <a:pt x="535" y="170"/>
                        <a:pt x="520" y="170"/>
                      </a:cubicBezTo>
                      <a:close/>
                    </a:path>
                  </a:pathLst>
                </a:custGeom>
                <a:solidFill>
                  <a:srgbClr val="F0EEF2"/>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639" name="Rectangle 19"/>
                <p:cNvSpPr>
                  <a:spLocks noChangeArrowheads="1"/>
                </p:cNvSpPr>
                <p:nvPr/>
              </p:nvSpPr>
              <p:spPr bwMode="auto">
                <a:xfrm>
                  <a:off x="1737357" y="2320316"/>
                  <a:ext cx="243973" cy="49430"/>
                </a:xfrm>
                <a:prstGeom prst="rect">
                  <a:avLst/>
                </a:prstGeom>
                <a:solidFill>
                  <a:srgbClr val="CFCBD6"/>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640" name="Freeform 20"/>
                <p:cNvSpPr/>
                <p:nvPr/>
              </p:nvSpPr>
              <p:spPr bwMode="auto">
                <a:xfrm>
                  <a:off x="1139912" y="2306193"/>
                  <a:ext cx="232445" cy="49430"/>
                </a:xfrm>
                <a:custGeom>
                  <a:avLst/>
                  <a:gdLst>
                    <a:gd name="T0" fmla="*/ 227 w 251"/>
                    <a:gd name="T1" fmla="*/ 0 h 51"/>
                    <a:gd name="T2" fmla="*/ 24 w 251"/>
                    <a:gd name="T3" fmla="*/ 0 h 51"/>
                    <a:gd name="T4" fmla="*/ 0 w 251"/>
                    <a:gd name="T5" fmla="*/ 24 h 51"/>
                    <a:gd name="T6" fmla="*/ 0 w 251"/>
                    <a:gd name="T7" fmla="*/ 27 h 51"/>
                    <a:gd name="T8" fmla="*/ 24 w 251"/>
                    <a:gd name="T9" fmla="*/ 51 h 51"/>
                    <a:gd name="T10" fmla="*/ 227 w 251"/>
                    <a:gd name="T11" fmla="*/ 51 h 51"/>
                    <a:gd name="T12" fmla="*/ 251 w 251"/>
                    <a:gd name="T13" fmla="*/ 27 h 51"/>
                    <a:gd name="T14" fmla="*/ 251 w 251"/>
                    <a:gd name="T15" fmla="*/ 24 h 51"/>
                    <a:gd name="T16" fmla="*/ 227 w 251"/>
                    <a:gd name="T17"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1" h="51">
                      <a:moveTo>
                        <a:pt x="227" y="0"/>
                      </a:moveTo>
                      <a:cubicBezTo>
                        <a:pt x="24" y="0"/>
                        <a:pt x="24" y="0"/>
                        <a:pt x="24" y="0"/>
                      </a:cubicBezTo>
                      <a:cubicBezTo>
                        <a:pt x="11" y="0"/>
                        <a:pt x="0" y="11"/>
                        <a:pt x="0" y="24"/>
                      </a:cubicBezTo>
                      <a:cubicBezTo>
                        <a:pt x="0" y="27"/>
                        <a:pt x="0" y="27"/>
                        <a:pt x="0" y="27"/>
                      </a:cubicBezTo>
                      <a:cubicBezTo>
                        <a:pt x="0" y="41"/>
                        <a:pt x="11" y="51"/>
                        <a:pt x="24" y="51"/>
                      </a:cubicBezTo>
                      <a:cubicBezTo>
                        <a:pt x="227" y="51"/>
                        <a:pt x="227" y="51"/>
                        <a:pt x="227" y="51"/>
                      </a:cubicBezTo>
                      <a:cubicBezTo>
                        <a:pt x="240" y="51"/>
                        <a:pt x="251" y="41"/>
                        <a:pt x="251" y="27"/>
                      </a:cubicBezTo>
                      <a:cubicBezTo>
                        <a:pt x="251" y="24"/>
                        <a:pt x="251" y="24"/>
                        <a:pt x="251" y="24"/>
                      </a:cubicBezTo>
                      <a:cubicBezTo>
                        <a:pt x="251" y="11"/>
                        <a:pt x="240" y="0"/>
                        <a:pt x="227" y="0"/>
                      </a:cubicBezTo>
                    </a:path>
                  </a:pathLst>
                </a:custGeom>
                <a:solidFill>
                  <a:srgbClr val="EAECEF">
                    <a:alpha val="66000"/>
                  </a:srgbClr>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641" name="Freeform 21"/>
                <p:cNvSpPr/>
                <p:nvPr/>
              </p:nvSpPr>
              <p:spPr bwMode="auto">
                <a:xfrm>
                  <a:off x="2317512" y="2306193"/>
                  <a:ext cx="231486" cy="49430"/>
                </a:xfrm>
                <a:custGeom>
                  <a:avLst/>
                  <a:gdLst>
                    <a:gd name="T0" fmla="*/ 226 w 250"/>
                    <a:gd name="T1" fmla="*/ 0 h 51"/>
                    <a:gd name="T2" fmla="*/ 24 w 250"/>
                    <a:gd name="T3" fmla="*/ 0 h 51"/>
                    <a:gd name="T4" fmla="*/ 0 w 250"/>
                    <a:gd name="T5" fmla="*/ 24 h 51"/>
                    <a:gd name="T6" fmla="*/ 0 w 250"/>
                    <a:gd name="T7" fmla="*/ 27 h 51"/>
                    <a:gd name="T8" fmla="*/ 24 w 250"/>
                    <a:gd name="T9" fmla="*/ 51 h 51"/>
                    <a:gd name="T10" fmla="*/ 226 w 250"/>
                    <a:gd name="T11" fmla="*/ 51 h 51"/>
                    <a:gd name="T12" fmla="*/ 250 w 250"/>
                    <a:gd name="T13" fmla="*/ 27 h 51"/>
                    <a:gd name="T14" fmla="*/ 250 w 250"/>
                    <a:gd name="T15" fmla="*/ 24 h 51"/>
                    <a:gd name="T16" fmla="*/ 226 w 250"/>
                    <a:gd name="T17"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0" h="51">
                      <a:moveTo>
                        <a:pt x="226" y="0"/>
                      </a:moveTo>
                      <a:cubicBezTo>
                        <a:pt x="24" y="0"/>
                        <a:pt x="24" y="0"/>
                        <a:pt x="24" y="0"/>
                      </a:cubicBezTo>
                      <a:cubicBezTo>
                        <a:pt x="10" y="0"/>
                        <a:pt x="0" y="11"/>
                        <a:pt x="0" y="24"/>
                      </a:cubicBezTo>
                      <a:cubicBezTo>
                        <a:pt x="0" y="27"/>
                        <a:pt x="0" y="27"/>
                        <a:pt x="0" y="27"/>
                      </a:cubicBezTo>
                      <a:cubicBezTo>
                        <a:pt x="0" y="41"/>
                        <a:pt x="10" y="51"/>
                        <a:pt x="24" y="51"/>
                      </a:cubicBezTo>
                      <a:cubicBezTo>
                        <a:pt x="226" y="51"/>
                        <a:pt x="226" y="51"/>
                        <a:pt x="226" y="51"/>
                      </a:cubicBezTo>
                      <a:cubicBezTo>
                        <a:pt x="239" y="51"/>
                        <a:pt x="250" y="41"/>
                        <a:pt x="250" y="27"/>
                      </a:cubicBezTo>
                      <a:cubicBezTo>
                        <a:pt x="250" y="24"/>
                        <a:pt x="250" y="24"/>
                        <a:pt x="250" y="24"/>
                      </a:cubicBezTo>
                      <a:cubicBezTo>
                        <a:pt x="250" y="11"/>
                        <a:pt x="239" y="0"/>
                        <a:pt x="226" y="0"/>
                      </a:cubicBezTo>
                    </a:path>
                  </a:pathLst>
                </a:custGeom>
                <a:solidFill>
                  <a:srgbClr val="EAECEF">
                    <a:alpha val="66000"/>
                  </a:srgbClr>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642" name="Freeform 22"/>
                <p:cNvSpPr/>
                <p:nvPr/>
              </p:nvSpPr>
              <p:spPr bwMode="auto">
                <a:xfrm>
                  <a:off x="2757430" y="2306193"/>
                  <a:ext cx="231486" cy="49430"/>
                </a:xfrm>
                <a:custGeom>
                  <a:avLst/>
                  <a:gdLst>
                    <a:gd name="T0" fmla="*/ 226 w 250"/>
                    <a:gd name="T1" fmla="*/ 0 h 51"/>
                    <a:gd name="T2" fmla="*/ 24 w 250"/>
                    <a:gd name="T3" fmla="*/ 0 h 51"/>
                    <a:gd name="T4" fmla="*/ 0 w 250"/>
                    <a:gd name="T5" fmla="*/ 24 h 51"/>
                    <a:gd name="T6" fmla="*/ 0 w 250"/>
                    <a:gd name="T7" fmla="*/ 27 h 51"/>
                    <a:gd name="T8" fmla="*/ 24 w 250"/>
                    <a:gd name="T9" fmla="*/ 51 h 51"/>
                    <a:gd name="T10" fmla="*/ 226 w 250"/>
                    <a:gd name="T11" fmla="*/ 51 h 51"/>
                    <a:gd name="T12" fmla="*/ 250 w 250"/>
                    <a:gd name="T13" fmla="*/ 27 h 51"/>
                    <a:gd name="T14" fmla="*/ 250 w 250"/>
                    <a:gd name="T15" fmla="*/ 24 h 51"/>
                    <a:gd name="T16" fmla="*/ 226 w 250"/>
                    <a:gd name="T17"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0" h="51">
                      <a:moveTo>
                        <a:pt x="226" y="0"/>
                      </a:moveTo>
                      <a:cubicBezTo>
                        <a:pt x="24" y="0"/>
                        <a:pt x="24" y="0"/>
                        <a:pt x="24" y="0"/>
                      </a:cubicBezTo>
                      <a:cubicBezTo>
                        <a:pt x="11" y="0"/>
                        <a:pt x="0" y="11"/>
                        <a:pt x="0" y="24"/>
                      </a:cubicBezTo>
                      <a:cubicBezTo>
                        <a:pt x="0" y="27"/>
                        <a:pt x="0" y="27"/>
                        <a:pt x="0" y="27"/>
                      </a:cubicBezTo>
                      <a:cubicBezTo>
                        <a:pt x="0" y="41"/>
                        <a:pt x="11" y="51"/>
                        <a:pt x="24" y="51"/>
                      </a:cubicBezTo>
                      <a:cubicBezTo>
                        <a:pt x="226" y="51"/>
                        <a:pt x="226" y="51"/>
                        <a:pt x="226" y="51"/>
                      </a:cubicBezTo>
                      <a:cubicBezTo>
                        <a:pt x="240" y="51"/>
                        <a:pt x="250" y="41"/>
                        <a:pt x="250" y="27"/>
                      </a:cubicBezTo>
                      <a:cubicBezTo>
                        <a:pt x="250" y="24"/>
                        <a:pt x="250" y="24"/>
                        <a:pt x="250" y="24"/>
                      </a:cubicBezTo>
                      <a:cubicBezTo>
                        <a:pt x="250" y="11"/>
                        <a:pt x="240" y="0"/>
                        <a:pt x="226" y="0"/>
                      </a:cubicBezTo>
                    </a:path>
                  </a:pathLst>
                </a:custGeom>
                <a:solidFill>
                  <a:srgbClr val="EAECEF">
                    <a:alpha val="66000"/>
                  </a:srgbClr>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643" name="Freeform 23"/>
                <p:cNvSpPr/>
                <p:nvPr/>
              </p:nvSpPr>
              <p:spPr bwMode="auto">
                <a:xfrm>
                  <a:off x="3197349" y="2306193"/>
                  <a:ext cx="231486" cy="49430"/>
                </a:xfrm>
                <a:custGeom>
                  <a:avLst/>
                  <a:gdLst>
                    <a:gd name="T0" fmla="*/ 227 w 250"/>
                    <a:gd name="T1" fmla="*/ 0 h 51"/>
                    <a:gd name="T2" fmla="*/ 24 w 250"/>
                    <a:gd name="T3" fmla="*/ 0 h 51"/>
                    <a:gd name="T4" fmla="*/ 0 w 250"/>
                    <a:gd name="T5" fmla="*/ 24 h 51"/>
                    <a:gd name="T6" fmla="*/ 0 w 250"/>
                    <a:gd name="T7" fmla="*/ 27 h 51"/>
                    <a:gd name="T8" fmla="*/ 24 w 250"/>
                    <a:gd name="T9" fmla="*/ 51 h 51"/>
                    <a:gd name="T10" fmla="*/ 227 w 250"/>
                    <a:gd name="T11" fmla="*/ 51 h 51"/>
                    <a:gd name="T12" fmla="*/ 250 w 250"/>
                    <a:gd name="T13" fmla="*/ 27 h 51"/>
                    <a:gd name="T14" fmla="*/ 250 w 250"/>
                    <a:gd name="T15" fmla="*/ 24 h 51"/>
                    <a:gd name="T16" fmla="*/ 227 w 250"/>
                    <a:gd name="T17"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0" h="51">
                      <a:moveTo>
                        <a:pt x="227" y="0"/>
                      </a:moveTo>
                      <a:cubicBezTo>
                        <a:pt x="24" y="0"/>
                        <a:pt x="24" y="0"/>
                        <a:pt x="24" y="0"/>
                      </a:cubicBezTo>
                      <a:cubicBezTo>
                        <a:pt x="11" y="0"/>
                        <a:pt x="0" y="11"/>
                        <a:pt x="0" y="24"/>
                      </a:cubicBezTo>
                      <a:cubicBezTo>
                        <a:pt x="0" y="27"/>
                        <a:pt x="0" y="27"/>
                        <a:pt x="0" y="27"/>
                      </a:cubicBezTo>
                      <a:cubicBezTo>
                        <a:pt x="0" y="41"/>
                        <a:pt x="11" y="51"/>
                        <a:pt x="24" y="51"/>
                      </a:cubicBezTo>
                      <a:cubicBezTo>
                        <a:pt x="227" y="51"/>
                        <a:pt x="227" y="51"/>
                        <a:pt x="227" y="51"/>
                      </a:cubicBezTo>
                      <a:cubicBezTo>
                        <a:pt x="240" y="51"/>
                        <a:pt x="250" y="41"/>
                        <a:pt x="250" y="27"/>
                      </a:cubicBezTo>
                      <a:cubicBezTo>
                        <a:pt x="250" y="24"/>
                        <a:pt x="250" y="24"/>
                        <a:pt x="250" y="24"/>
                      </a:cubicBezTo>
                      <a:cubicBezTo>
                        <a:pt x="250" y="11"/>
                        <a:pt x="240" y="0"/>
                        <a:pt x="227" y="0"/>
                      </a:cubicBezTo>
                    </a:path>
                  </a:pathLst>
                </a:custGeom>
                <a:solidFill>
                  <a:srgbClr val="EAECEF">
                    <a:alpha val="66000"/>
                  </a:srgbClr>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644" name="矩形: 圆角 643"/>
                <p:cNvSpPr>
                  <a:spLocks noChangeAspect="1"/>
                </p:cNvSpPr>
                <p:nvPr/>
              </p:nvSpPr>
              <p:spPr>
                <a:xfrm>
                  <a:off x="810452" y="3480441"/>
                  <a:ext cx="526366" cy="310957"/>
                </a:xfrm>
                <a:prstGeom prst="roundRect">
                  <a:avLst>
                    <a:gd name="adj" fmla="val 4418"/>
                  </a:avLst>
                </a:prstGeom>
                <a:solidFill>
                  <a:srgbClr val="F0EEF2"/>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645" name="矩形: 圆角 644"/>
                <p:cNvSpPr>
                  <a:spLocks noChangeAspect="1"/>
                </p:cNvSpPr>
                <p:nvPr/>
              </p:nvSpPr>
              <p:spPr>
                <a:xfrm>
                  <a:off x="810452" y="3849165"/>
                  <a:ext cx="526366" cy="310957"/>
                </a:xfrm>
                <a:prstGeom prst="roundRect">
                  <a:avLst>
                    <a:gd name="adj" fmla="val 4418"/>
                  </a:avLst>
                </a:prstGeom>
                <a:solidFill>
                  <a:srgbClr val="F0EEF2"/>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646" name="矩形: 圆角 645"/>
                <p:cNvSpPr>
                  <a:spLocks noChangeAspect="1"/>
                </p:cNvSpPr>
                <p:nvPr/>
              </p:nvSpPr>
              <p:spPr>
                <a:xfrm>
                  <a:off x="810452" y="4216750"/>
                  <a:ext cx="526366" cy="127814"/>
                </a:xfrm>
                <a:prstGeom prst="roundRect">
                  <a:avLst>
                    <a:gd name="adj" fmla="val 14540"/>
                  </a:avLst>
                </a:prstGeom>
                <a:gradFill>
                  <a:gsLst>
                    <a:gs pos="8000">
                      <a:srgbClr val="F0EEF2"/>
                    </a:gs>
                    <a:gs pos="100000">
                      <a:srgbClr val="F0EEF2">
                        <a:alpha val="0"/>
                      </a:srgbClr>
                    </a:gs>
                  </a:gsLst>
                  <a:lin ang="5400000" scaled="1"/>
                </a:gra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647" name="矩形: 圆角 646"/>
                <p:cNvSpPr>
                  <a:spLocks noChangeAspect="1"/>
                </p:cNvSpPr>
                <p:nvPr/>
              </p:nvSpPr>
              <p:spPr>
                <a:xfrm>
                  <a:off x="1448859" y="2742992"/>
                  <a:ext cx="2578310" cy="1523165"/>
                </a:xfrm>
                <a:prstGeom prst="roundRect">
                  <a:avLst>
                    <a:gd name="adj" fmla="val 2829"/>
                  </a:avLst>
                </a:prstGeom>
                <a:noFill/>
                <a:ln w="25400">
                  <a:gradFill>
                    <a:gsLst>
                      <a:gs pos="62000">
                        <a:srgbClr val="F0EEF2"/>
                      </a:gs>
                      <a:gs pos="100000">
                        <a:srgbClr val="F0EEF2">
                          <a:alpha val="0"/>
                        </a:srgbClr>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648" name="矩形: 圆角 647"/>
                <p:cNvSpPr>
                  <a:spLocks noChangeAspect="1"/>
                </p:cNvSpPr>
                <p:nvPr/>
              </p:nvSpPr>
              <p:spPr>
                <a:xfrm>
                  <a:off x="810452" y="3111717"/>
                  <a:ext cx="526366" cy="310957"/>
                </a:xfrm>
                <a:prstGeom prst="roundRect">
                  <a:avLst>
                    <a:gd name="adj" fmla="val 4418"/>
                  </a:avLst>
                </a:prstGeom>
                <a:solidFill>
                  <a:srgbClr val="F0EEF2"/>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grpSp>
          <p:grpSp>
            <p:nvGrpSpPr>
              <p:cNvPr id="9" name="组合 8"/>
              <p:cNvGrpSpPr/>
              <p:nvPr/>
            </p:nvGrpSpPr>
            <p:grpSpPr>
              <a:xfrm>
                <a:off x="1642158" y="3169834"/>
                <a:ext cx="2158596" cy="669284"/>
                <a:chOff x="1642158" y="3169834"/>
                <a:chExt cx="2158596" cy="669284"/>
              </a:xfrm>
            </p:grpSpPr>
            <p:sp>
              <p:nvSpPr>
                <p:cNvPr id="420" name="矩形 419"/>
                <p:cNvSpPr/>
                <p:nvPr/>
              </p:nvSpPr>
              <p:spPr>
                <a:xfrm>
                  <a:off x="1658305" y="3180638"/>
                  <a:ext cx="2142449" cy="1097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87146" y="3211004"/>
                  <a:ext cx="2101734" cy="587141"/>
                  <a:chOff x="1633218" y="3294045"/>
                  <a:chExt cx="2101734" cy="587141"/>
                </a:xfrm>
              </p:grpSpPr>
              <p:sp>
                <p:nvSpPr>
                  <p:cNvPr id="125" name="圆角矩形 13"/>
                  <p:cNvSpPr/>
                  <p:nvPr/>
                </p:nvSpPr>
                <p:spPr>
                  <a:xfrm>
                    <a:off x="1633218" y="3294045"/>
                    <a:ext cx="875309" cy="587141"/>
                  </a:xfrm>
                  <a:prstGeom prst="roundRect">
                    <a:avLst>
                      <a:gd name="adj" fmla="val 8038"/>
                    </a:avLst>
                  </a:prstGeom>
                  <a:pattFill prst="pct5">
                    <a:fgClr>
                      <a:srgbClr val="867D98">
                        <a:lumMod val="20000"/>
                        <a:lumOff val="80000"/>
                      </a:srgbClr>
                    </a:fgClr>
                    <a:bgClr>
                      <a:srgbClr val="ADB5BF"/>
                    </a:bgClr>
                  </a:pattFill>
                  <a:ln w="38100" cap="flat" cmpd="sng" algn="ctr">
                    <a:noFill/>
                    <a:prstDash val="solid"/>
                    <a:miter lim="800000"/>
                  </a:ln>
                  <a:effectLst/>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914400">
                      <a:defRPr/>
                    </a:pPr>
                    <a:endParaRPr lang="zh-CN" altLang="en-US" kern="0" dirty="0">
                      <a:solidFill>
                        <a:srgbClr val="44546A">
                          <a:lumMod val="60000"/>
                          <a:lumOff val="40000"/>
                        </a:srgbClr>
                      </a:solidFill>
                      <a:latin typeface="Arial" panose="020B0604020202020204"/>
                      <a:ea typeface="微软雅黑" panose="020B0503020204020204" charset="-122"/>
                    </a:endParaRPr>
                  </a:p>
                </p:txBody>
              </p:sp>
              <p:grpSp>
                <p:nvGrpSpPr>
                  <p:cNvPr id="144" name="组合 143"/>
                  <p:cNvGrpSpPr/>
                  <p:nvPr/>
                </p:nvGrpSpPr>
                <p:grpSpPr>
                  <a:xfrm>
                    <a:off x="2634832" y="3294045"/>
                    <a:ext cx="1100120" cy="587141"/>
                    <a:chOff x="1703214" y="3185928"/>
                    <a:chExt cx="582258" cy="521425"/>
                  </a:xfrm>
                </p:grpSpPr>
                <p:sp>
                  <p:nvSpPr>
                    <p:cNvPr id="145" name="矩形 144"/>
                    <p:cNvSpPr/>
                    <p:nvPr/>
                  </p:nvSpPr>
                  <p:spPr>
                    <a:xfrm>
                      <a:off x="1703214" y="3185928"/>
                      <a:ext cx="582258" cy="105264"/>
                    </a:xfrm>
                    <a:prstGeom prst="rect">
                      <a:avLst/>
                    </a:prstGeom>
                    <a:solidFill>
                      <a:srgbClr val="E7E5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6" name="矩形 145"/>
                    <p:cNvSpPr/>
                    <p:nvPr/>
                  </p:nvSpPr>
                  <p:spPr>
                    <a:xfrm>
                      <a:off x="1703214" y="3388853"/>
                      <a:ext cx="530472" cy="105264"/>
                    </a:xfrm>
                    <a:prstGeom prst="rect">
                      <a:avLst/>
                    </a:prstGeom>
                    <a:solidFill>
                      <a:srgbClr val="E7E5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1" name="矩形 150"/>
                    <p:cNvSpPr/>
                    <p:nvPr/>
                  </p:nvSpPr>
                  <p:spPr>
                    <a:xfrm>
                      <a:off x="1703214" y="3602089"/>
                      <a:ext cx="530472" cy="105264"/>
                    </a:xfrm>
                    <a:prstGeom prst="rect">
                      <a:avLst/>
                    </a:prstGeom>
                    <a:solidFill>
                      <a:srgbClr val="E7E5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169" name="组合 168"/>
                <p:cNvGrpSpPr/>
                <p:nvPr/>
              </p:nvGrpSpPr>
              <p:grpSpPr>
                <a:xfrm>
                  <a:off x="1642158" y="3169834"/>
                  <a:ext cx="956891" cy="669284"/>
                  <a:chOff x="4979129" y="5045363"/>
                  <a:chExt cx="526932" cy="368557"/>
                </a:xfrm>
              </p:grpSpPr>
              <p:sp>
                <p:nvSpPr>
                  <p:cNvPr id="170" name="矩形 169"/>
                  <p:cNvSpPr/>
                  <p:nvPr/>
                </p:nvSpPr>
                <p:spPr>
                  <a:xfrm>
                    <a:off x="5001992" y="5068224"/>
                    <a:ext cx="481727" cy="323135"/>
                  </a:xfrm>
                  <a:prstGeom prst="rect">
                    <a:avLst/>
                  </a:prstGeom>
                  <a:noFill/>
                  <a:ln w="6350">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lang="en-US"/>
                  </a:p>
                </p:txBody>
              </p:sp>
              <p:sp>
                <p:nvSpPr>
                  <p:cNvPr id="171" name="椭圆 170"/>
                  <p:cNvSpPr/>
                  <p:nvPr/>
                </p:nvSpPr>
                <p:spPr>
                  <a:xfrm flipH="1">
                    <a:off x="4979129" y="5045363"/>
                    <a:ext cx="45720" cy="45720"/>
                  </a:xfrm>
                  <a:prstGeom prst="ellipse">
                    <a:avLst/>
                  </a:prstGeom>
                  <a:solidFill>
                    <a:schemeClr val="bg1"/>
                  </a:solidFill>
                  <a:ln w="6350">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 name="椭圆 171"/>
                  <p:cNvSpPr/>
                  <p:nvPr/>
                </p:nvSpPr>
                <p:spPr>
                  <a:xfrm flipH="1">
                    <a:off x="5219995" y="5045363"/>
                    <a:ext cx="45720" cy="45720"/>
                  </a:xfrm>
                  <a:prstGeom prst="ellipse">
                    <a:avLst/>
                  </a:prstGeom>
                  <a:solidFill>
                    <a:schemeClr val="bg1"/>
                  </a:solidFill>
                  <a:ln w="6350">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 name="椭圆 172"/>
                  <p:cNvSpPr/>
                  <p:nvPr/>
                </p:nvSpPr>
                <p:spPr>
                  <a:xfrm flipH="1">
                    <a:off x="5460337" y="5045363"/>
                    <a:ext cx="45720" cy="45720"/>
                  </a:xfrm>
                  <a:prstGeom prst="ellipse">
                    <a:avLst/>
                  </a:prstGeom>
                  <a:solidFill>
                    <a:schemeClr val="bg1"/>
                  </a:solidFill>
                  <a:ln w="6350">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 name="椭圆 176"/>
                  <p:cNvSpPr/>
                  <p:nvPr/>
                </p:nvSpPr>
                <p:spPr>
                  <a:xfrm flipH="1">
                    <a:off x="4979129" y="5206931"/>
                    <a:ext cx="45720" cy="45720"/>
                  </a:xfrm>
                  <a:prstGeom prst="ellipse">
                    <a:avLst/>
                  </a:prstGeom>
                  <a:solidFill>
                    <a:schemeClr val="bg1"/>
                  </a:solidFill>
                  <a:ln w="6350">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 name="椭圆 177"/>
                  <p:cNvSpPr/>
                  <p:nvPr/>
                </p:nvSpPr>
                <p:spPr>
                  <a:xfrm flipH="1">
                    <a:off x="5460341" y="5206931"/>
                    <a:ext cx="45720" cy="45720"/>
                  </a:xfrm>
                  <a:prstGeom prst="ellipse">
                    <a:avLst/>
                  </a:prstGeom>
                  <a:solidFill>
                    <a:schemeClr val="bg1"/>
                  </a:solidFill>
                  <a:ln w="6350">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0" name="椭圆 189"/>
                  <p:cNvSpPr/>
                  <p:nvPr/>
                </p:nvSpPr>
                <p:spPr>
                  <a:xfrm flipH="1">
                    <a:off x="4979129" y="5368200"/>
                    <a:ext cx="45720" cy="45720"/>
                  </a:xfrm>
                  <a:prstGeom prst="ellipse">
                    <a:avLst/>
                  </a:prstGeom>
                  <a:solidFill>
                    <a:schemeClr val="bg1"/>
                  </a:solidFill>
                  <a:ln w="6350">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1" name="椭圆 190"/>
                  <p:cNvSpPr/>
                  <p:nvPr/>
                </p:nvSpPr>
                <p:spPr>
                  <a:xfrm flipH="1">
                    <a:off x="5219995" y="5368198"/>
                    <a:ext cx="45720" cy="45720"/>
                  </a:xfrm>
                  <a:prstGeom prst="ellipse">
                    <a:avLst/>
                  </a:prstGeom>
                  <a:solidFill>
                    <a:schemeClr val="bg1"/>
                  </a:solidFill>
                  <a:ln w="6350">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2" name="椭圆 191"/>
                  <p:cNvSpPr/>
                  <p:nvPr/>
                </p:nvSpPr>
                <p:spPr>
                  <a:xfrm flipH="1">
                    <a:off x="5460337" y="5368198"/>
                    <a:ext cx="45720" cy="45720"/>
                  </a:xfrm>
                  <a:prstGeom prst="ellipse">
                    <a:avLst/>
                  </a:prstGeom>
                  <a:solidFill>
                    <a:schemeClr val="bg1"/>
                  </a:solidFill>
                  <a:ln w="6350">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grpSp>
      <p:sp>
        <p:nvSpPr>
          <p:cNvPr id="211" name="矩形 210"/>
          <p:cNvSpPr/>
          <p:nvPr/>
        </p:nvSpPr>
        <p:spPr>
          <a:xfrm>
            <a:off x="9010199" y="3180644"/>
            <a:ext cx="2142449" cy="1097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1" name="组合 10"/>
          <p:cNvGrpSpPr/>
          <p:nvPr/>
        </p:nvGrpSpPr>
        <p:grpSpPr>
          <a:xfrm>
            <a:off x="8024987" y="1959178"/>
            <a:ext cx="3493913" cy="2403813"/>
            <a:chOff x="8024986" y="1959176"/>
            <a:chExt cx="3493913" cy="2403813"/>
          </a:xfrm>
        </p:grpSpPr>
        <p:grpSp>
          <p:nvGrpSpPr>
            <p:cNvPr id="608" name="组合 607"/>
            <p:cNvGrpSpPr/>
            <p:nvPr/>
          </p:nvGrpSpPr>
          <p:grpSpPr>
            <a:xfrm>
              <a:off x="8024986" y="1959176"/>
              <a:ext cx="3493913" cy="2403813"/>
              <a:chOff x="8024986" y="1959176"/>
              <a:chExt cx="3493913" cy="2403813"/>
            </a:xfrm>
          </p:grpSpPr>
          <p:sp>
            <p:nvSpPr>
              <p:cNvPr id="609" name="Freeform 6"/>
              <p:cNvSpPr/>
              <p:nvPr/>
            </p:nvSpPr>
            <p:spPr bwMode="auto">
              <a:xfrm>
                <a:off x="8024986" y="1959176"/>
                <a:ext cx="3493913" cy="2403813"/>
              </a:xfrm>
              <a:prstGeom prst="rect">
                <a:avLst/>
              </a:prstGeom>
              <a:gradFill>
                <a:gsLst>
                  <a:gs pos="83000">
                    <a:schemeClr val="bg1"/>
                  </a:gs>
                  <a:gs pos="100000">
                    <a:schemeClr val="bg1">
                      <a:alpha val="0"/>
                    </a:schemeClr>
                  </a:gs>
                </a:gsLst>
                <a:lin ang="5400000" scaled="1"/>
              </a:gradFill>
              <a:ln w="9525">
                <a:noFill/>
                <a:round/>
              </a:ln>
              <a:effectLst>
                <a:outerShdw blurRad="63500" sx="102000" sy="102000" algn="ctr" rotWithShape="0">
                  <a:srgbClr val="E7E5EA">
                    <a:alpha val="50000"/>
                  </a:srgbClr>
                </a:outerShdw>
              </a:effectLst>
            </p:spPr>
            <p:txBody>
              <a:bodyPr vert="horz" wrap="square" lIns="91440" tIns="45720" rIns="91440" bIns="45720" numCol="1" anchor="t" anchorCtr="0" compatLnSpc="1"/>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610" name="矩形: 圆角 609"/>
              <p:cNvSpPr>
                <a:spLocks noChangeAspect="1"/>
              </p:cNvSpPr>
              <p:nvPr/>
            </p:nvSpPr>
            <p:spPr>
              <a:xfrm>
                <a:off x="8162338" y="2742993"/>
                <a:ext cx="526366" cy="310957"/>
              </a:xfrm>
              <a:prstGeom prst="roundRect">
                <a:avLst>
                  <a:gd name="adj" fmla="val 4418"/>
                </a:avLst>
              </a:prstGeom>
              <a:solidFill>
                <a:srgbClr val="F0EEF2"/>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611" name="Rectangle 8"/>
              <p:cNvSpPr>
                <a:spLocks noChangeArrowheads="1"/>
              </p:cNvSpPr>
              <p:nvPr/>
            </p:nvSpPr>
            <p:spPr bwMode="auto">
              <a:xfrm>
                <a:off x="8162340" y="2228518"/>
                <a:ext cx="3240163" cy="311711"/>
              </a:xfrm>
              <a:prstGeom prst="rect">
                <a:avLst/>
              </a:prstGeom>
              <a:solidFill>
                <a:srgbClr val="F0EEF2"/>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612" name="Rectangle 9"/>
              <p:cNvSpPr>
                <a:spLocks noChangeArrowheads="1"/>
              </p:cNvSpPr>
              <p:nvPr/>
            </p:nvSpPr>
            <p:spPr bwMode="auto">
              <a:xfrm>
                <a:off x="8162340" y="2228518"/>
                <a:ext cx="3240163" cy="181579"/>
              </a:xfrm>
              <a:prstGeom prst="rect">
                <a:avLst/>
              </a:prstGeom>
              <a:solidFill>
                <a:srgbClr val="B4B4B4"/>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615" name="Oval 14"/>
              <p:cNvSpPr>
                <a:spLocks noChangeArrowheads="1"/>
              </p:cNvSpPr>
              <p:nvPr/>
            </p:nvSpPr>
            <p:spPr bwMode="auto">
              <a:xfrm>
                <a:off x="8523496" y="2098386"/>
                <a:ext cx="59552" cy="62543"/>
              </a:xfrm>
              <a:prstGeom prst="ellipse">
                <a:avLst/>
              </a:prstGeom>
              <a:solidFill>
                <a:srgbClr val="F0EEF2"/>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616" name="Oval 15"/>
              <p:cNvSpPr>
                <a:spLocks noChangeArrowheads="1"/>
              </p:cNvSpPr>
              <p:nvPr/>
            </p:nvSpPr>
            <p:spPr bwMode="auto">
              <a:xfrm>
                <a:off x="8628193" y="2098386"/>
                <a:ext cx="60514" cy="62543"/>
              </a:xfrm>
              <a:prstGeom prst="ellipse">
                <a:avLst/>
              </a:prstGeom>
              <a:solidFill>
                <a:srgbClr val="F0EEF2"/>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617" name="Oval 16"/>
              <p:cNvSpPr>
                <a:spLocks noChangeArrowheads="1"/>
              </p:cNvSpPr>
              <p:nvPr/>
            </p:nvSpPr>
            <p:spPr bwMode="auto">
              <a:xfrm>
                <a:off x="8732889" y="2098386"/>
                <a:ext cx="60514" cy="62543"/>
              </a:xfrm>
              <a:prstGeom prst="ellipse">
                <a:avLst/>
              </a:prstGeom>
              <a:solidFill>
                <a:srgbClr val="F0EEF2"/>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619" name="Freeform 18"/>
              <p:cNvSpPr/>
              <p:nvPr/>
            </p:nvSpPr>
            <p:spPr bwMode="auto">
              <a:xfrm>
                <a:off x="8967257" y="2262817"/>
                <a:ext cx="505234" cy="164430"/>
              </a:xfrm>
              <a:custGeom>
                <a:avLst/>
                <a:gdLst>
                  <a:gd name="T0" fmla="*/ 520 w 547"/>
                  <a:gd name="T1" fmla="*/ 170 h 170"/>
                  <a:gd name="T2" fmla="*/ 27 w 547"/>
                  <a:gd name="T3" fmla="*/ 170 h 170"/>
                  <a:gd name="T4" fmla="*/ 0 w 547"/>
                  <a:gd name="T5" fmla="*/ 143 h 170"/>
                  <a:gd name="T6" fmla="*/ 0 w 547"/>
                  <a:gd name="T7" fmla="*/ 27 h 170"/>
                  <a:gd name="T8" fmla="*/ 27 w 547"/>
                  <a:gd name="T9" fmla="*/ 0 h 170"/>
                  <a:gd name="T10" fmla="*/ 520 w 547"/>
                  <a:gd name="T11" fmla="*/ 0 h 170"/>
                  <a:gd name="T12" fmla="*/ 547 w 547"/>
                  <a:gd name="T13" fmla="*/ 27 h 170"/>
                  <a:gd name="T14" fmla="*/ 547 w 547"/>
                  <a:gd name="T15" fmla="*/ 143 h 170"/>
                  <a:gd name="T16" fmla="*/ 520 w 547"/>
                  <a:gd name="T17" fmla="*/ 170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47" h="170">
                    <a:moveTo>
                      <a:pt x="520" y="170"/>
                    </a:moveTo>
                    <a:cubicBezTo>
                      <a:pt x="27" y="170"/>
                      <a:pt x="27" y="170"/>
                      <a:pt x="27" y="170"/>
                    </a:cubicBezTo>
                    <a:cubicBezTo>
                      <a:pt x="12" y="170"/>
                      <a:pt x="0" y="158"/>
                      <a:pt x="0" y="143"/>
                    </a:cubicBezTo>
                    <a:cubicBezTo>
                      <a:pt x="0" y="27"/>
                      <a:pt x="0" y="27"/>
                      <a:pt x="0" y="27"/>
                    </a:cubicBezTo>
                    <a:cubicBezTo>
                      <a:pt x="0" y="12"/>
                      <a:pt x="12" y="0"/>
                      <a:pt x="27" y="0"/>
                    </a:cubicBezTo>
                    <a:cubicBezTo>
                      <a:pt x="520" y="0"/>
                      <a:pt x="520" y="0"/>
                      <a:pt x="520" y="0"/>
                    </a:cubicBezTo>
                    <a:cubicBezTo>
                      <a:pt x="535" y="0"/>
                      <a:pt x="547" y="12"/>
                      <a:pt x="547" y="27"/>
                    </a:cubicBezTo>
                    <a:cubicBezTo>
                      <a:pt x="547" y="143"/>
                      <a:pt x="547" y="143"/>
                      <a:pt x="547" y="143"/>
                    </a:cubicBezTo>
                    <a:cubicBezTo>
                      <a:pt x="547" y="158"/>
                      <a:pt x="535" y="170"/>
                      <a:pt x="520" y="170"/>
                    </a:cubicBezTo>
                    <a:close/>
                  </a:path>
                </a:pathLst>
              </a:custGeom>
              <a:solidFill>
                <a:srgbClr val="F0EEF2"/>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620" name="Rectangle 19"/>
              <p:cNvSpPr>
                <a:spLocks noChangeArrowheads="1"/>
              </p:cNvSpPr>
              <p:nvPr/>
            </p:nvSpPr>
            <p:spPr bwMode="auto">
              <a:xfrm>
                <a:off x="9089243" y="2320316"/>
                <a:ext cx="243973" cy="49430"/>
              </a:xfrm>
              <a:prstGeom prst="rect">
                <a:avLst/>
              </a:prstGeom>
              <a:solidFill>
                <a:srgbClr val="CFCBD6"/>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621" name="Freeform 20"/>
              <p:cNvSpPr/>
              <p:nvPr/>
            </p:nvSpPr>
            <p:spPr bwMode="auto">
              <a:xfrm>
                <a:off x="8491798" y="2306193"/>
                <a:ext cx="232445" cy="49430"/>
              </a:xfrm>
              <a:custGeom>
                <a:avLst/>
                <a:gdLst>
                  <a:gd name="T0" fmla="*/ 227 w 251"/>
                  <a:gd name="T1" fmla="*/ 0 h 51"/>
                  <a:gd name="T2" fmla="*/ 24 w 251"/>
                  <a:gd name="T3" fmla="*/ 0 h 51"/>
                  <a:gd name="T4" fmla="*/ 0 w 251"/>
                  <a:gd name="T5" fmla="*/ 24 h 51"/>
                  <a:gd name="T6" fmla="*/ 0 w 251"/>
                  <a:gd name="T7" fmla="*/ 27 h 51"/>
                  <a:gd name="T8" fmla="*/ 24 w 251"/>
                  <a:gd name="T9" fmla="*/ 51 h 51"/>
                  <a:gd name="T10" fmla="*/ 227 w 251"/>
                  <a:gd name="T11" fmla="*/ 51 h 51"/>
                  <a:gd name="T12" fmla="*/ 251 w 251"/>
                  <a:gd name="T13" fmla="*/ 27 h 51"/>
                  <a:gd name="T14" fmla="*/ 251 w 251"/>
                  <a:gd name="T15" fmla="*/ 24 h 51"/>
                  <a:gd name="T16" fmla="*/ 227 w 251"/>
                  <a:gd name="T17"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1" h="51">
                    <a:moveTo>
                      <a:pt x="227" y="0"/>
                    </a:moveTo>
                    <a:cubicBezTo>
                      <a:pt x="24" y="0"/>
                      <a:pt x="24" y="0"/>
                      <a:pt x="24" y="0"/>
                    </a:cubicBezTo>
                    <a:cubicBezTo>
                      <a:pt x="11" y="0"/>
                      <a:pt x="0" y="11"/>
                      <a:pt x="0" y="24"/>
                    </a:cubicBezTo>
                    <a:cubicBezTo>
                      <a:pt x="0" y="27"/>
                      <a:pt x="0" y="27"/>
                      <a:pt x="0" y="27"/>
                    </a:cubicBezTo>
                    <a:cubicBezTo>
                      <a:pt x="0" y="41"/>
                      <a:pt x="11" y="51"/>
                      <a:pt x="24" y="51"/>
                    </a:cubicBezTo>
                    <a:cubicBezTo>
                      <a:pt x="227" y="51"/>
                      <a:pt x="227" y="51"/>
                      <a:pt x="227" y="51"/>
                    </a:cubicBezTo>
                    <a:cubicBezTo>
                      <a:pt x="240" y="51"/>
                      <a:pt x="251" y="41"/>
                      <a:pt x="251" y="27"/>
                    </a:cubicBezTo>
                    <a:cubicBezTo>
                      <a:pt x="251" y="24"/>
                      <a:pt x="251" y="24"/>
                      <a:pt x="251" y="24"/>
                    </a:cubicBezTo>
                    <a:cubicBezTo>
                      <a:pt x="251" y="11"/>
                      <a:pt x="240" y="0"/>
                      <a:pt x="227" y="0"/>
                    </a:cubicBezTo>
                  </a:path>
                </a:pathLst>
              </a:custGeom>
              <a:solidFill>
                <a:srgbClr val="EAECEF">
                  <a:alpha val="66000"/>
                </a:srgbClr>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622" name="Freeform 21"/>
              <p:cNvSpPr/>
              <p:nvPr/>
            </p:nvSpPr>
            <p:spPr bwMode="auto">
              <a:xfrm>
                <a:off x="9669398" y="2306193"/>
                <a:ext cx="231486" cy="49430"/>
              </a:xfrm>
              <a:custGeom>
                <a:avLst/>
                <a:gdLst>
                  <a:gd name="T0" fmla="*/ 226 w 250"/>
                  <a:gd name="T1" fmla="*/ 0 h 51"/>
                  <a:gd name="T2" fmla="*/ 24 w 250"/>
                  <a:gd name="T3" fmla="*/ 0 h 51"/>
                  <a:gd name="T4" fmla="*/ 0 w 250"/>
                  <a:gd name="T5" fmla="*/ 24 h 51"/>
                  <a:gd name="T6" fmla="*/ 0 w 250"/>
                  <a:gd name="T7" fmla="*/ 27 h 51"/>
                  <a:gd name="T8" fmla="*/ 24 w 250"/>
                  <a:gd name="T9" fmla="*/ 51 h 51"/>
                  <a:gd name="T10" fmla="*/ 226 w 250"/>
                  <a:gd name="T11" fmla="*/ 51 h 51"/>
                  <a:gd name="T12" fmla="*/ 250 w 250"/>
                  <a:gd name="T13" fmla="*/ 27 h 51"/>
                  <a:gd name="T14" fmla="*/ 250 w 250"/>
                  <a:gd name="T15" fmla="*/ 24 h 51"/>
                  <a:gd name="T16" fmla="*/ 226 w 250"/>
                  <a:gd name="T17"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0" h="51">
                    <a:moveTo>
                      <a:pt x="226" y="0"/>
                    </a:moveTo>
                    <a:cubicBezTo>
                      <a:pt x="24" y="0"/>
                      <a:pt x="24" y="0"/>
                      <a:pt x="24" y="0"/>
                    </a:cubicBezTo>
                    <a:cubicBezTo>
                      <a:pt x="10" y="0"/>
                      <a:pt x="0" y="11"/>
                      <a:pt x="0" y="24"/>
                    </a:cubicBezTo>
                    <a:cubicBezTo>
                      <a:pt x="0" y="27"/>
                      <a:pt x="0" y="27"/>
                      <a:pt x="0" y="27"/>
                    </a:cubicBezTo>
                    <a:cubicBezTo>
                      <a:pt x="0" y="41"/>
                      <a:pt x="10" y="51"/>
                      <a:pt x="24" y="51"/>
                    </a:cubicBezTo>
                    <a:cubicBezTo>
                      <a:pt x="226" y="51"/>
                      <a:pt x="226" y="51"/>
                      <a:pt x="226" y="51"/>
                    </a:cubicBezTo>
                    <a:cubicBezTo>
                      <a:pt x="239" y="51"/>
                      <a:pt x="250" y="41"/>
                      <a:pt x="250" y="27"/>
                    </a:cubicBezTo>
                    <a:cubicBezTo>
                      <a:pt x="250" y="24"/>
                      <a:pt x="250" y="24"/>
                      <a:pt x="250" y="24"/>
                    </a:cubicBezTo>
                    <a:cubicBezTo>
                      <a:pt x="250" y="11"/>
                      <a:pt x="239" y="0"/>
                      <a:pt x="226" y="0"/>
                    </a:cubicBezTo>
                  </a:path>
                </a:pathLst>
              </a:custGeom>
              <a:solidFill>
                <a:srgbClr val="EAECEF">
                  <a:alpha val="66000"/>
                </a:srgbClr>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623" name="Freeform 22"/>
              <p:cNvSpPr/>
              <p:nvPr/>
            </p:nvSpPr>
            <p:spPr bwMode="auto">
              <a:xfrm>
                <a:off x="10109316" y="2306193"/>
                <a:ext cx="231486" cy="49430"/>
              </a:xfrm>
              <a:custGeom>
                <a:avLst/>
                <a:gdLst>
                  <a:gd name="T0" fmla="*/ 226 w 250"/>
                  <a:gd name="T1" fmla="*/ 0 h 51"/>
                  <a:gd name="T2" fmla="*/ 24 w 250"/>
                  <a:gd name="T3" fmla="*/ 0 h 51"/>
                  <a:gd name="T4" fmla="*/ 0 w 250"/>
                  <a:gd name="T5" fmla="*/ 24 h 51"/>
                  <a:gd name="T6" fmla="*/ 0 w 250"/>
                  <a:gd name="T7" fmla="*/ 27 h 51"/>
                  <a:gd name="T8" fmla="*/ 24 w 250"/>
                  <a:gd name="T9" fmla="*/ 51 h 51"/>
                  <a:gd name="T10" fmla="*/ 226 w 250"/>
                  <a:gd name="T11" fmla="*/ 51 h 51"/>
                  <a:gd name="T12" fmla="*/ 250 w 250"/>
                  <a:gd name="T13" fmla="*/ 27 h 51"/>
                  <a:gd name="T14" fmla="*/ 250 w 250"/>
                  <a:gd name="T15" fmla="*/ 24 h 51"/>
                  <a:gd name="T16" fmla="*/ 226 w 250"/>
                  <a:gd name="T17"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0" h="51">
                    <a:moveTo>
                      <a:pt x="226" y="0"/>
                    </a:moveTo>
                    <a:cubicBezTo>
                      <a:pt x="24" y="0"/>
                      <a:pt x="24" y="0"/>
                      <a:pt x="24" y="0"/>
                    </a:cubicBezTo>
                    <a:cubicBezTo>
                      <a:pt x="11" y="0"/>
                      <a:pt x="0" y="11"/>
                      <a:pt x="0" y="24"/>
                    </a:cubicBezTo>
                    <a:cubicBezTo>
                      <a:pt x="0" y="27"/>
                      <a:pt x="0" y="27"/>
                      <a:pt x="0" y="27"/>
                    </a:cubicBezTo>
                    <a:cubicBezTo>
                      <a:pt x="0" y="41"/>
                      <a:pt x="11" y="51"/>
                      <a:pt x="24" y="51"/>
                    </a:cubicBezTo>
                    <a:cubicBezTo>
                      <a:pt x="226" y="51"/>
                      <a:pt x="226" y="51"/>
                      <a:pt x="226" y="51"/>
                    </a:cubicBezTo>
                    <a:cubicBezTo>
                      <a:pt x="240" y="51"/>
                      <a:pt x="250" y="41"/>
                      <a:pt x="250" y="27"/>
                    </a:cubicBezTo>
                    <a:cubicBezTo>
                      <a:pt x="250" y="24"/>
                      <a:pt x="250" y="24"/>
                      <a:pt x="250" y="24"/>
                    </a:cubicBezTo>
                    <a:cubicBezTo>
                      <a:pt x="250" y="11"/>
                      <a:pt x="240" y="0"/>
                      <a:pt x="226" y="0"/>
                    </a:cubicBezTo>
                  </a:path>
                </a:pathLst>
              </a:custGeom>
              <a:solidFill>
                <a:srgbClr val="EAECEF">
                  <a:alpha val="66000"/>
                </a:srgbClr>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624" name="Freeform 23"/>
              <p:cNvSpPr/>
              <p:nvPr/>
            </p:nvSpPr>
            <p:spPr bwMode="auto">
              <a:xfrm>
                <a:off x="10549235" y="2306193"/>
                <a:ext cx="231486" cy="49430"/>
              </a:xfrm>
              <a:custGeom>
                <a:avLst/>
                <a:gdLst>
                  <a:gd name="T0" fmla="*/ 227 w 250"/>
                  <a:gd name="T1" fmla="*/ 0 h 51"/>
                  <a:gd name="T2" fmla="*/ 24 w 250"/>
                  <a:gd name="T3" fmla="*/ 0 h 51"/>
                  <a:gd name="T4" fmla="*/ 0 w 250"/>
                  <a:gd name="T5" fmla="*/ 24 h 51"/>
                  <a:gd name="T6" fmla="*/ 0 w 250"/>
                  <a:gd name="T7" fmla="*/ 27 h 51"/>
                  <a:gd name="T8" fmla="*/ 24 w 250"/>
                  <a:gd name="T9" fmla="*/ 51 h 51"/>
                  <a:gd name="T10" fmla="*/ 227 w 250"/>
                  <a:gd name="T11" fmla="*/ 51 h 51"/>
                  <a:gd name="T12" fmla="*/ 250 w 250"/>
                  <a:gd name="T13" fmla="*/ 27 h 51"/>
                  <a:gd name="T14" fmla="*/ 250 w 250"/>
                  <a:gd name="T15" fmla="*/ 24 h 51"/>
                  <a:gd name="T16" fmla="*/ 227 w 250"/>
                  <a:gd name="T17"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0" h="51">
                    <a:moveTo>
                      <a:pt x="227" y="0"/>
                    </a:moveTo>
                    <a:cubicBezTo>
                      <a:pt x="24" y="0"/>
                      <a:pt x="24" y="0"/>
                      <a:pt x="24" y="0"/>
                    </a:cubicBezTo>
                    <a:cubicBezTo>
                      <a:pt x="11" y="0"/>
                      <a:pt x="0" y="11"/>
                      <a:pt x="0" y="24"/>
                    </a:cubicBezTo>
                    <a:cubicBezTo>
                      <a:pt x="0" y="27"/>
                      <a:pt x="0" y="27"/>
                      <a:pt x="0" y="27"/>
                    </a:cubicBezTo>
                    <a:cubicBezTo>
                      <a:pt x="0" y="41"/>
                      <a:pt x="11" y="51"/>
                      <a:pt x="24" y="51"/>
                    </a:cubicBezTo>
                    <a:cubicBezTo>
                      <a:pt x="227" y="51"/>
                      <a:pt x="227" y="51"/>
                      <a:pt x="227" y="51"/>
                    </a:cubicBezTo>
                    <a:cubicBezTo>
                      <a:pt x="240" y="51"/>
                      <a:pt x="250" y="41"/>
                      <a:pt x="250" y="27"/>
                    </a:cubicBezTo>
                    <a:cubicBezTo>
                      <a:pt x="250" y="24"/>
                      <a:pt x="250" y="24"/>
                      <a:pt x="250" y="24"/>
                    </a:cubicBezTo>
                    <a:cubicBezTo>
                      <a:pt x="250" y="11"/>
                      <a:pt x="240" y="0"/>
                      <a:pt x="227" y="0"/>
                    </a:cubicBezTo>
                  </a:path>
                </a:pathLst>
              </a:custGeom>
              <a:solidFill>
                <a:srgbClr val="EAECEF">
                  <a:alpha val="66000"/>
                </a:srgbClr>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625" name="矩形: 圆角 624"/>
              <p:cNvSpPr>
                <a:spLocks noChangeAspect="1"/>
              </p:cNvSpPr>
              <p:nvPr/>
            </p:nvSpPr>
            <p:spPr>
              <a:xfrm>
                <a:off x="8162338" y="3480441"/>
                <a:ext cx="526366" cy="310957"/>
              </a:xfrm>
              <a:prstGeom prst="roundRect">
                <a:avLst>
                  <a:gd name="adj" fmla="val 4418"/>
                </a:avLst>
              </a:prstGeom>
              <a:solidFill>
                <a:srgbClr val="F0EEF2"/>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626" name="矩形: 圆角 625"/>
              <p:cNvSpPr>
                <a:spLocks noChangeAspect="1"/>
              </p:cNvSpPr>
              <p:nvPr/>
            </p:nvSpPr>
            <p:spPr>
              <a:xfrm>
                <a:off x="8162338" y="3849165"/>
                <a:ext cx="526366" cy="310957"/>
              </a:xfrm>
              <a:prstGeom prst="roundRect">
                <a:avLst>
                  <a:gd name="adj" fmla="val 4418"/>
                </a:avLst>
              </a:prstGeom>
              <a:solidFill>
                <a:srgbClr val="F0EEF2"/>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627" name="矩形: 圆角 626"/>
              <p:cNvSpPr>
                <a:spLocks noChangeAspect="1"/>
              </p:cNvSpPr>
              <p:nvPr/>
            </p:nvSpPr>
            <p:spPr>
              <a:xfrm>
                <a:off x="8162338" y="4216750"/>
                <a:ext cx="526366" cy="127814"/>
              </a:xfrm>
              <a:prstGeom prst="roundRect">
                <a:avLst>
                  <a:gd name="adj" fmla="val 14540"/>
                </a:avLst>
              </a:prstGeom>
              <a:gradFill>
                <a:gsLst>
                  <a:gs pos="8000">
                    <a:srgbClr val="F0EEF2"/>
                  </a:gs>
                  <a:gs pos="100000">
                    <a:srgbClr val="F0EEF2">
                      <a:alpha val="0"/>
                    </a:srgbClr>
                  </a:gs>
                </a:gsLst>
                <a:lin ang="5400000" scaled="1"/>
              </a:gra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628" name="矩形: 圆角 627"/>
              <p:cNvSpPr>
                <a:spLocks noChangeAspect="1"/>
              </p:cNvSpPr>
              <p:nvPr/>
            </p:nvSpPr>
            <p:spPr>
              <a:xfrm>
                <a:off x="8800745" y="2742992"/>
                <a:ext cx="2578310" cy="1523165"/>
              </a:xfrm>
              <a:prstGeom prst="roundRect">
                <a:avLst>
                  <a:gd name="adj" fmla="val 2829"/>
                </a:avLst>
              </a:prstGeom>
              <a:noFill/>
              <a:ln w="25400">
                <a:gradFill>
                  <a:gsLst>
                    <a:gs pos="62000">
                      <a:srgbClr val="F0EEF2"/>
                    </a:gs>
                    <a:gs pos="100000">
                      <a:srgbClr val="F0EEF2">
                        <a:alpha val="0"/>
                      </a:srgbClr>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629" name="矩形: 圆角 628"/>
              <p:cNvSpPr>
                <a:spLocks noChangeAspect="1"/>
              </p:cNvSpPr>
              <p:nvPr/>
            </p:nvSpPr>
            <p:spPr>
              <a:xfrm>
                <a:off x="8162338" y="3111717"/>
                <a:ext cx="526366" cy="310957"/>
              </a:xfrm>
              <a:prstGeom prst="roundRect">
                <a:avLst>
                  <a:gd name="adj" fmla="val 4418"/>
                </a:avLst>
              </a:prstGeom>
              <a:solidFill>
                <a:srgbClr val="F0EEF2"/>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grpSp>
        <p:grpSp>
          <p:nvGrpSpPr>
            <p:cNvPr id="214" name="组合 213"/>
            <p:cNvGrpSpPr/>
            <p:nvPr/>
          </p:nvGrpSpPr>
          <p:grpSpPr>
            <a:xfrm>
              <a:off x="9039034" y="3211004"/>
              <a:ext cx="2101734" cy="587141"/>
              <a:chOff x="1633218" y="3294045"/>
              <a:chExt cx="2101734" cy="587141"/>
            </a:xfrm>
          </p:grpSpPr>
          <p:sp>
            <p:nvSpPr>
              <p:cNvPr id="231" name="圆角矩形 13"/>
              <p:cNvSpPr/>
              <p:nvPr/>
            </p:nvSpPr>
            <p:spPr>
              <a:xfrm>
                <a:off x="1633218" y="3294045"/>
                <a:ext cx="875309" cy="587141"/>
              </a:xfrm>
              <a:prstGeom prst="roundRect">
                <a:avLst>
                  <a:gd name="adj" fmla="val 8038"/>
                </a:avLst>
              </a:prstGeom>
              <a:blipFill>
                <a:blip r:embed="rId3"/>
                <a:srcRect/>
                <a:stretch>
                  <a:fillRect l="-9443" r="-9443"/>
                </a:stretch>
              </a:blipFill>
              <a:ln w="3175">
                <a:noFill/>
                <a:prstDash val="solid"/>
                <a:miter lim="800000"/>
              </a:ln>
              <a:effectLst/>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914400"/>
                <a:endParaRPr lang="zh-CN" altLang="en-US" kern="0" dirty="0">
                  <a:solidFill>
                    <a:srgbClr val="44546A">
                      <a:lumMod val="60000"/>
                      <a:lumOff val="40000"/>
                    </a:srgbClr>
                  </a:solidFill>
                </a:endParaRPr>
              </a:p>
            </p:txBody>
          </p:sp>
          <p:grpSp>
            <p:nvGrpSpPr>
              <p:cNvPr id="232" name="组合 231"/>
              <p:cNvGrpSpPr/>
              <p:nvPr/>
            </p:nvGrpSpPr>
            <p:grpSpPr>
              <a:xfrm>
                <a:off x="2634832" y="3294045"/>
                <a:ext cx="1100120" cy="587141"/>
                <a:chOff x="1703214" y="3185928"/>
                <a:chExt cx="582258" cy="521425"/>
              </a:xfrm>
            </p:grpSpPr>
            <p:sp>
              <p:nvSpPr>
                <p:cNvPr id="233" name="矩形 232"/>
                <p:cNvSpPr/>
                <p:nvPr/>
              </p:nvSpPr>
              <p:spPr>
                <a:xfrm>
                  <a:off x="1703214" y="3185928"/>
                  <a:ext cx="582258" cy="105264"/>
                </a:xfrm>
                <a:prstGeom prst="rect">
                  <a:avLst/>
                </a:prstGeom>
                <a:solidFill>
                  <a:srgbClr val="E7E5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4" name="矩形 233"/>
                <p:cNvSpPr/>
                <p:nvPr/>
              </p:nvSpPr>
              <p:spPr>
                <a:xfrm>
                  <a:off x="1703214" y="3388853"/>
                  <a:ext cx="530472" cy="105264"/>
                </a:xfrm>
                <a:prstGeom prst="rect">
                  <a:avLst/>
                </a:prstGeom>
                <a:solidFill>
                  <a:srgbClr val="E7E5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5" name="矩形 234"/>
                <p:cNvSpPr/>
                <p:nvPr/>
              </p:nvSpPr>
              <p:spPr>
                <a:xfrm>
                  <a:off x="1703214" y="3602089"/>
                  <a:ext cx="530472" cy="105264"/>
                </a:xfrm>
                <a:prstGeom prst="rect">
                  <a:avLst/>
                </a:prstGeom>
                <a:solidFill>
                  <a:srgbClr val="E7E5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sp>
        <p:nvSpPr>
          <p:cNvPr id="2" name="标题 1"/>
          <p:cNvSpPr txBox="1"/>
          <p:nvPr/>
        </p:nvSpPr>
        <p:spPr>
          <a:xfrm>
            <a:off x="660400" y="0"/>
            <a:ext cx="10858500" cy="102870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defTabSz="914400"/>
            <a:r>
              <a:rPr lang="zh-CN" altLang="en-US" sz="2800" b="1" dirty="0"/>
              <a:t>填充图示中的</a:t>
            </a:r>
            <a:r>
              <a:rPr lang="zh-CN" altLang="en-US" sz="2800" b="1"/>
              <a:t>图片 </a:t>
            </a:r>
            <a:r>
              <a:rPr lang="zh-CN" altLang="en-US" sz="100" b="1"/>
              <a:t> </a:t>
            </a:r>
            <a:r>
              <a:rPr lang="zh-CN" altLang="en-US" sz="2800" b="1"/>
              <a:t> </a:t>
            </a:r>
            <a:r>
              <a:rPr lang="en-US" altLang="zh-CN" sz="2800" b="1" dirty="0"/>
              <a:t>Fill Pictures in Diagram</a:t>
            </a:r>
            <a:endParaRPr lang="zh-CN" altLang="en-US" sz="2800" b="1" dirty="0"/>
          </a:p>
        </p:txBody>
      </p:sp>
      <p:sp>
        <p:nvSpPr>
          <p:cNvPr id="4" name="矩形 3"/>
          <p:cNvSpPr/>
          <p:nvPr/>
        </p:nvSpPr>
        <p:spPr>
          <a:xfrm>
            <a:off x="8978025" y="128575"/>
            <a:ext cx="2540875" cy="771556"/>
          </a:xfrm>
          <a:prstGeom prst="rect">
            <a:avLst/>
          </a:prstGeom>
          <a:solidFill>
            <a:srgbClr val="F73434"/>
          </a:solidFill>
          <a:ln w="12700">
            <a:noFill/>
            <a:prstDash val="sysDash"/>
          </a:ln>
        </p:spPr>
        <p:txBody>
          <a:bodyPr wrap="square" lIns="91440" tIns="91440" rIns="91440" bIns="91440" rtlCol="0" anchor="ctr">
            <a:noAutofit/>
          </a:bodyPr>
          <a:lstStyle/>
          <a:p>
            <a:pPr>
              <a:lnSpc>
                <a:spcPct val="120000"/>
              </a:lnSpc>
            </a:pPr>
            <a:r>
              <a:rPr lang="en-US" altLang="zh-CN" sz="800" b="1" dirty="0">
                <a:solidFill>
                  <a:schemeClr val="bg1"/>
                </a:solidFill>
              </a:rPr>
              <a:t>Note:</a:t>
            </a:r>
          </a:p>
          <a:p>
            <a:pPr>
              <a:lnSpc>
                <a:spcPct val="120000"/>
              </a:lnSpc>
            </a:pPr>
            <a:r>
              <a:rPr lang="zh-CN" altLang="en-US" sz="800" dirty="0">
                <a:solidFill>
                  <a:schemeClr val="bg1"/>
                </a:solidFill>
              </a:rPr>
              <a:t>本页为说明页，使用时请删除本页内容。</a:t>
            </a:r>
          </a:p>
          <a:p>
            <a:pPr>
              <a:lnSpc>
                <a:spcPct val="120000"/>
              </a:lnSpc>
            </a:pPr>
            <a:r>
              <a:rPr lang="en-US" altLang="zh-CN" sz="800" dirty="0">
                <a:solidFill>
                  <a:schemeClr val="bg1"/>
                </a:solidFill>
              </a:rPr>
              <a:t>This slide is an instruction. Please </a:t>
            </a:r>
            <a:r>
              <a:rPr lang="en-US" altLang="zh-CN" sz="800">
                <a:solidFill>
                  <a:schemeClr val="bg1"/>
                </a:solidFill>
              </a:rPr>
              <a:t>delete </a:t>
            </a:r>
            <a:r>
              <a:rPr lang="en-US" altLang="zh-CN" sz="100">
                <a:solidFill>
                  <a:schemeClr val="bg1"/>
                </a:solidFill>
              </a:rPr>
              <a:t> </a:t>
            </a:r>
            <a:r>
              <a:rPr lang="en-US" altLang="zh-CN" sz="800">
                <a:solidFill>
                  <a:schemeClr val="bg1"/>
                </a:solidFill>
              </a:rPr>
              <a:t>this </a:t>
            </a:r>
            <a:r>
              <a:rPr lang="en-US" altLang="zh-CN" sz="800" dirty="0">
                <a:solidFill>
                  <a:schemeClr val="bg1"/>
                </a:solidFill>
              </a:rPr>
              <a:t>slide before using it for presentation.</a:t>
            </a:r>
          </a:p>
        </p:txBody>
      </p:sp>
    </p:spTree>
    <p:custDataLst>
      <p:tags r:id="rId1"/>
    </p:custData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pSp>
        <p:nvGrpSpPr>
          <p:cNvPr id="12" name="组合 11"/>
          <p:cNvGrpSpPr/>
          <p:nvPr/>
        </p:nvGrpSpPr>
        <p:grpSpPr>
          <a:xfrm>
            <a:off x="660400" y="5387492"/>
            <a:ext cx="3493913" cy="553998"/>
            <a:chOff x="673100" y="5387492"/>
            <a:chExt cx="3493913" cy="553998"/>
          </a:xfrm>
        </p:grpSpPr>
        <p:sp>
          <p:nvSpPr>
            <p:cNvPr id="351" name="文本框 350"/>
            <p:cNvSpPr txBox="1"/>
            <p:nvPr/>
          </p:nvSpPr>
          <p:spPr>
            <a:xfrm>
              <a:off x="994562" y="5387492"/>
              <a:ext cx="3172451" cy="553998"/>
            </a:xfrm>
            <a:prstGeom prst="rect">
              <a:avLst/>
            </a:prstGeom>
            <a:noFill/>
          </p:spPr>
          <p:txBody>
            <a:bodyPr wrap="square" rtlCol="0" anchor="ctr">
              <a:spAutoFit/>
            </a:bodyPr>
            <a:lstStyle/>
            <a:p>
              <a:r>
                <a:rPr lang="zh-CN" altLang="en-US" sz="1000" dirty="0">
                  <a:solidFill>
                    <a:srgbClr val="2F2F2F"/>
                  </a:solidFill>
                </a:rPr>
                <a:t>解除组合，选中图示中的插图</a:t>
              </a:r>
              <a:endParaRPr lang="en-US" altLang="zh-CN" sz="1000" dirty="0">
                <a:solidFill>
                  <a:srgbClr val="2F2F2F"/>
                </a:solidFill>
              </a:endParaRPr>
            </a:p>
            <a:p>
              <a:r>
                <a:rPr lang="en-US" altLang="zh-CN" sz="1000" dirty="0">
                  <a:solidFill>
                    <a:srgbClr val="2F2F2F"/>
                  </a:solidFill>
                </a:rPr>
                <a:t>Ungroup the diagram and select </a:t>
              </a:r>
              <a:r>
                <a:rPr lang="en-US" altLang="zh-CN" sz="1000">
                  <a:solidFill>
                    <a:srgbClr val="2F2F2F"/>
                  </a:solidFill>
                </a:rPr>
                <a:t>the </a:t>
              </a:r>
              <a:r>
                <a:rPr lang="en-US" altLang="zh-CN" sz="100">
                  <a:solidFill>
                    <a:srgbClr val="2F2F2F"/>
                  </a:solidFill>
                </a:rPr>
                <a:t> </a:t>
              </a:r>
              <a:r>
                <a:rPr lang="en-US" altLang="zh-CN" sz="1000">
                  <a:solidFill>
                    <a:srgbClr val="2F2F2F"/>
                  </a:solidFill>
                </a:rPr>
                <a:t>shape </a:t>
              </a:r>
              <a:r>
                <a:rPr lang="en-US" altLang="zh-CN" sz="1000" dirty="0">
                  <a:solidFill>
                    <a:srgbClr val="2F2F2F"/>
                  </a:solidFill>
                </a:rPr>
                <a:t>that needs to be replaced</a:t>
              </a:r>
              <a:endParaRPr lang="zh-CN" altLang="en-US" sz="1000" dirty="0">
                <a:solidFill>
                  <a:srgbClr val="2F2F2F"/>
                </a:solidFill>
              </a:endParaRPr>
            </a:p>
          </p:txBody>
        </p:sp>
        <p:sp>
          <p:nvSpPr>
            <p:cNvPr id="350" name="椭圆 349"/>
            <p:cNvSpPr/>
            <p:nvPr/>
          </p:nvSpPr>
          <p:spPr>
            <a:xfrm>
              <a:off x="673100" y="5526315"/>
              <a:ext cx="276343" cy="276343"/>
            </a:xfrm>
            <a:prstGeom prst="ellipse">
              <a:avLst/>
            </a:prstGeom>
            <a:solidFill>
              <a:srgbClr val="2F2F2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t>1</a:t>
              </a:r>
              <a:endParaRPr lang="zh-CN" altLang="en-US" sz="1200" dirty="0"/>
            </a:p>
          </p:txBody>
        </p:sp>
      </p:grpSp>
      <p:sp>
        <p:nvSpPr>
          <p:cNvPr id="890" name="Right Arrow 16"/>
          <p:cNvSpPr/>
          <p:nvPr/>
        </p:nvSpPr>
        <p:spPr>
          <a:xfrm>
            <a:off x="4284308" y="3338119"/>
            <a:ext cx="174147" cy="156344"/>
          </a:xfrm>
          <a:custGeom>
            <a:avLst/>
            <a:gdLst>
              <a:gd name="T0" fmla="*/ 4048 w 6714"/>
              <a:gd name="T1" fmla="*/ 194 h 6036"/>
              <a:gd name="T2" fmla="*/ 3696 w 6714"/>
              <a:gd name="T3" fmla="*/ 340 h 6036"/>
              <a:gd name="T4" fmla="*/ 3696 w 6714"/>
              <a:gd name="T5" fmla="*/ 1283 h 6036"/>
              <a:gd name="T6" fmla="*/ 199 w 6714"/>
              <a:gd name="T7" fmla="*/ 1283 h 6036"/>
              <a:gd name="T8" fmla="*/ 0 w 6714"/>
              <a:gd name="T9" fmla="*/ 1482 h 6036"/>
              <a:gd name="T10" fmla="*/ 0 w 6714"/>
              <a:gd name="T11" fmla="*/ 4553 h 6036"/>
              <a:gd name="T12" fmla="*/ 199 w 6714"/>
              <a:gd name="T13" fmla="*/ 4752 h 6036"/>
              <a:gd name="T14" fmla="*/ 3696 w 6714"/>
              <a:gd name="T15" fmla="*/ 4752 h 6036"/>
              <a:gd name="T16" fmla="*/ 3696 w 6714"/>
              <a:gd name="T17" fmla="*/ 5696 h 6036"/>
              <a:gd name="T18" fmla="*/ 4048 w 6714"/>
              <a:gd name="T19" fmla="*/ 5842 h 6036"/>
              <a:gd name="T20" fmla="*/ 6520 w 6714"/>
              <a:gd name="T21" fmla="*/ 3369 h 6036"/>
              <a:gd name="T22" fmla="*/ 6520 w 6714"/>
              <a:gd name="T23" fmla="*/ 2666 h 6036"/>
              <a:gd name="T24" fmla="*/ 4048 w 6714"/>
              <a:gd name="T25" fmla="*/ 194 h 60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714" h="6036">
                <a:moveTo>
                  <a:pt x="4048" y="194"/>
                </a:moveTo>
                <a:cubicBezTo>
                  <a:pt x="3853" y="0"/>
                  <a:pt x="3696" y="65"/>
                  <a:pt x="3696" y="340"/>
                </a:cubicBezTo>
                <a:lnTo>
                  <a:pt x="3696" y="1283"/>
                </a:lnTo>
                <a:lnTo>
                  <a:pt x="199" y="1283"/>
                </a:lnTo>
                <a:cubicBezTo>
                  <a:pt x="89" y="1283"/>
                  <a:pt x="0" y="1372"/>
                  <a:pt x="0" y="1482"/>
                </a:cubicBezTo>
                <a:lnTo>
                  <a:pt x="0" y="4553"/>
                </a:lnTo>
                <a:cubicBezTo>
                  <a:pt x="0" y="4663"/>
                  <a:pt x="89" y="4752"/>
                  <a:pt x="199" y="4752"/>
                </a:cubicBezTo>
                <a:lnTo>
                  <a:pt x="3696" y="4752"/>
                </a:lnTo>
                <a:lnTo>
                  <a:pt x="3696" y="5696"/>
                </a:lnTo>
                <a:cubicBezTo>
                  <a:pt x="3696" y="5971"/>
                  <a:pt x="3853" y="6036"/>
                  <a:pt x="4048" y="5842"/>
                </a:cubicBezTo>
                <a:lnTo>
                  <a:pt x="6520" y="3369"/>
                </a:lnTo>
                <a:cubicBezTo>
                  <a:pt x="6714" y="3175"/>
                  <a:pt x="6714" y="2860"/>
                  <a:pt x="6520" y="2666"/>
                </a:cubicBezTo>
                <a:lnTo>
                  <a:pt x="4048" y="194"/>
                </a:lnTo>
                <a:close/>
              </a:path>
            </a:pathLst>
          </a:custGeom>
          <a:solidFill>
            <a:srgbClr val="867B9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613" name="文本框 612"/>
          <p:cNvSpPr txBox="1"/>
          <p:nvPr/>
        </p:nvSpPr>
        <p:spPr>
          <a:xfrm>
            <a:off x="4916703" y="5387482"/>
            <a:ext cx="2558947" cy="553998"/>
          </a:xfrm>
          <a:prstGeom prst="rect">
            <a:avLst/>
          </a:prstGeom>
          <a:noFill/>
        </p:spPr>
        <p:txBody>
          <a:bodyPr wrap="square" rtlCol="0" anchor="ctr">
            <a:spAutoFit/>
          </a:bodyPr>
          <a:lstStyle/>
          <a:p>
            <a:r>
              <a:rPr lang="zh-CN" altLang="en-US" sz="1000" dirty="0">
                <a:solidFill>
                  <a:srgbClr val="2F2F2F"/>
                </a:solidFill>
              </a:rPr>
              <a:t>点击 </a:t>
            </a:r>
            <a:r>
              <a:rPr lang="en-US" altLang="zh-CN" sz="1000" dirty="0">
                <a:solidFill>
                  <a:srgbClr val="2F2F2F"/>
                </a:solidFill>
              </a:rPr>
              <a:t>iSlide【</a:t>
            </a:r>
            <a:r>
              <a:rPr lang="zh-CN" altLang="en-US" sz="1000" dirty="0">
                <a:solidFill>
                  <a:srgbClr val="2F2F2F"/>
                </a:solidFill>
              </a:rPr>
              <a:t>插图库</a:t>
            </a:r>
            <a:r>
              <a:rPr lang="en-US" altLang="zh-CN" sz="1000" dirty="0">
                <a:solidFill>
                  <a:srgbClr val="2F2F2F"/>
                </a:solidFill>
              </a:rPr>
              <a:t>】</a:t>
            </a:r>
            <a:r>
              <a:rPr lang="zh-CN" altLang="en-US" sz="1000" dirty="0">
                <a:solidFill>
                  <a:srgbClr val="2F2F2F"/>
                </a:solidFill>
              </a:rPr>
              <a:t>中的插图替换</a:t>
            </a:r>
            <a:endParaRPr lang="en-US" altLang="zh-CN" sz="1000" dirty="0">
              <a:solidFill>
                <a:srgbClr val="2F2F2F"/>
              </a:solidFill>
            </a:endParaRPr>
          </a:p>
          <a:p>
            <a:r>
              <a:rPr lang="en-US" altLang="zh-CN" sz="1000" dirty="0">
                <a:solidFill>
                  <a:srgbClr val="2F2F2F"/>
                </a:solidFill>
              </a:rPr>
              <a:t>Click the target vector in iSlide </a:t>
            </a:r>
            <a:r>
              <a:rPr lang="en-US" altLang="zh-CN" sz="1000">
                <a:solidFill>
                  <a:srgbClr val="2F2F2F"/>
                </a:solidFill>
              </a:rPr>
              <a:t>“Vector</a:t>
            </a:r>
            <a:r>
              <a:rPr lang="en-US" altLang="zh-CN" sz="100">
                <a:solidFill>
                  <a:srgbClr val="2F2F2F"/>
                </a:solidFill>
              </a:rPr>
              <a:t> </a:t>
            </a:r>
            <a:r>
              <a:rPr lang="en-US" altLang="zh-CN" sz="1000">
                <a:solidFill>
                  <a:srgbClr val="2F2F2F"/>
                </a:solidFill>
              </a:rPr>
              <a:t> </a:t>
            </a:r>
            <a:r>
              <a:rPr lang="en-US" altLang="zh-CN" sz="1000" dirty="0">
                <a:solidFill>
                  <a:srgbClr val="2F2F2F"/>
                </a:solidFill>
              </a:rPr>
              <a:t>Library” to insert it into the diagram</a:t>
            </a:r>
            <a:endParaRPr lang="zh-CN" altLang="en-US" sz="1000" dirty="0">
              <a:solidFill>
                <a:srgbClr val="2F2F2F"/>
              </a:solidFill>
            </a:endParaRPr>
          </a:p>
        </p:txBody>
      </p:sp>
      <p:sp>
        <p:nvSpPr>
          <p:cNvPr id="614" name="椭圆 613"/>
          <p:cNvSpPr/>
          <p:nvPr/>
        </p:nvSpPr>
        <p:spPr>
          <a:xfrm>
            <a:off x="4595244" y="5526315"/>
            <a:ext cx="276343" cy="276343"/>
          </a:xfrm>
          <a:prstGeom prst="ellipse">
            <a:avLst/>
          </a:prstGeom>
          <a:solidFill>
            <a:srgbClr val="2F2F2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t>2</a:t>
            </a:r>
            <a:endParaRPr lang="zh-CN" altLang="en-US" sz="1200" dirty="0"/>
          </a:p>
        </p:txBody>
      </p:sp>
      <p:sp>
        <p:nvSpPr>
          <p:cNvPr id="891" name="Right Arrow 751"/>
          <p:cNvSpPr/>
          <p:nvPr/>
        </p:nvSpPr>
        <p:spPr>
          <a:xfrm>
            <a:off x="7720845" y="3338119"/>
            <a:ext cx="174147" cy="156344"/>
          </a:xfrm>
          <a:custGeom>
            <a:avLst/>
            <a:gdLst>
              <a:gd name="T0" fmla="*/ 4048 w 6714"/>
              <a:gd name="T1" fmla="*/ 194 h 6036"/>
              <a:gd name="T2" fmla="*/ 3696 w 6714"/>
              <a:gd name="T3" fmla="*/ 340 h 6036"/>
              <a:gd name="T4" fmla="*/ 3696 w 6714"/>
              <a:gd name="T5" fmla="*/ 1283 h 6036"/>
              <a:gd name="T6" fmla="*/ 199 w 6714"/>
              <a:gd name="T7" fmla="*/ 1283 h 6036"/>
              <a:gd name="T8" fmla="*/ 0 w 6714"/>
              <a:gd name="T9" fmla="*/ 1482 h 6036"/>
              <a:gd name="T10" fmla="*/ 0 w 6714"/>
              <a:gd name="T11" fmla="*/ 4553 h 6036"/>
              <a:gd name="T12" fmla="*/ 199 w 6714"/>
              <a:gd name="T13" fmla="*/ 4752 h 6036"/>
              <a:gd name="T14" fmla="*/ 3696 w 6714"/>
              <a:gd name="T15" fmla="*/ 4752 h 6036"/>
              <a:gd name="T16" fmla="*/ 3696 w 6714"/>
              <a:gd name="T17" fmla="*/ 5696 h 6036"/>
              <a:gd name="T18" fmla="*/ 4048 w 6714"/>
              <a:gd name="T19" fmla="*/ 5842 h 6036"/>
              <a:gd name="T20" fmla="*/ 6520 w 6714"/>
              <a:gd name="T21" fmla="*/ 3369 h 6036"/>
              <a:gd name="T22" fmla="*/ 6520 w 6714"/>
              <a:gd name="T23" fmla="*/ 2666 h 6036"/>
              <a:gd name="T24" fmla="*/ 4048 w 6714"/>
              <a:gd name="T25" fmla="*/ 194 h 60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714" h="6036">
                <a:moveTo>
                  <a:pt x="4048" y="194"/>
                </a:moveTo>
                <a:cubicBezTo>
                  <a:pt x="3853" y="0"/>
                  <a:pt x="3696" y="65"/>
                  <a:pt x="3696" y="340"/>
                </a:cubicBezTo>
                <a:lnTo>
                  <a:pt x="3696" y="1283"/>
                </a:lnTo>
                <a:lnTo>
                  <a:pt x="199" y="1283"/>
                </a:lnTo>
                <a:cubicBezTo>
                  <a:pt x="89" y="1283"/>
                  <a:pt x="0" y="1372"/>
                  <a:pt x="0" y="1482"/>
                </a:cubicBezTo>
                <a:lnTo>
                  <a:pt x="0" y="4553"/>
                </a:lnTo>
                <a:cubicBezTo>
                  <a:pt x="0" y="4663"/>
                  <a:pt x="89" y="4752"/>
                  <a:pt x="199" y="4752"/>
                </a:cubicBezTo>
                <a:lnTo>
                  <a:pt x="3696" y="4752"/>
                </a:lnTo>
                <a:lnTo>
                  <a:pt x="3696" y="5696"/>
                </a:lnTo>
                <a:cubicBezTo>
                  <a:pt x="3696" y="5971"/>
                  <a:pt x="3853" y="6036"/>
                  <a:pt x="4048" y="5842"/>
                </a:cubicBezTo>
                <a:lnTo>
                  <a:pt x="6520" y="3369"/>
                </a:lnTo>
                <a:cubicBezTo>
                  <a:pt x="6714" y="3175"/>
                  <a:pt x="6714" y="2860"/>
                  <a:pt x="6520" y="2666"/>
                </a:cubicBezTo>
                <a:lnTo>
                  <a:pt x="4048" y="194"/>
                </a:lnTo>
                <a:close/>
              </a:path>
            </a:pathLst>
          </a:custGeom>
          <a:solidFill>
            <a:srgbClr val="867B9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753" name="文本框 752"/>
          <p:cNvSpPr txBox="1"/>
          <p:nvPr/>
        </p:nvSpPr>
        <p:spPr>
          <a:xfrm>
            <a:off x="8346455" y="5464436"/>
            <a:ext cx="3174039" cy="400110"/>
          </a:xfrm>
          <a:prstGeom prst="rect">
            <a:avLst/>
          </a:prstGeom>
          <a:noFill/>
        </p:spPr>
        <p:txBody>
          <a:bodyPr wrap="square" rtlCol="0" anchor="ctr">
            <a:spAutoFit/>
          </a:bodyPr>
          <a:lstStyle/>
          <a:p>
            <a:r>
              <a:rPr lang="zh-CN" altLang="en-US" sz="1000" dirty="0">
                <a:solidFill>
                  <a:srgbClr val="2F2F2F"/>
                </a:solidFill>
              </a:rPr>
              <a:t>替换成功</a:t>
            </a:r>
            <a:endParaRPr lang="en-US" altLang="zh-CN" sz="1000" dirty="0">
              <a:solidFill>
                <a:srgbClr val="2F2F2F"/>
              </a:solidFill>
            </a:endParaRPr>
          </a:p>
          <a:p>
            <a:r>
              <a:rPr lang="en-US" altLang="zh-CN" sz="100">
                <a:solidFill>
                  <a:srgbClr val="2F2F2F"/>
                </a:solidFill>
              </a:rPr>
              <a:t> </a:t>
            </a:r>
            <a:r>
              <a:rPr lang="en-US" altLang="zh-CN" sz="1000">
                <a:solidFill>
                  <a:srgbClr val="2F2F2F"/>
                </a:solidFill>
              </a:rPr>
              <a:t>Done</a:t>
            </a:r>
            <a:endParaRPr lang="zh-CN" altLang="en-US" sz="1000" dirty="0">
              <a:solidFill>
                <a:srgbClr val="2F2F2F"/>
              </a:solidFill>
            </a:endParaRPr>
          </a:p>
        </p:txBody>
      </p:sp>
      <p:sp>
        <p:nvSpPr>
          <p:cNvPr id="754" name="椭圆 753"/>
          <p:cNvSpPr/>
          <p:nvPr/>
        </p:nvSpPr>
        <p:spPr>
          <a:xfrm>
            <a:off x="8024992" y="5526321"/>
            <a:ext cx="276343" cy="276343"/>
          </a:xfrm>
          <a:prstGeom prst="ellipse">
            <a:avLst/>
          </a:prstGeom>
          <a:solidFill>
            <a:srgbClr val="2F2F2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t>3</a:t>
            </a:r>
            <a:endParaRPr lang="zh-CN" altLang="en-US" sz="1200" dirty="0"/>
          </a:p>
        </p:txBody>
      </p:sp>
      <p:grpSp>
        <p:nvGrpSpPr>
          <p:cNvPr id="13" name="组合 12"/>
          <p:cNvGrpSpPr/>
          <p:nvPr/>
        </p:nvGrpSpPr>
        <p:grpSpPr>
          <a:xfrm>
            <a:off x="4588450" y="1963867"/>
            <a:ext cx="3002400" cy="3200416"/>
            <a:chOff x="4595239" y="1963866"/>
            <a:chExt cx="3002400" cy="3200416"/>
          </a:xfrm>
        </p:grpSpPr>
        <p:sp>
          <p:nvSpPr>
            <p:cNvPr id="302" name="矩形 301"/>
            <p:cNvSpPr/>
            <p:nvPr/>
          </p:nvSpPr>
          <p:spPr>
            <a:xfrm>
              <a:off x="4595239" y="1963866"/>
              <a:ext cx="3002400" cy="3002400"/>
            </a:xfrm>
            <a:prstGeom prst="rect">
              <a:avLst/>
            </a:prstGeom>
            <a:gradFill>
              <a:gsLst>
                <a:gs pos="80000">
                  <a:schemeClr val="bg1"/>
                </a:gs>
                <a:gs pos="100000">
                  <a:schemeClr val="bg1">
                    <a:alpha val="0"/>
                  </a:schemeClr>
                </a:gs>
              </a:gsLst>
              <a:lin ang="5400000" scaled="1"/>
            </a:gradFill>
            <a:ln w="9525">
              <a:noFill/>
            </a:ln>
            <a:effectLst>
              <a:outerShdw blurRad="63500" sx="102000" sy="102000" algn="ctr" rotWithShape="0">
                <a:srgbClr val="E7E5EA">
                  <a:alpha val="5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grpSp>
          <p:nvGrpSpPr>
            <p:cNvPr id="153" name="组合 152"/>
            <p:cNvGrpSpPr/>
            <p:nvPr/>
          </p:nvGrpSpPr>
          <p:grpSpPr>
            <a:xfrm>
              <a:off x="4706067" y="2686508"/>
              <a:ext cx="2780745" cy="2477774"/>
              <a:chOff x="5543523" y="3950927"/>
              <a:chExt cx="2485245" cy="2214470"/>
            </a:xfrm>
            <a:solidFill>
              <a:srgbClr val="E7E5EA"/>
            </a:solidFill>
          </p:grpSpPr>
          <p:sp>
            <p:nvSpPr>
              <p:cNvPr id="154" name="矩形: 圆角 153"/>
              <p:cNvSpPr>
                <a:spLocks noChangeAspect="1"/>
              </p:cNvSpPr>
              <p:nvPr/>
            </p:nvSpPr>
            <p:spPr>
              <a:xfrm>
                <a:off x="5543523" y="3950927"/>
                <a:ext cx="1189177" cy="668912"/>
              </a:xfrm>
              <a:prstGeom prst="roundRect">
                <a:avLst>
                  <a:gd name="adj" fmla="val 4418"/>
                </a:avLst>
              </a:pr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155" name="矩形: 圆角 154"/>
              <p:cNvSpPr>
                <a:spLocks noChangeAspect="1"/>
              </p:cNvSpPr>
              <p:nvPr/>
            </p:nvSpPr>
            <p:spPr>
              <a:xfrm>
                <a:off x="5543523" y="4723706"/>
                <a:ext cx="1189177" cy="668912"/>
              </a:xfrm>
              <a:prstGeom prst="roundRect">
                <a:avLst>
                  <a:gd name="adj" fmla="val 4418"/>
                </a:avLst>
              </a:pr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156" name="矩形: 圆角 155"/>
              <p:cNvSpPr>
                <a:spLocks noChangeAspect="1"/>
              </p:cNvSpPr>
              <p:nvPr/>
            </p:nvSpPr>
            <p:spPr>
              <a:xfrm>
                <a:off x="5543523" y="5496485"/>
                <a:ext cx="1189177" cy="668912"/>
              </a:xfrm>
              <a:prstGeom prst="roundRect">
                <a:avLst>
                  <a:gd name="adj" fmla="val 4418"/>
                </a:avLst>
              </a:prstGeom>
              <a:gradFill>
                <a:gsLst>
                  <a:gs pos="0">
                    <a:srgbClr val="E7E5EA"/>
                  </a:gs>
                  <a:gs pos="62000">
                    <a:srgbClr val="E7E5EA">
                      <a:alpha val="0"/>
                    </a:srgbClr>
                  </a:gs>
                </a:gsLst>
                <a:lin ang="5400000" scaled="1"/>
              </a:gra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157" name="矩形: 圆角 156"/>
              <p:cNvSpPr>
                <a:spLocks noChangeAspect="1"/>
              </p:cNvSpPr>
              <p:nvPr/>
            </p:nvSpPr>
            <p:spPr>
              <a:xfrm>
                <a:off x="6839591" y="5496485"/>
                <a:ext cx="1189177" cy="668912"/>
              </a:xfrm>
              <a:prstGeom prst="roundRect">
                <a:avLst>
                  <a:gd name="adj" fmla="val 4418"/>
                </a:avLst>
              </a:prstGeom>
              <a:gradFill>
                <a:gsLst>
                  <a:gs pos="0">
                    <a:srgbClr val="E7E5EA"/>
                  </a:gs>
                  <a:gs pos="62000">
                    <a:srgbClr val="E7E5EA">
                      <a:alpha val="0"/>
                    </a:srgbClr>
                  </a:gs>
                </a:gsLst>
                <a:lin ang="5400000" scaled="1"/>
              </a:gra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158" name="矩形: 圆角 157"/>
              <p:cNvSpPr>
                <a:spLocks noChangeAspect="1"/>
              </p:cNvSpPr>
              <p:nvPr/>
            </p:nvSpPr>
            <p:spPr>
              <a:xfrm>
                <a:off x="6839591" y="4723706"/>
                <a:ext cx="1189177" cy="668912"/>
              </a:xfrm>
              <a:prstGeom prst="roundRect">
                <a:avLst>
                  <a:gd name="adj" fmla="val 4418"/>
                </a:avLst>
              </a:pr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160" name="矩形: 圆角 159"/>
              <p:cNvSpPr>
                <a:spLocks noChangeAspect="1"/>
              </p:cNvSpPr>
              <p:nvPr/>
            </p:nvSpPr>
            <p:spPr>
              <a:xfrm>
                <a:off x="6839591" y="3950927"/>
                <a:ext cx="1189177" cy="668912"/>
              </a:xfrm>
              <a:prstGeom prst="roundRect">
                <a:avLst>
                  <a:gd name="adj" fmla="val 4418"/>
                </a:avLst>
              </a:prstGeom>
              <a:noFill/>
              <a:ln w="19050">
                <a:solidFill>
                  <a:srgbClr val="F7343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grpSp>
        <p:grpSp>
          <p:nvGrpSpPr>
            <p:cNvPr id="5" name="组合 4"/>
            <p:cNvGrpSpPr/>
            <p:nvPr/>
          </p:nvGrpSpPr>
          <p:grpSpPr>
            <a:xfrm>
              <a:off x="4595239" y="1963866"/>
              <a:ext cx="3002400" cy="320240"/>
              <a:chOff x="8616223" y="1963866"/>
              <a:chExt cx="3002400" cy="320240"/>
            </a:xfrm>
          </p:grpSpPr>
          <p:sp>
            <p:nvSpPr>
              <p:cNvPr id="304" name="矩形 303"/>
              <p:cNvSpPr/>
              <p:nvPr/>
            </p:nvSpPr>
            <p:spPr>
              <a:xfrm>
                <a:off x="8616223" y="1963866"/>
                <a:ext cx="3002400" cy="320240"/>
              </a:xfrm>
              <a:prstGeom prst="rect">
                <a:avLst/>
              </a:prstGeom>
              <a:solidFill>
                <a:srgbClr val="B4B4B4"/>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dirty="0"/>
              </a:p>
            </p:txBody>
          </p:sp>
          <p:sp>
            <p:nvSpPr>
              <p:cNvPr id="306" name="Multiply 213"/>
              <p:cNvSpPr>
                <a:spLocks noChangeAspect="1"/>
              </p:cNvSpPr>
              <p:nvPr/>
            </p:nvSpPr>
            <p:spPr>
              <a:xfrm>
                <a:off x="11404732" y="2067944"/>
                <a:ext cx="112084" cy="112084"/>
              </a:xfrm>
              <a:custGeom>
                <a:avLst/>
                <a:gdLst>
                  <a:gd name="T0" fmla="*/ 11040 w 11360"/>
                  <a:gd name="T1" fmla="*/ 320 h 11360"/>
                  <a:gd name="T2" fmla="*/ 11040 w 11360"/>
                  <a:gd name="T3" fmla="*/ 1360 h 11360"/>
                  <a:gd name="T4" fmla="*/ 6720 w 11360"/>
                  <a:gd name="T5" fmla="*/ 5680 h 11360"/>
                  <a:gd name="T6" fmla="*/ 11040 w 11360"/>
                  <a:gd name="T7" fmla="*/ 10000 h 11360"/>
                  <a:gd name="T8" fmla="*/ 11040 w 11360"/>
                  <a:gd name="T9" fmla="*/ 11040 h 11360"/>
                  <a:gd name="T10" fmla="*/ 10000 w 11360"/>
                  <a:gd name="T11" fmla="*/ 11040 h 11360"/>
                  <a:gd name="T12" fmla="*/ 5680 w 11360"/>
                  <a:gd name="T13" fmla="*/ 6720 h 11360"/>
                  <a:gd name="T14" fmla="*/ 1360 w 11360"/>
                  <a:gd name="T15" fmla="*/ 11040 h 11360"/>
                  <a:gd name="T16" fmla="*/ 320 w 11360"/>
                  <a:gd name="T17" fmla="*/ 11040 h 11360"/>
                  <a:gd name="T18" fmla="*/ 320 w 11360"/>
                  <a:gd name="T19" fmla="*/ 10000 h 11360"/>
                  <a:gd name="T20" fmla="*/ 4640 w 11360"/>
                  <a:gd name="T21" fmla="*/ 5680 h 11360"/>
                  <a:gd name="T22" fmla="*/ 320 w 11360"/>
                  <a:gd name="T23" fmla="*/ 1360 h 11360"/>
                  <a:gd name="T24" fmla="*/ 320 w 11360"/>
                  <a:gd name="T25" fmla="*/ 320 h 11360"/>
                  <a:gd name="T26" fmla="*/ 1360 w 11360"/>
                  <a:gd name="T27" fmla="*/ 320 h 11360"/>
                  <a:gd name="T28" fmla="*/ 5680 w 11360"/>
                  <a:gd name="T29" fmla="*/ 4640 h 11360"/>
                  <a:gd name="T30" fmla="*/ 10000 w 11360"/>
                  <a:gd name="T31" fmla="*/ 320 h 11360"/>
                  <a:gd name="T32" fmla="*/ 11040 w 11360"/>
                  <a:gd name="T33" fmla="*/ 320 h 113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1360" h="11360">
                    <a:moveTo>
                      <a:pt x="11040" y="320"/>
                    </a:moveTo>
                    <a:cubicBezTo>
                      <a:pt x="11360" y="640"/>
                      <a:pt x="11360" y="1120"/>
                      <a:pt x="11040" y="1360"/>
                    </a:cubicBezTo>
                    <a:lnTo>
                      <a:pt x="6720" y="5680"/>
                    </a:lnTo>
                    <a:lnTo>
                      <a:pt x="11040" y="10000"/>
                    </a:lnTo>
                    <a:cubicBezTo>
                      <a:pt x="11360" y="10320"/>
                      <a:pt x="11360" y="10800"/>
                      <a:pt x="11040" y="11040"/>
                    </a:cubicBezTo>
                    <a:cubicBezTo>
                      <a:pt x="10720" y="11360"/>
                      <a:pt x="10240" y="11360"/>
                      <a:pt x="10000" y="11040"/>
                    </a:cubicBezTo>
                    <a:lnTo>
                      <a:pt x="5680" y="6720"/>
                    </a:lnTo>
                    <a:lnTo>
                      <a:pt x="1360" y="11040"/>
                    </a:lnTo>
                    <a:cubicBezTo>
                      <a:pt x="1040" y="11360"/>
                      <a:pt x="560" y="11360"/>
                      <a:pt x="320" y="11040"/>
                    </a:cubicBezTo>
                    <a:cubicBezTo>
                      <a:pt x="0" y="10720"/>
                      <a:pt x="0" y="10240"/>
                      <a:pt x="320" y="10000"/>
                    </a:cubicBezTo>
                    <a:lnTo>
                      <a:pt x="4640" y="5680"/>
                    </a:lnTo>
                    <a:lnTo>
                      <a:pt x="320" y="1360"/>
                    </a:lnTo>
                    <a:cubicBezTo>
                      <a:pt x="0" y="1040"/>
                      <a:pt x="0" y="560"/>
                      <a:pt x="320" y="320"/>
                    </a:cubicBezTo>
                    <a:cubicBezTo>
                      <a:pt x="640" y="80"/>
                      <a:pt x="1120" y="0"/>
                      <a:pt x="1360" y="320"/>
                    </a:cubicBezTo>
                    <a:lnTo>
                      <a:pt x="5680" y="4640"/>
                    </a:lnTo>
                    <a:lnTo>
                      <a:pt x="10000" y="320"/>
                    </a:lnTo>
                    <a:cubicBezTo>
                      <a:pt x="10240" y="0"/>
                      <a:pt x="10800" y="0"/>
                      <a:pt x="11040" y="320"/>
                    </a:cubicBezTo>
                    <a:close/>
                  </a:path>
                </a:pathLst>
              </a:custGeom>
              <a:solidFill>
                <a:schemeClr val="bg1"/>
              </a:solidFill>
              <a:ln w="12700" cap="flat" cmpd="sng" algn="ctr">
                <a:noFill/>
                <a:prstDash val="solid"/>
                <a:miter lim="800000"/>
              </a:ln>
              <a:effectLst/>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defTabSz="914400">
                  <a:defRPr/>
                </a:pPr>
                <a:endParaRPr lang="zh-CN" altLang="en-US" kern="0">
                  <a:solidFill>
                    <a:srgbClr val="FFFFFF"/>
                  </a:solidFill>
                  <a:latin typeface="Arial" panose="020B0604020202020204"/>
                  <a:ea typeface="微软雅黑" panose="020B0503020204020204" charset="-122"/>
                </a:endParaRPr>
              </a:p>
            </p:txBody>
          </p:sp>
        </p:grpSp>
        <p:sp>
          <p:nvSpPr>
            <p:cNvPr id="332" name="矩形 331"/>
            <p:cNvSpPr/>
            <p:nvPr/>
          </p:nvSpPr>
          <p:spPr>
            <a:xfrm>
              <a:off x="4715292" y="2038873"/>
              <a:ext cx="1548011" cy="153888"/>
            </a:xfrm>
            <a:prstGeom prst="rect">
              <a:avLst/>
            </a:prstGeom>
          </p:spPr>
          <p:txBody>
            <a:bodyPr wrap="square"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914400">
                <a:defRPr/>
              </a:pPr>
              <a:r>
                <a:rPr lang="zh-CN" altLang="en-US" sz="1000" kern="0" dirty="0">
                  <a:solidFill>
                    <a:srgbClr val="FFFFFF"/>
                  </a:solidFill>
                </a:rPr>
                <a:t>插图库 </a:t>
              </a:r>
              <a:r>
                <a:rPr lang="en-US" altLang="zh-CN" sz="1000" kern="0">
                  <a:solidFill>
                    <a:srgbClr val="FFFFFF"/>
                  </a:solidFill>
                </a:rPr>
                <a:t>/ Vector</a:t>
              </a:r>
              <a:r>
                <a:rPr lang="en-US" altLang="zh-CN" sz="100" kern="0">
                  <a:solidFill>
                    <a:srgbClr val="FFFFFF"/>
                  </a:solidFill>
                </a:rPr>
                <a:t> </a:t>
              </a:r>
              <a:r>
                <a:rPr lang="en-US" altLang="zh-CN" sz="1000" kern="0">
                  <a:solidFill>
                    <a:srgbClr val="FFFFFF"/>
                  </a:solidFill>
                </a:rPr>
                <a:t> </a:t>
              </a:r>
              <a:r>
                <a:rPr lang="en-US" altLang="zh-CN" sz="1000" kern="0" dirty="0">
                  <a:solidFill>
                    <a:srgbClr val="FFFFFF"/>
                  </a:solidFill>
                </a:rPr>
                <a:t>Library</a:t>
              </a:r>
              <a:endParaRPr lang="zh-CN" altLang="en-US" sz="1000" kern="0" dirty="0">
                <a:solidFill>
                  <a:srgbClr val="FFFFFF"/>
                </a:solidFill>
              </a:endParaRPr>
            </a:p>
          </p:txBody>
        </p:sp>
        <p:grpSp>
          <p:nvGrpSpPr>
            <p:cNvPr id="335" name="组合 334"/>
            <p:cNvGrpSpPr/>
            <p:nvPr/>
          </p:nvGrpSpPr>
          <p:grpSpPr>
            <a:xfrm>
              <a:off x="4715293" y="2404041"/>
              <a:ext cx="1638861" cy="160073"/>
              <a:chOff x="4248155" y="2141651"/>
              <a:chExt cx="1474301" cy="144000"/>
            </a:xfrm>
            <a:solidFill>
              <a:srgbClr val="E7E5EA"/>
            </a:solidFill>
          </p:grpSpPr>
          <p:sp>
            <p:nvSpPr>
              <p:cNvPr id="489" name="矩形 488"/>
              <p:cNvSpPr/>
              <p:nvPr/>
            </p:nvSpPr>
            <p:spPr>
              <a:xfrm>
                <a:off x="4248155" y="2141651"/>
                <a:ext cx="288000" cy="144000"/>
              </a:xfrm>
              <a:prstGeom prst="rect">
                <a:avLst/>
              </a:prstGeom>
              <a:solidFill>
                <a:srgbClr val="F0EE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490" name="矩形 489"/>
              <p:cNvSpPr/>
              <p:nvPr/>
            </p:nvSpPr>
            <p:spPr>
              <a:xfrm>
                <a:off x="4648245" y="2141651"/>
                <a:ext cx="288000" cy="144000"/>
              </a:xfrm>
              <a:prstGeom prst="rect">
                <a:avLst/>
              </a:prstGeom>
              <a:solidFill>
                <a:srgbClr val="F0EE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491" name="矩形 490"/>
              <p:cNvSpPr/>
              <p:nvPr/>
            </p:nvSpPr>
            <p:spPr>
              <a:xfrm>
                <a:off x="5044245" y="2141651"/>
                <a:ext cx="288000" cy="144000"/>
              </a:xfrm>
              <a:prstGeom prst="rect">
                <a:avLst/>
              </a:prstGeom>
              <a:solidFill>
                <a:srgbClr val="F0EE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dirty="0"/>
              </a:p>
            </p:txBody>
          </p:sp>
          <p:sp>
            <p:nvSpPr>
              <p:cNvPr id="495" name="矩形 494"/>
              <p:cNvSpPr/>
              <p:nvPr/>
            </p:nvSpPr>
            <p:spPr>
              <a:xfrm>
                <a:off x="5434456" y="2141651"/>
                <a:ext cx="288000" cy="144000"/>
              </a:xfrm>
              <a:prstGeom prst="rect">
                <a:avLst/>
              </a:prstGeom>
              <a:solidFill>
                <a:srgbClr val="F0EE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dirty="0"/>
              </a:p>
            </p:txBody>
          </p:sp>
        </p:grpSp>
        <p:grpSp>
          <p:nvGrpSpPr>
            <p:cNvPr id="336" name="组合 335"/>
            <p:cNvGrpSpPr/>
            <p:nvPr/>
          </p:nvGrpSpPr>
          <p:grpSpPr>
            <a:xfrm>
              <a:off x="6715511" y="2404041"/>
              <a:ext cx="761195" cy="160073"/>
              <a:chOff x="6047529" y="2141651"/>
              <a:chExt cx="684762" cy="144000"/>
            </a:xfrm>
            <a:solidFill>
              <a:srgbClr val="E7E5EA"/>
            </a:solidFill>
          </p:grpSpPr>
          <p:sp>
            <p:nvSpPr>
              <p:cNvPr id="487" name="矩形 486"/>
              <p:cNvSpPr/>
              <p:nvPr/>
            </p:nvSpPr>
            <p:spPr>
              <a:xfrm>
                <a:off x="6047529" y="2141651"/>
                <a:ext cx="288000" cy="144000"/>
              </a:xfrm>
              <a:prstGeom prst="rect">
                <a:avLst/>
              </a:prstGeom>
              <a:solidFill>
                <a:srgbClr val="F0EE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488" name="矩形 487"/>
              <p:cNvSpPr/>
              <p:nvPr/>
            </p:nvSpPr>
            <p:spPr>
              <a:xfrm>
                <a:off x="6444291" y="2141651"/>
                <a:ext cx="288000" cy="144000"/>
              </a:xfrm>
              <a:prstGeom prst="rect">
                <a:avLst/>
              </a:prstGeom>
              <a:solidFill>
                <a:srgbClr val="F0EE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grpSp>
        <p:pic>
          <p:nvPicPr>
            <p:cNvPr id="3" name="图形 2"/>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a:xfrm>
              <a:off x="6354959" y="2791001"/>
              <a:ext cx="921528" cy="557932"/>
            </a:xfrm>
            <a:prstGeom prst="rect">
              <a:avLst/>
            </a:prstGeom>
          </p:spPr>
        </p:pic>
      </p:grpSp>
      <p:grpSp>
        <p:nvGrpSpPr>
          <p:cNvPr id="7" name="组合 6"/>
          <p:cNvGrpSpPr/>
          <p:nvPr/>
        </p:nvGrpSpPr>
        <p:grpSpPr>
          <a:xfrm>
            <a:off x="8024987" y="1959178"/>
            <a:ext cx="3493913" cy="2403813"/>
            <a:chOff x="8024986" y="1959176"/>
            <a:chExt cx="3493913" cy="2403813"/>
          </a:xfrm>
        </p:grpSpPr>
        <p:grpSp>
          <p:nvGrpSpPr>
            <p:cNvPr id="228" name="组合 227"/>
            <p:cNvGrpSpPr/>
            <p:nvPr/>
          </p:nvGrpSpPr>
          <p:grpSpPr>
            <a:xfrm>
              <a:off x="8024986" y="1959176"/>
              <a:ext cx="3493913" cy="2403813"/>
              <a:chOff x="8024986" y="1959176"/>
              <a:chExt cx="3493913" cy="2403813"/>
            </a:xfrm>
          </p:grpSpPr>
          <p:sp>
            <p:nvSpPr>
              <p:cNvPr id="229" name="Freeform 6"/>
              <p:cNvSpPr/>
              <p:nvPr/>
            </p:nvSpPr>
            <p:spPr bwMode="auto">
              <a:xfrm>
                <a:off x="8024986" y="1959176"/>
                <a:ext cx="3493913" cy="2403813"/>
              </a:xfrm>
              <a:prstGeom prst="rect">
                <a:avLst/>
              </a:prstGeom>
              <a:gradFill>
                <a:gsLst>
                  <a:gs pos="83000">
                    <a:schemeClr val="bg1"/>
                  </a:gs>
                  <a:gs pos="100000">
                    <a:schemeClr val="bg1">
                      <a:alpha val="0"/>
                    </a:schemeClr>
                  </a:gs>
                </a:gsLst>
                <a:lin ang="5400000" scaled="1"/>
              </a:gradFill>
              <a:ln w="9525">
                <a:noFill/>
                <a:round/>
              </a:ln>
              <a:effectLst>
                <a:outerShdw blurRad="63500" sx="102000" sy="102000" algn="ctr" rotWithShape="0">
                  <a:srgbClr val="E7E5EA">
                    <a:alpha val="50000"/>
                  </a:srgbClr>
                </a:outerShdw>
              </a:effectLst>
            </p:spPr>
            <p:txBody>
              <a:bodyPr vert="horz" wrap="square" lIns="91440" tIns="45720" rIns="91440" bIns="45720" numCol="1" anchor="t" anchorCtr="0" compatLnSpc="1"/>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230" name="矩形: 圆角 229"/>
              <p:cNvSpPr>
                <a:spLocks noChangeAspect="1"/>
              </p:cNvSpPr>
              <p:nvPr/>
            </p:nvSpPr>
            <p:spPr>
              <a:xfrm>
                <a:off x="8162338" y="2742993"/>
                <a:ext cx="526366" cy="310957"/>
              </a:xfrm>
              <a:prstGeom prst="roundRect">
                <a:avLst>
                  <a:gd name="adj" fmla="val 4418"/>
                </a:avLst>
              </a:prstGeom>
              <a:solidFill>
                <a:srgbClr val="F0EEF2"/>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231" name="Rectangle 8"/>
              <p:cNvSpPr>
                <a:spLocks noChangeArrowheads="1"/>
              </p:cNvSpPr>
              <p:nvPr/>
            </p:nvSpPr>
            <p:spPr bwMode="auto">
              <a:xfrm>
                <a:off x="8162340" y="2228518"/>
                <a:ext cx="3240163" cy="311711"/>
              </a:xfrm>
              <a:prstGeom prst="rect">
                <a:avLst/>
              </a:prstGeom>
              <a:solidFill>
                <a:srgbClr val="F0EEF2"/>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232" name="Rectangle 9"/>
              <p:cNvSpPr>
                <a:spLocks noChangeArrowheads="1"/>
              </p:cNvSpPr>
              <p:nvPr/>
            </p:nvSpPr>
            <p:spPr bwMode="auto">
              <a:xfrm>
                <a:off x="8162340" y="2228518"/>
                <a:ext cx="3240163" cy="181579"/>
              </a:xfrm>
              <a:prstGeom prst="rect">
                <a:avLst/>
              </a:prstGeom>
              <a:solidFill>
                <a:srgbClr val="B4B4B4"/>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dirty="0"/>
              </a:p>
            </p:txBody>
          </p:sp>
          <p:sp>
            <p:nvSpPr>
              <p:cNvPr id="233" name="Oval 14"/>
              <p:cNvSpPr>
                <a:spLocks noChangeArrowheads="1"/>
              </p:cNvSpPr>
              <p:nvPr/>
            </p:nvSpPr>
            <p:spPr bwMode="auto">
              <a:xfrm>
                <a:off x="8523496" y="2098386"/>
                <a:ext cx="59552" cy="62543"/>
              </a:xfrm>
              <a:prstGeom prst="ellipse">
                <a:avLst/>
              </a:prstGeom>
              <a:solidFill>
                <a:srgbClr val="F0EEF2"/>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234" name="Oval 15"/>
              <p:cNvSpPr>
                <a:spLocks noChangeArrowheads="1"/>
              </p:cNvSpPr>
              <p:nvPr/>
            </p:nvSpPr>
            <p:spPr bwMode="auto">
              <a:xfrm>
                <a:off x="8628193" y="2098386"/>
                <a:ext cx="60514" cy="62543"/>
              </a:xfrm>
              <a:prstGeom prst="ellipse">
                <a:avLst/>
              </a:prstGeom>
              <a:solidFill>
                <a:srgbClr val="F0EEF2"/>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235" name="Oval 16"/>
              <p:cNvSpPr>
                <a:spLocks noChangeArrowheads="1"/>
              </p:cNvSpPr>
              <p:nvPr/>
            </p:nvSpPr>
            <p:spPr bwMode="auto">
              <a:xfrm>
                <a:off x="8732889" y="2098386"/>
                <a:ext cx="60514" cy="62543"/>
              </a:xfrm>
              <a:prstGeom prst="ellipse">
                <a:avLst/>
              </a:prstGeom>
              <a:solidFill>
                <a:srgbClr val="F0EEF2"/>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237" name="Freeform 18"/>
              <p:cNvSpPr/>
              <p:nvPr/>
            </p:nvSpPr>
            <p:spPr bwMode="auto">
              <a:xfrm>
                <a:off x="8967257" y="2262817"/>
                <a:ext cx="505234" cy="164430"/>
              </a:xfrm>
              <a:custGeom>
                <a:avLst/>
                <a:gdLst>
                  <a:gd name="T0" fmla="*/ 520 w 547"/>
                  <a:gd name="T1" fmla="*/ 170 h 170"/>
                  <a:gd name="T2" fmla="*/ 27 w 547"/>
                  <a:gd name="T3" fmla="*/ 170 h 170"/>
                  <a:gd name="T4" fmla="*/ 0 w 547"/>
                  <a:gd name="T5" fmla="*/ 143 h 170"/>
                  <a:gd name="T6" fmla="*/ 0 w 547"/>
                  <a:gd name="T7" fmla="*/ 27 h 170"/>
                  <a:gd name="T8" fmla="*/ 27 w 547"/>
                  <a:gd name="T9" fmla="*/ 0 h 170"/>
                  <a:gd name="T10" fmla="*/ 520 w 547"/>
                  <a:gd name="T11" fmla="*/ 0 h 170"/>
                  <a:gd name="T12" fmla="*/ 547 w 547"/>
                  <a:gd name="T13" fmla="*/ 27 h 170"/>
                  <a:gd name="T14" fmla="*/ 547 w 547"/>
                  <a:gd name="T15" fmla="*/ 143 h 170"/>
                  <a:gd name="T16" fmla="*/ 520 w 547"/>
                  <a:gd name="T17" fmla="*/ 170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47" h="170">
                    <a:moveTo>
                      <a:pt x="520" y="170"/>
                    </a:moveTo>
                    <a:cubicBezTo>
                      <a:pt x="27" y="170"/>
                      <a:pt x="27" y="170"/>
                      <a:pt x="27" y="170"/>
                    </a:cubicBezTo>
                    <a:cubicBezTo>
                      <a:pt x="12" y="170"/>
                      <a:pt x="0" y="158"/>
                      <a:pt x="0" y="143"/>
                    </a:cubicBezTo>
                    <a:cubicBezTo>
                      <a:pt x="0" y="27"/>
                      <a:pt x="0" y="27"/>
                      <a:pt x="0" y="27"/>
                    </a:cubicBezTo>
                    <a:cubicBezTo>
                      <a:pt x="0" y="12"/>
                      <a:pt x="12" y="0"/>
                      <a:pt x="27" y="0"/>
                    </a:cubicBezTo>
                    <a:cubicBezTo>
                      <a:pt x="520" y="0"/>
                      <a:pt x="520" y="0"/>
                      <a:pt x="520" y="0"/>
                    </a:cubicBezTo>
                    <a:cubicBezTo>
                      <a:pt x="535" y="0"/>
                      <a:pt x="547" y="12"/>
                      <a:pt x="547" y="27"/>
                    </a:cubicBezTo>
                    <a:cubicBezTo>
                      <a:pt x="547" y="143"/>
                      <a:pt x="547" y="143"/>
                      <a:pt x="547" y="143"/>
                    </a:cubicBezTo>
                    <a:cubicBezTo>
                      <a:pt x="547" y="158"/>
                      <a:pt x="535" y="170"/>
                      <a:pt x="520" y="170"/>
                    </a:cubicBezTo>
                    <a:close/>
                  </a:path>
                </a:pathLst>
              </a:custGeom>
              <a:solidFill>
                <a:srgbClr val="F0EEF2"/>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238" name="Rectangle 19"/>
              <p:cNvSpPr>
                <a:spLocks noChangeArrowheads="1"/>
              </p:cNvSpPr>
              <p:nvPr/>
            </p:nvSpPr>
            <p:spPr bwMode="auto">
              <a:xfrm>
                <a:off x="9089243" y="2320316"/>
                <a:ext cx="243973" cy="49430"/>
              </a:xfrm>
              <a:prstGeom prst="rect">
                <a:avLst/>
              </a:prstGeom>
              <a:solidFill>
                <a:srgbClr val="CFCBD6"/>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239" name="Freeform 20"/>
              <p:cNvSpPr/>
              <p:nvPr/>
            </p:nvSpPr>
            <p:spPr bwMode="auto">
              <a:xfrm>
                <a:off x="8491798" y="2306193"/>
                <a:ext cx="232445" cy="49430"/>
              </a:xfrm>
              <a:custGeom>
                <a:avLst/>
                <a:gdLst>
                  <a:gd name="T0" fmla="*/ 227 w 251"/>
                  <a:gd name="T1" fmla="*/ 0 h 51"/>
                  <a:gd name="T2" fmla="*/ 24 w 251"/>
                  <a:gd name="T3" fmla="*/ 0 h 51"/>
                  <a:gd name="T4" fmla="*/ 0 w 251"/>
                  <a:gd name="T5" fmla="*/ 24 h 51"/>
                  <a:gd name="T6" fmla="*/ 0 w 251"/>
                  <a:gd name="T7" fmla="*/ 27 h 51"/>
                  <a:gd name="T8" fmla="*/ 24 w 251"/>
                  <a:gd name="T9" fmla="*/ 51 h 51"/>
                  <a:gd name="T10" fmla="*/ 227 w 251"/>
                  <a:gd name="T11" fmla="*/ 51 h 51"/>
                  <a:gd name="T12" fmla="*/ 251 w 251"/>
                  <a:gd name="T13" fmla="*/ 27 h 51"/>
                  <a:gd name="T14" fmla="*/ 251 w 251"/>
                  <a:gd name="T15" fmla="*/ 24 h 51"/>
                  <a:gd name="T16" fmla="*/ 227 w 251"/>
                  <a:gd name="T17"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1" h="51">
                    <a:moveTo>
                      <a:pt x="227" y="0"/>
                    </a:moveTo>
                    <a:cubicBezTo>
                      <a:pt x="24" y="0"/>
                      <a:pt x="24" y="0"/>
                      <a:pt x="24" y="0"/>
                    </a:cubicBezTo>
                    <a:cubicBezTo>
                      <a:pt x="11" y="0"/>
                      <a:pt x="0" y="11"/>
                      <a:pt x="0" y="24"/>
                    </a:cubicBezTo>
                    <a:cubicBezTo>
                      <a:pt x="0" y="27"/>
                      <a:pt x="0" y="27"/>
                      <a:pt x="0" y="27"/>
                    </a:cubicBezTo>
                    <a:cubicBezTo>
                      <a:pt x="0" y="41"/>
                      <a:pt x="11" y="51"/>
                      <a:pt x="24" y="51"/>
                    </a:cubicBezTo>
                    <a:cubicBezTo>
                      <a:pt x="227" y="51"/>
                      <a:pt x="227" y="51"/>
                      <a:pt x="227" y="51"/>
                    </a:cubicBezTo>
                    <a:cubicBezTo>
                      <a:pt x="240" y="51"/>
                      <a:pt x="251" y="41"/>
                      <a:pt x="251" y="27"/>
                    </a:cubicBezTo>
                    <a:cubicBezTo>
                      <a:pt x="251" y="24"/>
                      <a:pt x="251" y="24"/>
                      <a:pt x="251" y="24"/>
                    </a:cubicBezTo>
                    <a:cubicBezTo>
                      <a:pt x="251" y="11"/>
                      <a:pt x="240" y="0"/>
                      <a:pt x="227" y="0"/>
                    </a:cubicBezTo>
                  </a:path>
                </a:pathLst>
              </a:custGeom>
              <a:solidFill>
                <a:srgbClr val="EAECEF">
                  <a:alpha val="66000"/>
                </a:srgbClr>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40" name="Freeform 21"/>
              <p:cNvSpPr/>
              <p:nvPr/>
            </p:nvSpPr>
            <p:spPr bwMode="auto">
              <a:xfrm>
                <a:off x="9669398" y="2306193"/>
                <a:ext cx="231486" cy="49430"/>
              </a:xfrm>
              <a:custGeom>
                <a:avLst/>
                <a:gdLst>
                  <a:gd name="T0" fmla="*/ 226 w 250"/>
                  <a:gd name="T1" fmla="*/ 0 h 51"/>
                  <a:gd name="T2" fmla="*/ 24 w 250"/>
                  <a:gd name="T3" fmla="*/ 0 h 51"/>
                  <a:gd name="T4" fmla="*/ 0 w 250"/>
                  <a:gd name="T5" fmla="*/ 24 h 51"/>
                  <a:gd name="T6" fmla="*/ 0 w 250"/>
                  <a:gd name="T7" fmla="*/ 27 h 51"/>
                  <a:gd name="T8" fmla="*/ 24 w 250"/>
                  <a:gd name="T9" fmla="*/ 51 h 51"/>
                  <a:gd name="T10" fmla="*/ 226 w 250"/>
                  <a:gd name="T11" fmla="*/ 51 h 51"/>
                  <a:gd name="T12" fmla="*/ 250 w 250"/>
                  <a:gd name="T13" fmla="*/ 27 h 51"/>
                  <a:gd name="T14" fmla="*/ 250 w 250"/>
                  <a:gd name="T15" fmla="*/ 24 h 51"/>
                  <a:gd name="T16" fmla="*/ 226 w 250"/>
                  <a:gd name="T17"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0" h="51">
                    <a:moveTo>
                      <a:pt x="226" y="0"/>
                    </a:moveTo>
                    <a:cubicBezTo>
                      <a:pt x="24" y="0"/>
                      <a:pt x="24" y="0"/>
                      <a:pt x="24" y="0"/>
                    </a:cubicBezTo>
                    <a:cubicBezTo>
                      <a:pt x="10" y="0"/>
                      <a:pt x="0" y="11"/>
                      <a:pt x="0" y="24"/>
                    </a:cubicBezTo>
                    <a:cubicBezTo>
                      <a:pt x="0" y="27"/>
                      <a:pt x="0" y="27"/>
                      <a:pt x="0" y="27"/>
                    </a:cubicBezTo>
                    <a:cubicBezTo>
                      <a:pt x="0" y="41"/>
                      <a:pt x="10" y="51"/>
                      <a:pt x="24" y="51"/>
                    </a:cubicBezTo>
                    <a:cubicBezTo>
                      <a:pt x="226" y="51"/>
                      <a:pt x="226" y="51"/>
                      <a:pt x="226" y="51"/>
                    </a:cubicBezTo>
                    <a:cubicBezTo>
                      <a:pt x="239" y="51"/>
                      <a:pt x="250" y="41"/>
                      <a:pt x="250" y="27"/>
                    </a:cubicBezTo>
                    <a:cubicBezTo>
                      <a:pt x="250" y="24"/>
                      <a:pt x="250" y="24"/>
                      <a:pt x="250" y="24"/>
                    </a:cubicBezTo>
                    <a:cubicBezTo>
                      <a:pt x="250" y="11"/>
                      <a:pt x="239" y="0"/>
                      <a:pt x="226" y="0"/>
                    </a:cubicBezTo>
                  </a:path>
                </a:pathLst>
              </a:custGeom>
              <a:solidFill>
                <a:srgbClr val="EAECEF">
                  <a:alpha val="66000"/>
                </a:srgbClr>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41" name="Freeform 22"/>
              <p:cNvSpPr/>
              <p:nvPr/>
            </p:nvSpPr>
            <p:spPr bwMode="auto">
              <a:xfrm>
                <a:off x="10109316" y="2306193"/>
                <a:ext cx="231486" cy="49430"/>
              </a:xfrm>
              <a:custGeom>
                <a:avLst/>
                <a:gdLst>
                  <a:gd name="T0" fmla="*/ 226 w 250"/>
                  <a:gd name="T1" fmla="*/ 0 h 51"/>
                  <a:gd name="T2" fmla="*/ 24 w 250"/>
                  <a:gd name="T3" fmla="*/ 0 h 51"/>
                  <a:gd name="T4" fmla="*/ 0 w 250"/>
                  <a:gd name="T5" fmla="*/ 24 h 51"/>
                  <a:gd name="T6" fmla="*/ 0 w 250"/>
                  <a:gd name="T7" fmla="*/ 27 h 51"/>
                  <a:gd name="T8" fmla="*/ 24 w 250"/>
                  <a:gd name="T9" fmla="*/ 51 h 51"/>
                  <a:gd name="T10" fmla="*/ 226 w 250"/>
                  <a:gd name="T11" fmla="*/ 51 h 51"/>
                  <a:gd name="T12" fmla="*/ 250 w 250"/>
                  <a:gd name="T13" fmla="*/ 27 h 51"/>
                  <a:gd name="T14" fmla="*/ 250 w 250"/>
                  <a:gd name="T15" fmla="*/ 24 h 51"/>
                  <a:gd name="T16" fmla="*/ 226 w 250"/>
                  <a:gd name="T17"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0" h="51">
                    <a:moveTo>
                      <a:pt x="226" y="0"/>
                    </a:moveTo>
                    <a:cubicBezTo>
                      <a:pt x="24" y="0"/>
                      <a:pt x="24" y="0"/>
                      <a:pt x="24" y="0"/>
                    </a:cubicBezTo>
                    <a:cubicBezTo>
                      <a:pt x="11" y="0"/>
                      <a:pt x="0" y="11"/>
                      <a:pt x="0" y="24"/>
                    </a:cubicBezTo>
                    <a:cubicBezTo>
                      <a:pt x="0" y="27"/>
                      <a:pt x="0" y="27"/>
                      <a:pt x="0" y="27"/>
                    </a:cubicBezTo>
                    <a:cubicBezTo>
                      <a:pt x="0" y="41"/>
                      <a:pt x="11" y="51"/>
                      <a:pt x="24" y="51"/>
                    </a:cubicBezTo>
                    <a:cubicBezTo>
                      <a:pt x="226" y="51"/>
                      <a:pt x="226" y="51"/>
                      <a:pt x="226" y="51"/>
                    </a:cubicBezTo>
                    <a:cubicBezTo>
                      <a:pt x="240" y="51"/>
                      <a:pt x="250" y="41"/>
                      <a:pt x="250" y="27"/>
                    </a:cubicBezTo>
                    <a:cubicBezTo>
                      <a:pt x="250" y="24"/>
                      <a:pt x="250" y="24"/>
                      <a:pt x="250" y="24"/>
                    </a:cubicBezTo>
                    <a:cubicBezTo>
                      <a:pt x="250" y="11"/>
                      <a:pt x="240" y="0"/>
                      <a:pt x="226" y="0"/>
                    </a:cubicBezTo>
                  </a:path>
                </a:pathLst>
              </a:custGeom>
              <a:solidFill>
                <a:srgbClr val="EAECEF">
                  <a:alpha val="66000"/>
                </a:srgbClr>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42" name="Freeform 23"/>
              <p:cNvSpPr/>
              <p:nvPr/>
            </p:nvSpPr>
            <p:spPr bwMode="auto">
              <a:xfrm>
                <a:off x="10549235" y="2306193"/>
                <a:ext cx="231486" cy="49430"/>
              </a:xfrm>
              <a:custGeom>
                <a:avLst/>
                <a:gdLst>
                  <a:gd name="T0" fmla="*/ 227 w 250"/>
                  <a:gd name="T1" fmla="*/ 0 h 51"/>
                  <a:gd name="T2" fmla="*/ 24 w 250"/>
                  <a:gd name="T3" fmla="*/ 0 h 51"/>
                  <a:gd name="T4" fmla="*/ 0 w 250"/>
                  <a:gd name="T5" fmla="*/ 24 h 51"/>
                  <a:gd name="T6" fmla="*/ 0 w 250"/>
                  <a:gd name="T7" fmla="*/ 27 h 51"/>
                  <a:gd name="T8" fmla="*/ 24 w 250"/>
                  <a:gd name="T9" fmla="*/ 51 h 51"/>
                  <a:gd name="T10" fmla="*/ 227 w 250"/>
                  <a:gd name="T11" fmla="*/ 51 h 51"/>
                  <a:gd name="T12" fmla="*/ 250 w 250"/>
                  <a:gd name="T13" fmla="*/ 27 h 51"/>
                  <a:gd name="T14" fmla="*/ 250 w 250"/>
                  <a:gd name="T15" fmla="*/ 24 h 51"/>
                  <a:gd name="T16" fmla="*/ 227 w 250"/>
                  <a:gd name="T17"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0" h="51">
                    <a:moveTo>
                      <a:pt x="227" y="0"/>
                    </a:moveTo>
                    <a:cubicBezTo>
                      <a:pt x="24" y="0"/>
                      <a:pt x="24" y="0"/>
                      <a:pt x="24" y="0"/>
                    </a:cubicBezTo>
                    <a:cubicBezTo>
                      <a:pt x="11" y="0"/>
                      <a:pt x="0" y="11"/>
                      <a:pt x="0" y="24"/>
                    </a:cubicBezTo>
                    <a:cubicBezTo>
                      <a:pt x="0" y="27"/>
                      <a:pt x="0" y="27"/>
                      <a:pt x="0" y="27"/>
                    </a:cubicBezTo>
                    <a:cubicBezTo>
                      <a:pt x="0" y="41"/>
                      <a:pt x="11" y="51"/>
                      <a:pt x="24" y="51"/>
                    </a:cubicBezTo>
                    <a:cubicBezTo>
                      <a:pt x="227" y="51"/>
                      <a:pt x="227" y="51"/>
                      <a:pt x="227" y="51"/>
                    </a:cubicBezTo>
                    <a:cubicBezTo>
                      <a:pt x="240" y="51"/>
                      <a:pt x="250" y="41"/>
                      <a:pt x="250" y="27"/>
                    </a:cubicBezTo>
                    <a:cubicBezTo>
                      <a:pt x="250" y="24"/>
                      <a:pt x="250" y="24"/>
                      <a:pt x="250" y="24"/>
                    </a:cubicBezTo>
                    <a:cubicBezTo>
                      <a:pt x="250" y="11"/>
                      <a:pt x="240" y="0"/>
                      <a:pt x="227" y="0"/>
                    </a:cubicBezTo>
                  </a:path>
                </a:pathLst>
              </a:custGeom>
              <a:solidFill>
                <a:srgbClr val="EAECEF">
                  <a:alpha val="66000"/>
                </a:srgbClr>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43" name="矩形: 圆角 242"/>
              <p:cNvSpPr>
                <a:spLocks noChangeAspect="1"/>
              </p:cNvSpPr>
              <p:nvPr/>
            </p:nvSpPr>
            <p:spPr>
              <a:xfrm>
                <a:off x="8162338" y="3480441"/>
                <a:ext cx="526366" cy="310957"/>
              </a:xfrm>
              <a:prstGeom prst="roundRect">
                <a:avLst>
                  <a:gd name="adj" fmla="val 4418"/>
                </a:avLst>
              </a:prstGeom>
              <a:solidFill>
                <a:srgbClr val="F0EEF2"/>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244" name="矩形: 圆角 243"/>
              <p:cNvSpPr>
                <a:spLocks noChangeAspect="1"/>
              </p:cNvSpPr>
              <p:nvPr/>
            </p:nvSpPr>
            <p:spPr>
              <a:xfrm>
                <a:off x="8162338" y="3849165"/>
                <a:ext cx="526366" cy="310957"/>
              </a:xfrm>
              <a:prstGeom prst="roundRect">
                <a:avLst>
                  <a:gd name="adj" fmla="val 4418"/>
                </a:avLst>
              </a:prstGeom>
              <a:solidFill>
                <a:srgbClr val="F0EEF2"/>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245" name="矩形: 圆角 244"/>
              <p:cNvSpPr>
                <a:spLocks noChangeAspect="1"/>
              </p:cNvSpPr>
              <p:nvPr/>
            </p:nvSpPr>
            <p:spPr>
              <a:xfrm>
                <a:off x="8162338" y="4216750"/>
                <a:ext cx="526366" cy="127814"/>
              </a:xfrm>
              <a:prstGeom prst="roundRect">
                <a:avLst>
                  <a:gd name="adj" fmla="val 14540"/>
                </a:avLst>
              </a:prstGeom>
              <a:gradFill>
                <a:gsLst>
                  <a:gs pos="8000">
                    <a:srgbClr val="F0EEF2"/>
                  </a:gs>
                  <a:gs pos="100000">
                    <a:srgbClr val="F0EEF2">
                      <a:alpha val="0"/>
                    </a:srgbClr>
                  </a:gs>
                </a:gsLst>
                <a:lin ang="5400000" scaled="1"/>
              </a:gra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246" name="矩形: 圆角 245"/>
              <p:cNvSpPr>
                <a:spLocks noChangeAspect="1"/>
              </p:cNvSpPr>
              <p:nvPr/>
            </p:nvSpPr>
            <p:spPr>
              <a:xfrm>
                <a:off x="8800745" y="2742992"/>
                <a:ext cx="2578310" cy="1523165"/>
              </a:xfrm>
              <a:prstGeom prst="roundRect">
                <a:avLst>
                  <a:gd name="adj" fmla="val 2829"/>
                </a:avLst>
              </a:prstGeom>
              <a:noFill/>
              <a:ln w="25400">
                <a:gradFill>
                  <a:gsLst>
                    <a:gs pos="62000">
                      <a:srgbClr val="F0EEF2"/>
                    </a:gs>
                    <a:gs pos="100000">
                      <a:srgbClr val="F0EEF2">
                        <a:alpha val="0"/>
                      </a:srgbClr>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247" name="矩形: 圆角 246"/>
              <p:cNvSpPr>
                <a:spLocks noChangeAspect="1"/>
              </p:cNvSpPr>
              <p:nvPr/>
            </p:nvSpPr>
            <p:spPr>
              <a:xfrm>
                <a:off x="8162338" y="3111717"/>
                <a:ext cx="526366" cy="310957"/>
              </a:xfrm>
              <a:prstGeom prst="roundRect">
                <a:avLst>
                  <a:gd name="adj" fmla="val 4418"/>
                </a:avLst>
              </a:prstGeom>
              <a:solidFill>
                <a:srgbClr val="F0EEF2"/>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grpSp>
        <p:grpSp>
          <p:nvGrpSpPr>
            <p:cNvPr id="10" name="组合 9"/>
            <p:cNvGrpSpPr/>
            <p:nvPr/>
          </p:nvGrpSpPr>
          <p:grpSpPr>
            <a:xfrm>
              <a:off x="9010193" y="3211004"/>
              <a:ext cx="2127585" cy="587141"/>
              <a:chOff x="9010193" y="3211004"/>
              <a:chExt cx="2127585" cy="587141"/>
            </a:xfrm>
          </p:grpSpPr>
          <p:grpSp>
            <p:nvGrpSpPr>
              <p:cNvPr id="143" name="组合 142"/>
              <p:cNvGrpSpPr/>
              <p:nvPr/>
            </p:nvGrpSpPr>
            <p:grpSpPr>
              <a:xfrm>
                <a:off x="10629190" y="3211004"/>
                <a:ext cx="508588" cy="587141"/>
                <a:chOff x="1703214" y="3185928"/>
                <a:chExt cx="582258" cy="521425"/>
              </a:xfrm>
            </p:grpSpPr>
            <p:sp>
              <p:nvSpPr>
                <p:cNvPr id="167" name="矩形 166"/>
                <p:cNvSpPr/>
                <p:nvPr/>
              </p:nvSpPr>
              <p:spPr>
                <a:xfrm>
                  <a:off x="1703214" y="3185928"/>
                  <a:ext cx="582258" cy="105264"/>
                </a:xfrm>
                <a:prstGeom prst="rect">
                  <a:avLst/>
                </a:prstGeom>
                <a:solidFill>
                  <a:srgbClr val="E7E5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8" name="矩形 167"/>
                <p:cNvSpPr/>
                <p:nvPr/>
              </p:nvSpPr>
              <p:spPr>
                <a:xfrm>
                  <a:off x="1703214" y="3388853"/>
                  <a:ext cx="530472" cy="105264"/>
                </a:xfrm>
                <a:prstGeom prst="rect">
                  <a:avLst/>
                </a:prstGeom>
                <a:solidFill>
                  <a:srgbClr val="E7E5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4" name="矩形 173"/>
                <p:cNvSpPr/>
                <p:nvPr/>
              </p:nvSpPr>
              <p:spPr>
                <a:xfrm>
                  <a:off x="1703214" y="3602089"/>
                  <a:ext cx="530472" cy="105264"/>
                </a:xfrm>
                <a:prstGeom prst="rect">
                  <a:avLst/>
                </a:prstGeom>
                <a:solidFill>
                  <a:srgbClr val="E7E5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147" name="组合 146"/>
              <p:cNvGrpSpPr/>
              <p:nvPr/>
            </p:nvGrpSpPr>
            <p:grpSpPr>
              <a:xfrm>
                <a:off x="9010193" y="3211004"/>
                <a:ext cx="508588" cy="587141"/>
                <a:chOff x="1703214" y="3185928"/>
                <a:chExt cx="582258" cy="521425"/>
              </a:xfrm>
            </p:grpSpPr>
            <p:sp>
              <p:nvSpPr>
                <p:cNvPr id="149" name="矩形 148"/>
                <p:cNvSpPr/>
                <p:nvPr/>
              </p:nvSpPr>
              <p:spPr>
                <a:xfrm>
                  <a:off x="1703214" y="3185928"/>
                  <a:ext cx="582258" cy="105264"/>
                </a:xfrm>
                <a:prstGeom prst="rect">
                  <a:avLst/>
                </a:prstGeom>
                <a:solidFill>
                  <a:srgbClr val="E7E5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0" name="矩形 149"/>
                <p:cNvSpPr/>
                <p:nvPr/>
              </p:nvSpPr>
              <p:spPr>
                <a:xfrm>
                  <a:off x="1755000" y="3388853"/>
                  <a:ext cx="530472" cy="105264"/>
                </a:xfrm>
                <a:prstGeom prst="rect">
                  <a:avLst/>
                </a:prstGeom>
                <a:solidFill>
                  <a:srgbClr val="E7E5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2" name="矩形 151"/>
                <p:cNvSpPr/>
                <p:nvPr/>
              </p:nvSpPr>
              <p:spPr>
                <a:xfrm>
                  <a:off x="1755000" y="3602089"/>
                  <a:ext cx="530472" cy="105264"/>
                </a:xfrm>
                <a:prstGeom prst="rect">
                  <a:avLst/>
                </a:prstGeom>
                <a:solidFill>
                  <a:srgbClr val="E7E5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pic>
            <p:nvPicPr>
              <p:cNvPr id="176" name="图形 175"/>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a:xfrm>
                <a:off x="9610087" y="3216083"/>
                <a:ext cx="921528" cy="557932"/>
              </a:xfrm>
              <a:prstGeom prst="rect">
                <a:avLst/>
              </a:prstGeom>
            </p:spPr>
          </p:pic>
        </p:grpSp>
      </p:grpSp>
      <p:sp>
        <p:nvSpPr>
          <p:cNvPr id="4" name="标题 1"/>
          <p:cNvSpPr txBox="1"/>
          <p:nvPr/>
        </p:nvSpPr>
        <p:spPr>
          <a:xfrm>
            <a:off x="660400" y="0"/>
            <a:ext cx="10858500" cy="102870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defTabSz="914400"/>
            <a:r>
              <a:rPr lang="zh-CN" altLang="en-US" sz="2800" b="1" dirty="0"/>
              <a:t>更改图示中的插图  </a:t>
            </a:r>
            <a:r>
              <a:rPr lang="en-US" altLang="zh-CN" sz="2800" b="1"/>
              <a:t>Replace Vect</a:t>
            </a:r>
            <a:r>
              <a:rPr lang="en-US" altLang="zh-CN" sz="100" b="1"/>
              <a:t> </a:t>
            </a:r>
            <a:r>
              <a:rPr lang="en-US" altLang="zh-CN" sz="2800" b="1"/>
              <a:t>ors </a:t>
            </a:r>
            <a:r>
              <a:rPr lang="en-US" altLang="zh-CN" sz="2800" b="1" dirty="0"/>
              <a:t>in Diagram</a:t>
            </a:r>
            <a:endParaRPr lang="zh-CN" altLang="en-US" sz="2800" b="1" dirty="0"/>
          </a:p>
        </p:txBody>
      </p:sp>
      <p:grpSp>
        <p:nvGrpSpPr>
          <p:cNvPr id="11" name="组合 10"/>
          <p:cNvGrpSpPr/>
          <p:nvPr/>
        </p:nvGrpSpPr>
        <p:grpSpPr>
          <a:xfrm>
            <a:off x="660400" y="1959178"/>
            <a:ext cx="3493913" cy="2403813"/>
            <a:chOff x="660400" y="1959178"/>
            <a:chExt cx="3493913" cy="2403813"/>
          </a:xfrm>
        </p:grpSpPr>
        <p:sp>
          <p:nvSpPr>
            <p:cNvPr id="795" name="Rectangle 10"/>
            <p:cNvSpPr>
              <a:spLocks noChangeArrowheads="1"/>
            </p:cNvSpPr>
            <p:nvPr/>
          </p:nvSpPr>
          <p:spPr bwMode="auto">
            <a:xfrm>
              <a:off x="809622" y="2219171"/>
              <a:ext cx="3240163" cy="175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grpSp>
          <p:nvGrpSpPr>
            <p:cNvPr id="9" name="组合 8"/>
            <p:cNvGrpSpPr/>
            <p:nvPr/>
          </p:nvGrpSpPr>
          <p:grpSpPr>
            <a:xfrm>
              <a:off x="660400" y="1959178"/>
              <a:ext cx="3493913" cy="2403813"/>
              <a:chOff x="673100" y="1959176"/>
              <a:chExt cx="3493913" cy="2403813"/>
            </a:xfrm>
          </p:grpSpPr>
          <p:grpSp>
            <p:nvGrpSpPr>
              <p:cNvPr id="248" name="组合 247"/>
              <p:cNvGrpSpPr/>
              <p:nvPr/>
            </p:nvGrpSpPr>
            <p:grpSpPr>
              <a:xfrm>
                <a:off x="673100" y="1959176"/>
                <a:ext cx="3493913" cy="2403813"/>
                <a:chOff x="673100" y="1959176"/>
                <a:chExt cx="3493913" cy="2403813"/>
              </a:xfrm>
            </p:grpSpPr>
            <p:sp>
              <p:nvSpPr>
                <p:cNvPr id="249" name="Freeform 6"/>
                <p:cNvSpPr/>
                <p:nvPr/>
              </p:nvSpPr>
              <p:spPr bwMode="auto">
                <a:xfrm>
                  <a:off x="673100" y="1959176"/>
                  <a:ext cx="3493913" cy="2403813"/>
                </a:xfrm>
                <a:prstGeom prst="rect">
                  <a:avLst/>
                </a:prstGeom>
                <a:gradFill>
                  <a:gsLst>
                    <a:gs pos="83000">
                      <a:schemeClr val="bg1"/>
                    </a:gs>
                    <a:gs pos="100000">
                      <a:schemeClr val="bg1">
                        <a:alpha val="0"/>
                      </a:schemeClr>
                    </a:gs>
                  </a:gsLst>
                  <a:lin ang="5400000" scaled="1"/>
                </a:gradFill>
                <a:ln w="9525">
                  <a:noFill/>
                  <a:round/>
                </a:ln>
                <a:effectLst>
                  <a:outerShdw blurRad="63500" sx="102000" sy="102000" algn="ctr" rotWithShape="0">
                    <a:srgbClr val="E7E5EA">
                      <a:alpha val="50000"/>
                    </a:srgbClr>
                  </a:outerShdw>
                </a:effectLst>
              </p:spPr>
              <p:txBody>
                <a:bodyPr vert="horz" wrap="square" lIns="91440" tIns="45720" rIns="91440" bIns="45720" numCol="1" anchor="t" anchorCtr="0" compatLnSpc="1"/>
                <a:lstStyle/>
                <a:p>
                  <a:endParaRPr lang="zh-CN" altLang="en-US"/>
                </a:p>
              </p:txBody>
            </p:sp>
            <p:sp>
              <p:nvSpPr>
                <p:cNvPr id="250" name="矩形: 圆角 249"/>
                <p:cNvSpPr>
                  <a:spLocks noChangeAspect="1"/>
                </p:cNvSpPr>
                <p:nvPr/>
              </p:nvSpPr>
              <p:spPr>
                <a:xfrm>
                  <a:off x="810452" y="2742993"/>
                  <a:ext cx="526366" cy="310957"/>
                </a:xfrm>
                <a:prstGeom prst="roundRect">
                  <a:avLst>
                    <a:gd name="adj" fmla="val 4418"/>
                  </a:avLst>
                </a:prstGeom>
                <a:solidFill>
                  <a:srgbClr val="F0EEF2"/>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251" name="Rectangle 8"/>
                <p:cNvSpPr>
                  <a:spLocks noChangeArrowheads="1"/>
                </p:cNvSpPr>
                <p:nvPr/>
              </p:nvSpPr>
              <p:spPr bwMode="auto">
                <a:xfrm>
                  <a:off x="810454" y="2228518"/>
                  <a:ext cx="3240163" cy="311711"/>
                </a:xfrm>
                <a:prstGeom prst="rect">
                  <a:avLst/>
                </a:prstGeom>
                <a:solidFill>
                  <a:srgbClr val="F0EEF2"/>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252" name="Rectangle 9"/>
                <p:cNvSpPr>
                  <a:spLocks noChangeArrowheads="1"/>
                </p:cNvSpPr>
                <p:nvPr/>
              </p:nvSpPr>
              <p:spPr bwMode="auto">
                <a:xfrm>
                  <a:off x="810454" y="2228518"/>
                  <a:ext cx="3240163" cy="181579"/>
                </a:xfrm>
                <a:prstGeom prst="rect">
                  <a:avLst/>
                </a:prstGeom>
                <a:solidFill>
                  <a:srgbClr val="B4B4B4"/>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253" name="Oval 14"/>
                <p:cNvSpPr>
                  <a:spLocks noChangeArrowheads="1"/>
                </p:cNvSpPr>
                <p:nvPr/>
              </p:nvSpPr>
              <p:spPr bwMode="auto">
                <a:xfrm>
                  <a:off x="1171610" y="2098386"/>
                  <a:ext cx="59552" cy="62543"/>
                </a:xfrm>
                <a:prstGeom prst="ellipse">
                  <a:avLst/>
                </a:prstGeom>
                <a:solidFill>
                  <a:srgbClr val="F0EEF2"/>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54" name="Oval 15"/>
                <p:cNvSpPr>
                  <a:spLocks noChangeArrowheads="1"/>
                </p:cNvSpPr>
                <p:nvPr/>
              </p:nvSpPr>
              <p:spPr bwMode="auto">
                <a:xfrm>
                  <a:off x="1276307" y="2098386"/>
                  <a:ext cx="60514" cy="62543"/>
                </a:xfrm>
                <a:prstGeom prst="ellipse">
                  <a:avLst/>
                </a:prstGeom>
                <a:solidFill>
                  <a:srgbClr val="F0EEF2"/>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55" name="Oval 16"/>
                <p:cNvSpPr>
                  <a:spLocks noChangeArrowheads="1"/>
                </p:cNvSpPr>
                <p:nvPr/>
              </p:nvSpPr>
              <p:spPr bwMode="auto">
                <a:xfrm>
                  <a:off x="1381003" y="2098386"/>
                  <a:ext cx="60514" cy="62543"/>
                </a:xfrm>
                <a:prstGeom prst="ellipse">
                  <a:avLst/>
                </a:prstGeom>
                <a:solidFill>
                  <a:srgbClr val="F0EEF2"/>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56" name="Freeform 18"/>
                <p:cNvSpPr/>
                <p:nvPr/>
              </p:nvSpPr>
              <p:spPr bwMode="auto">
                <a:xfrm>
                  <a:off x="1615371" y="2262817"/>
                  <a:ext cx="505234" cy="164430"/>
                </a:xfrm>
                <a:custGeom>
                  <a:avLst/>
                  <a:gdLst>
                    <a:gd name="T0" fmla="*/ 520 w 547"/>
                    <a:gd name="T1" fmla="*/ 170 h 170"/>
                    <a:gd name="T2" fmla="*/ 27 w 547"/>
                    <a:gd name="T3" fmla="*/ 170 h 170"/>
                    <a:gd name="T4" fmla="*/ 0 w 547"/>
                    <a:gd name="T5" fmla="*/ 143 h 170"/>
                    <a:gd name="T6" fmla="*/ 0 w 547"/>
                    <a:gd name="T7" fmla="*/ 27 h 170"/>
                    <a:gd name="T8" fmla="*/ 27 w 547"/>
                    <a:gd name="T9" fmla="*/ 0 h 170"/>
                    <a:gd name="T10" fmla="*/ 520 w 547"/>
                    <a:gd name="T11" fmla="*/ 0 h 170"/>
                    <a:gd name="T12" fmla="*/ 547 w 547"/>
                    <a:gd name="T13" fmla="*/ 27 h 170"/>
                    <a:gd name="T14" fmla="*/ 547 w 547"/>
                    <a:gd name="T15" fmla="*/ 143 h 170"/>
                    <a:gd name="T16" fmla="*/ 520 w 547"/>
                    <a:gd name="T17" fmla="*/ 170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47" h="170">
                      <a:moveTo>
                        <a:pt x="520" y="170"/>
                      </a:moveTo>
                      <a:cubicBezTo>
                        <a:pt x="27" y="170"/>
                        <a:pt x="27" y="170"/>
                        <a:pt x="27" y="170"/>
                      </a:cubicBezTo>
                      <a:cubicBezTo>
                        <a:pt x="12" y="170"/>
                        <a:pt x="0" y="158"/>
                        <a:pt x="0" y="143"/>
                      </a:cubicBezTo>
                      <a:cubicBezTo>
                        <a:pt x="0" y="27"/>
                        <a:pt x="0" y="27"/>
                        <a:pt x="0" y="27"/>
                      </a:cubicBezTo>
                      <a:cubicBezTo>
                        <a:pt x="0" y="12"/>
                        <a:pt x="12" y="0"/>
                        <a:pt x="27" y="0"/>
                      </a:cubicBezTo>
                      <a:cubicBezTo>
                        <a:pt x="520" y="0"/>
                        <a:pt x="520" y="0"/>
                        <a:pt x="520" y="0"/>
                      </a:cubicBezTo>
                      <a:cubicBezTo>
                        <a:pt x="535" y="0"/>
                        <a:pt x="547" y="12"/>
                        <a:pt x="547" y="27"/>
                      </a:cubicBezTo>
                      <a:cubicBezTo>
                        <a:pt x="547" y="143"/>
                        <a:pt x="547" y="143"/>
                        <a:pt x="547" y="143"/>
                      </a:cubicBezTo>
                      <a:cubicBezTo>
                        <a:pt x="547" y="158"/>
                        <a:pt x="535" y="170"/>
                        <a:pt x="520" y="170"/>
                      </a:cubicBezTo>
                      <a:close/>
                    </a:path>
                  </a:pathLst>
                </a:custGeom>
                <a:solidFill>
                  <a:srgbClr val="F0EEF2"/>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57" name="Rectangle 19"/>
                <p:cNvSpPr>
                  <a:spLocks noChangeArrowheads="1"/>
                </p:cNvSpPr>
                <p:nvPr/>
              </p:nvSpPr>
              <p:spPr bwMode="auto">
                <a:xfrm>
                  <a:off x="1737357" y="2320316"/>
                  <a:ext cx="243973" cy="49430"/>
                </a:xfrm>
                <a:prstGeom prst="rect">
                  <a:avLst/>
                </a:prstGeom>
                <a:solidFill>
                  <a:srgbClr val="CFCBD6"/>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258" name="Freeform 20"/>
                <p:cNvSpPr/>
                <p:nvPr/>
              </p:nvSpPr>
              <p:spPr bwMode="auto">
                <a:xfrm>
                  <a:off x="1139912" y="2306193"/>
                  <a:ext cx="232445" cy="49430"/>
                </a:xfrm>
                <a:custGeom>
                  <a:avLst/>
                  <a:gdLst>
                    <a:gd name="T0" fmla="*/ 227 w 251"/>
                    <a:gd name="T1" fmla="*/ 0 h 51"/>
                    <a:gd name="T2" fmla="*/ 24 w 251"/>
                    <a:gd name="T3" fmla="*/ 0 h 51"/>
                    <a:gd name="T4" fmla="*/ 0 w 251"/>
                    <a:gd name="T5" fmla="*/ 24 h 51"/>
                    <a:gd name="T6" fmla="*/ 0 w 251"/>
                    <a:gd name="T7" fmla="*/ 27 h 51"/>
                    <a:gd name="T8" fmla="*/ 24 w 251"/>
                    <a:gd name="T9" fmla="*/ 51 h 51"/>
                    <a:gd name="T10" fmla="*/ 227 w 251"/>
                    <a:gd name="T11" fmla="*/ 51 h 51"/>
                    <a:gd name="T12" fmla="*/ 251 w 251"/>
                    <a:gd name="T13" fmla="*/ 27 h 51"/>
                    <a:gd name="T14" fmla="*/ 251 w 251"/>
                    <a:gd name="T15" fmla="*/ 24 h 51"/>
                    <a:gd name="T16" fmla="*/ 227 w 251"/>
                    <a:gd name="T17"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1" h="51">
                      <a:moveTo>
                        <a:pt x="227" y="0"/>
                      </a:moveTo>
                      <a:cubicBezTo>
                        <a:pt x="24" y="0"/>
                        <a:pt x="24" y="0"/>
                        <a:pt x="24" y="0"/>
                      </a:cubicBezTo>
                      <a:cubicBezTo>
                        <a:pt x="11" y="0"/>
                        <a:pt x="0" y="11"/>
                        <a:pt x="0" y="24"/>
                      </a:cubicBezTo>
                      <a:cubicBezTo>
                        <a:pt x="0" y="27"/>
                        <a:pt x="0" y="27"/>
                        <a:pt x="0" y="27"/>
                      </a:cubicBezTo>
                      <a:cubicBezTo>
                        <a:pt x="0" y="41"/>
                        <a:pt x="11" y="51"/>
                        <a:pt x="24" y="51"/>
                      </a:cubicBezTo>
                      <a:cubicBezTo>
                        <a:pt x="227" y="51"/>
                        <a:pt x="227" y="51"/>
                        <a:pt x="227" y="51"/>
                      </a:cubicBezTo>
                      <a:cubicBezTo>
                        <a:pt x="240" y="51"/>
                        <a:pt x="251" y="41"/>
                        <a:pt x="251" y="27"/>
                      </a:cubicBezTo>
                      <a:cubicBezTo>
                        <a:pt x="251" y="24"/>
                        <a:pt x="251" y="24"/>
                        <a:pt x="251" y="24"/>
                      </a:cubicBezTo>
                      <a:cubicBezTo>
                        <a:pt x="251" y="11"/>
                        <a:pt x="240" y="0"/>
                        <a:pt x="227" y="0"/>
                      </a:cubicBezTo>
                    </a:path>
                  </a:pathLst>
                </a:custGeom>
                <a:solidFill>
                  <a:srgbClr val="EAECEF">
                    <a:alpha val="66000"/>
                  </a:srgbClr>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59" name="Freeform 21"/>
                <p:cNvSpPr/>
                <p:nvPr/>
              </p:nvSpPr>
              <p:spPr bwMode="auto">
                <a:xfrm>
                  <a:off x="2317512" y="2306193"/>
                  <a:ext cx="231486" cy="49430"/>
                </a:xfrm>
                <a:custGeom>
                  <a:avLst/>
                  <a:gdLst>
                    <a:gd name="T0" fmla="*/ 226 w 250"/>
                    <a:gd name="T1" fmla="*/ 0 h 51"/>
                    <a:gd name="T2" fmla="*/ 24 w 250"/>
                    <a:gd name="T3" fmla="*/ 0 h 51"/>
                    <a:gd name="T4" fmla="*/ 0 w 250"/>
                    <a:gd name="T5" fmla="*/ 24 h 51"/>
                    <a:gd name="T6" fmla="*/ 0 w 250"/>
                    <a:gd name="T7" fmla="*/ 27 h 51"/>
                    <a:gd name="T8" fmla="*/ 24 w 250"/>
                    <a:gd name="T9" fmla="*/ 51 h 51"/>
                    <a:gd name="T10" fmla="*/ 226 w 250"/>
                    <a:gd name="T11" fmla="*/ 51 h 51"/>
                    <a:gd name="T12" fmla="*/ 250 w 250"/>
                    <a:gd name="T13" fmla="*/ 27 h 51"/>
                    <a:gd name="T14" fmla="*/ 250 w 250"/>
                    <a:gd name="T15" fmla="*/ 24 h 51"/>
                    <a:gd name="T16" fmla="*/ 226 w 250"/>
                    <a:gd name="T17"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0" h="51">
                      <a:moveTo>
                        <a:pt x="226" y="0"/>
                      </a:moveTo>
                      <a:cubicBezTo>
                        <a:pt x="24" y="0"/>
                        <a:pt x="24" y="0"/>
                        <a:pt x="24" y="0"/>
                      </a:cubicBezTo>
                      <a:cubicBezTo>
                        <a:pt x="10" y="0"/>
                        <a:pt x="0" y="11"/>
                        <a:pt x="0" y="24"/>
                      </a:cubicBezTo>
                      <a:cubicBezTo>
                        <a:pt x="0" y="27"/>
                        <a:pt x="0" y="27"/>
                        <a:pt x="0" y="27"/>
                      </a:cubicBezTo>
                      <a:cubicBezTo>
                        <a:pt x="0" y="41"/>
                        <a:pt x="10" y="51"/>
                        <a:pt x="24" y="51"/>
                      </a:cubicBezTo>
                      <a:cubicBezTo>
                        <a:pt x="226" y="51"/>
                        <a:pt x="226" y="51"/>
                        <a:pt x="226" y="51"/>
                      </a:cubicBezTo>
                      <a:cubicBezTo>
                        <a:pt x="239" y="51"/>
                        <a:pt x="250" y="41"/>
                        <a:pt x="250" y="27"/>
                      </a:cubicBezTo>
                      <a:cubicBezTo>
                        <a:pt x="250" y="24"/>
                        <a:pt x="250" y="24"/>
                        <a:pt x="250" y="24"/>
                      </a:cubicBezTo>
                      <a:cubicBezTo>
                        <a:pt x="250" y="11"/>
                        <a:pt x="239" y="0"/>
                        <a:pt x="226" y="0"/>
                      </a:cubicBezTo>
                    </a:path>
                  </a:pathLst>
                </a:custGeom>
                <a:solidFill>
                  <a:srgbClr val="EAECEF">
                    <a:alpha val="66000"/>
                  </a:srgbClr>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60" name="Freeform 22"/>
                <p:cNvSpPr/>
                <p:nvPr/>
              </p:nvSpPr>
              <p:spPr bwMode="auto">
                <a:xfrm>
                  <a:off x="2757430" y="2306193"/>
                  <a:ext cx="231486" cy="49430"/>
                </a:xfrm>
                <a:custGeom>
                  <a:avLst/>
                  <a:gdLst>
                    <a:gd name="T0" fmla="*/ 226 w 250"/>
                    <a:gd name="T1" fmla="*/ 0 h 51"/>
                    <a:gd name="T2" fmla="*/ 24 w 250"/>
                    <a:gd name="T3" fmla="*/ 0 h 51"/>
                    <a:gd name="T4" fmla="*/ 0 w 250"/>
                    <a:gd name="T5" fmla="*/ 24 h 51"/>
                    <a:gd name="T6" fmla="*/ 0 w 250"/>
                    <a:gd name="T7" fmla="*/ 27 h 51"/>
                    <a:gd name="T8" fmla="*/ 24 w 250"/>
                    <a:gd name="T9" fmla="*/ 51 h 51"/>
                    <a:gd name="T10" fmla="*/ 226 w 250"/>
                    <a:gd name="T11" fmla="*/ 51 h 51"/>
                    <a:gd name="T12" fmla="*/ 250 w 250"/>
                    <a:gd name="T13" fmla="*/ 27 h 51"/>
                    <a:gd name="T14" fmla="*/ 250 w 250"/>
                    <a:gd name="T15" fmla="*/ 24 h 51"/>
                    <a:gd name="T16" fmla="*/ 226 w 250"/>
                    <a:gd name="T17"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0" h="51">
                      <a:moveTo>
                        <a:pt x="226" y="0"/>
                      </a:moveTo>
                      <a:cubicBezTo>
                        <a:pt x="24" y="0"/>
                        <a:pt x="24" y="0"/>
                        <a:pt x="24" y="0"/>
                      </a:cubicBezTo>
                      <a:cubicBezTo>
                        <a:pt x="11" y="0"/>
                        <a:pt x="0" y="11"/>
                        <a:pt x="0" y="24"/>
                      </a:cubicBezTo>
                      <a:cubicBezTo>
                        <a:pt x="0" y="27"/>
                        <a:pt x="0" y="27"/>
                        <a:pt x="0" y="27"/>
                      </a:cubicBezTo>
                      <a:cubicBezTo>
                        <a:pt x="0" y="41"/>
                        <a:pt x="11" y="51"/>
                        <a:pt x="24" y="51"/>
                      </a:cubicBezTo>
                      <a:cubicBezTo>
                        <a:pt x="226" y="51"/>
                        <a:pt x="226" y="51"/>
                        <a:pt x="226" y="51"/>
                      </a:cubicBezTo>
                      <a:cubicBezTo>
                        <a:pt x="240" y="51"/>
                        <a:pt x="250" y="41"/>
                        <a:pt x="250" y="27"/>
                      </a:cubicBezTo>
                      <a:cubicBezTo>
                        <a:pt x="250" y="24"/>
                        <a:pt x="250" y="24"/>
                        <a:pt x="250" y="24"/>
                      </a:cubicBezTo>
                      <a:cubicBezTo>
                        <a:pt x="250" y="11"/>
                        <a:pt x="240" y="0"/>
                        <a:pt x="226" y="0"/>
                      </a:cubicBezTo>
                    </a:path>
                  </a:pathLst>
                </a:custGeom>
                <a:solidFill>
                  <a:srgbClr val="EAECEF">
                    <a:alpha val="66000"/>
                  </a:srgbClr>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61" name="Freeform 23"/>
                <p:cNvSpPr/>
                <p:nvPr/>
              </p:nvSpPr>
              <p:spPr bwMode="auto">
                <a:xfrm>
                  <a:off x="3197349" y="2306193"/>
                  <a:ext cx="231486" cy="49430"/>
                </a:xfrm>
                <a:custGeom>
                  <a:avLst/>
                  <a:gdLst>
                    <a:gd name="T0" fmla="*/ 227 w 250"/>
                    <a:gd name="T1" fmla="*/ 0 h 51"/>
                    <a:gd name="T2" fmla="*/ 24 w 250"/>
                    <a:gd name="T3" fmla="*/ 0 h 51"/>
                    <a:gd name="T4" fmla="*/ 0 w 250"/>
                    <a:gd name="T5" fmla="*/ 24 h 51"/>
                    <a:gd name="T6" fmla="*/ 0 w 250"/>
                    <a:gd name="T7" fmla="*/ 27 h 51"/>
                    <a:gd name="T8" fmla="*/ 24 w 250"/>
                    <a:gd name="T9" fmla="*/ 51 h 51"/>
                    <a:gd name="T10" fmla="*/ 227 w 250"/>
                    <a:gd name="T11" fmla="*/ 51 h 51"/>
                    <a:gd name="T12" fmla="*/ 250 w 250"/>
                    <a:gd name="T13" fmla="*/ 27 h 51"/>
                    <a:gd name="T14" fmla="*/ 250 w 250"/>
                    <a:gd name="T15" fmla="*/ 24 h 51"/>
                    <a:gd name="T16" fmla="*/ 227 w 250"/>
                    <a:gd name="T17" fmla="*/ 0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0" h="51">
                      <a:moveTo>
                        <a:pt x="227" y="0"/>
                      </a:moveTo>
                      <a:cubicBezTo>
                        <a:pt x="24" y="0"/>
                        <a:pt x="24" y="0"/>
                        <a:pt x="24" y="0"/>
                      </a:cubicBezTo>
                      <a:cubicBezTo>
                        <a:pt x="11" y="0"/>
                        <a:pt x="0" y="11"/>
                        <a:pt x="0" y="24"/>
                      </a:cubicBezTo>
                      <a:cubicBezTo>
                        <a:pt x="0" y="27"/>
                        <a:pt x="0" y="27"/>
                        <a:pt x="0" y="27"/>
                      </a:cubicBezTo>
                      <a:cubicBezTo>
                        <a:pt x="0" y="41"/>
                        <a:pt x="11" y="51"/>
                        <a:pt x="24" y="51"/>
                      </a:cubicBezTo>
                      <a:cubicBezTo>
                        <a:pt x="227" y="51"/>
                        <a:pt x="227" y="51"/>
                        <a:pt x="227" y="51"/>
                      </a:cubicBezTo>
                      <a:cubicBezTo>
                        <a:pt x="240" y="51"/>
                        <a:pt x="250" y="41"/>
                        <a:pt x="250" y="27"/>
                      </a:cubicBezTo>
                      <a:cubicBezTo>
                        <a:pt x="250" y="24"/>
                        <a:pt x="250" y="24"/>
                        <a:pt x="250" y="24"/>
                      </a:cubicBezTo>
                      <a:cubicBezTo>
                        <a:pt x="250" y="11"/>
                        <a:pt x="240" y="0"/>
                        <a:pt x="227" y="0"/>
                      </a:cubicBezTo>
                    </a:path>
                  </a:pathLst>
                </a:custGeom>
                <a:solidFill>
                  <a:srgbClr val="EAECEF">
                    <a:alpha val="66000"/>
                  </a:srgbClr>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62" name="矩形: 圆角 261"/>
                <p:cNvSpPr>
                  <a:spLocks noChangeAspect="1"/>
                </p:cNvSpPr>
                <p:nvPr/>
              </p:nvSpPr>
              <p:spPr>
                <a:xfrm>
                  <a:off x="810452" y="3480441"/>
                  <a:ext cx="526366" cy="310957"/>
                </a:xfrm>
                <a:prstGeom prst="roundRect">
                  <a:avLst>
                    <a:gd name="adj" fmla="val 4418"/>
                  </a:avLst>
                </a:prstGeom>
                <a:solidFill>
                  <a:srgbClr val="F0EEF2"/>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263" name="矩形: 圆角 262"/>
                <p:cNvSpPr>
                  <a:spLocks noChangeAspect="1"/>
                </p:cNvSpPr>
                <p:nvPr/>
              </p:nvSpPr>
              <p:spPr>
                <a:xfrm>
                  <a:off x="810452" y="3849165"/>
                  <a:ext cx="526366" cy="310957"/>
                </a:xfrm>
                <a:prstGeom prst="roundRect">
                  <a:avLst>
                    <a:gd name="adj" fmla="val 4418"/>
                  </a:avLst>
                </a:prstGeom>
                <a:solidFill>
                  <a:srgbClr val="F0EEF2"/>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264" name="矩形: 圆角 263"/>
                <p:cNvSpPr>
                  <a:spLocks noChangeAspect="1"/>
                </p:cNvSpPr>
                <p:nvPr/>
              </p:nvSpPr>
              <p:spPr>
                <a:xfrm>
                  <a:off x="810452" y="4216750"/>
                  <a:ext cx="526366" cy="127814"/>
                </a:xfrm>
                <a:prstGeom prst="roundRect">
                  <a:avLst>
                    <a:gd name="adj" fmla="val 14540"/>
                  </a:avLst>
                </a:prstGeom>
                <a:gradFill>
                  <a:gsLst>
                    <a:gs pos="8000">
                      <a:srgbClr val="F0EEF2"/>
                    </a:gs>
                    <a:gs pos="100000">
                      <a:srgbClr val="F0EEF2">
                        <a:alpha val="0"/>
                      </a:srgbClr>
                    </a:gs>
                  </a:gsLst>
                  <a:lin ang="5400000" scaled="1"/>
                </a:gra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265" name="矩形: 圆角 264"/>
                <p:cNvSpPr>
                  <a:spLocks noChangeAspect="1"/>
                </p:cNvSpPr>
                <p:nvPr/>
              </p:nvSpPr>
              <p:spPr>
                <a:xfrm>
                  <a:off x="1448859" y="2742992"/>
                  <a:ext cx="2578310" cy="1523165"/>
                </a:xfrm>
                <a:prstGeom prst="roundRect">
                  <a:avLst>
                    <a:gd name="adj" fmla="val 2829"/>
                  </a:avLst>
                </a:prstGeom>
                <a:noFill/>
                <a:ln w="25400">
                  <a:gradFill>
                    <a:gsLst>
                      <a:gs pos="62000">
                        <a:srgbClr val="F0EEF2"/>
                      </a:gs>
                      <a:gs pos="100000">
                        <a:srgbClr val="F0EEF2">
                          <a:alpha val="0"/>
                        </a:srgbClr>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266" name="矩形: 圆角 265"/>
                <p:cNvSpPr>
                  <a:spLocks noChangeAspect="1"/>
                </p:cNvSpPr>
                <p:nvPr/>
              </p:nvSpPr>
              <p:spPr>
                <a:xfrm>
                  <a:off x="810452" y="3111717"/>
                  <a:ext cx="526366" cy="310957"/>
                </a:xfrm>
                <a:prstGeom prst="roundRect">
                  <a:avLst>
                    <a:gd name="adj" fmla="val 4418"/>
                  </a:avLst>
                </a:prstGeom>
                <a:solidFill>
                  <a:srgbClr val="F0EEF2"/>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grpSp>
          <p:grpSp>
            <p:nvGrpSpPr>
              <p:cNvPr id="8" name="组合 7"/>
              <p:cNvGrpSpPr/>
              <p:nvPr/>
            </p:nvGrpSpPr>
            <p:grpSpPr>
              <a:xfrm>
                <a:off x="1658305" y="3112822"/>
                <a:ext cx="2142449" cy="735267"/>
                <a:chOff x="1658305" y="3112822"/>
                <a:chExt cx="2142449" cy="735267"/>
              </a:xfrm>
            </p:grpSpPr>
            <p:grpSp>
              <p:nvGrpSpPr>
                <p:cNvPr id="6" name="组合 5"/>
                <p:cNvGrpSpPr/>
                <p:nvPr/>
              </p:nvGrpSpPr>
              <p:grpSpPr>
                <a:xfrm>
                  <a:off x="1658305" y="3180638"/>
                  <a:ext cx="2142449" cy="617507"/>
                  <a:chOff x="1658305" y="3180638"/>
                  <a:chExt cx="2142449" cy="617507"/>
                </a:xfrm>
              </p:grpSpPr>
              <p:sp>
                <p:nvSpPr>
                  <p:cNvPr id="420" name="矩形 419"/>
                  <p:cNvSpPr/>
                  <p:nvPr/>
                </p:nvSpPr>
                <p:spPr>
                  <a:xfrm>
                    <a:off x="1658305" y="3180638"/>
                    <a:ext cx="2142449" cy="1097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44" name="组合 143"/>
                  <p:cNvGrpSpPr/>
                  <p:nvPr/>
                </p:nvGrpSpPr>
                <p:grpSpPr>
                  <a:xfrm>
                    <a:off x="3277302" y="3211004"/>
                    <a:ext cx="508588" cy="587141"/>
                    <a:chOff x="1703214" y="3185928"/>
                    <a:chExt cx="582258" cy="521425"/>
                  </a:xfrm>
                </p:grpSpPr>
                <p:sp>
                  <p:nvSpPr>
                    <p:cNvPr id="145" name="矩形 144"/>
                    <p:cNvSpPr/>
                    <p:nvPr/>
                  </p:nvSpPr>
                  <p:spPr>
                    <a:xfrm>
                      <a:off x="1703214" y="3185928"/>
                      <a:ext cx="582258" cy="105264"/>
                    </a:xfrm>
                    <a:prstGeom prst="rect">
                      <a:avLst/>
                    </a:prstGeom>
                    <a:solidFill>
                      <a:srgbClr val="E7E5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6" name="矩形 145"/>
                    <p:cNvSpPr/>
                    <p:nvPr/>
                  </p:nvSpPr>
                  <p:spPr>
                    <a:xfrm>
                      <a:off x="1703214" y="3388853"/>
                      <a:ext cx="530472" cy="105264"/>
                    </a:xfrm>
                    <a:prstGeom prst="rect">
                      <a:avLst/>
                    </a:prstGeom>
                    <a:solidFill>
                      <a:srgbClr val="E7E5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1" name="矩形 150"/>
                    <p:cNvSpPr/>
                    <p:nvPr/>
                  </p:nvSpPr>
                  <p:spPr>
                    <a:xfrm>
                      <a:off x="1703214" y="3602089"/>
                      <a:ext cx="530472" cy="105264"/>
                    </a:xfrm>
                    <a:prstGeom prst="rect">
                      <a:avLst/>
                    </a:prstGeom>
                    <a:solidFill>
                      <a:srgbClr val="E7E5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115" name="组合 114"/>
                  <p:cNvGrpSpPr/>
                  <p:nvPr/>
                </p:nvGrpSpPr>
                <p:grpSpPr>
                  <a:xfrm>
                    <a:off x="1658305" y="3211004"/>
                    <a:ext cx="508588" cy="587141"/>
                    <a:chOff x="1703214" y="3185928"/>
                    <a:chExt cx="582258" cy="521425"/>
                  </a:xfrm>
                </p:grpSpPr>
                <p:sp>
                  <p:nvSpPr>
                    <p:cNvPr id="116" name="矩形 115"/>
                    <p:cNvSpPr/>
                    <p:nvPr/>
                  </p:nvSpPr>
                  <p:spPr>
                    <a:xfrm>
                      <a:off x="1703214" y="3185928"/>
                      <a:ext cx="582258" cy="105264"/>
                    </a:xfrm>
                    <a:prstGeom prst="rect">
                      <a:avLst/>
                    </a:prstGeom>
                    <a:solidFill>
                      <a:srgbClr val="E7E5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7" name="矩形 116"/>
                    <p:cNvSpPr/>
                    <p:nvPr/>
                  </p:nvSpPr>
                  <p:spPr>
                    <a:xfrm>
                      <a:off x="1755000" y="3388853"/>
                      <a:ext cx="530472" cy="105264"/>
                    </a:xfrm>
                    <a:prstGeom prst="rect">
                      <a:avLst/>
                    </a:prstGeom>
                    <a:solidFill>
                      <a:srgbClr val="E7E5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8" name="矩形 117"/>
                    <p:cNvSpPr/>
                    <p:nvPr/>
                  </p:nvSpPr>
                  <p:spPr>
                    <a:xfrm>
                      <a:off x="1755000" y="3602089"/>
                      <a:ext cx="530472" cy="105264"/>
                    </a:xfrm>
                    <a:prstGeom prst="rect">
                      <a:avLst/>
                    </a:prstGeom>
                    <a:solidFill>
                      <a:srgbClr val="E7E5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125" name="组合 124"/>
                <p:cNvGrpSpPr/>
                <p:nvPr/>
              </p:nvGrpSpPr>
              <p:grpSpPr>
                <a:xfrm>
                  <a:off x="2346134" y="3112822"/>
                  <a:ext cx="735363" cy="735267"/>
                  <a:chOff x="2347940" y="3126117"/>
                  <a:chExt cx="483318" cy="483256"/>
                </a:xfrm>
              </p:grpSpPr>
              <p:grpSp>
                <p:nvGrpSpPr>
                  <p:cNvPr id="148" name="组合 147" descr="本素材由iSlide™ 提供&#10;iSlide™尊重知识产权并注重保护用户享有的各项权利。郑重提醒您：&#10;iSlide™插件中提供的任何信息内容的所有权、知识产权归其原始权利人或权利受让人所有，您免费/购买获得的是信息内容的使用权，并受下述条款的约束；&#10;1. 您仅可以个人非商业用途使用该等信息内容，不可将信息内容的全部或部分用于出售，或以出租、出借、转让、分销、发布等其他任何方式供他人使用；&#10;2. 禁止在接入互联网或移动互联网的任何网站、平台、应用或程序上以任何方式为他人提供iSlide™插件资源内容的下载。&#10;The resource is supplied by iSlide™.&#10;iSlide™ respects all intellectual property rights and protects all the rights its users acquired.Solemnly remind you:&#10;The ownership and intellectual property of the resources supplied in iSlide Add-in belongs to its owner or the assignee of this ownership.you only acquired the usage of the resources supplied in iSlide Add-in, as well as respected the following restrain terms:&#10;1.You are only allowed to use such resource for personal and non-commercial aim, not allowed to use such resource or part of it for the sale; or rent, lend, transfer to others; or distribution or release it in any way.&#10;2.You are not permitted to provide the resource of iSlide Add-in in any website, platform, application access to the Internet or mobile Internet." title="iSlide™ 版权声明  COPYRIGHT NOTICE"/>
                  <p:cNvGrpSpPr/>
                  <p:nvPr/>
                </p:nvGrpSpPr>
                <p:grpSpPr>
                  <a:xfrm>
                    <a:off x="2390718" y="3167761"/>
                    <a:ext cx="439014" cy="405868"/>
                    <a:chOff x="3614738" y="1136650"/>
                    <a:chExt cx="4983163" cy="4606926"/>
                  </a:xfrm>
                </p:grpSpPr>
                <p:sp>
                  <p:nvSpPr>
                    <p:cNvPr id="172" name="is1íḍe"/>
                    <p:cNvSpPr/>
                    <p:nvPr/>
                  </p:nvSpPr>
                  <p:spPr bwMode="auto">
                    <a:xfrm>
                      <a:off x="3614738" y="2106613"/>
                      <a:ext cx="749300" cy="3636963"/>
                    </a:xfrm>
                    <a:prstGeom prst="rect">
                      <a:avLst/>
                    </a:prstGeom>
                    <a:solidFill>
                      <a:srgbClr val="8FD5E6"/>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73" name="í$1idè"/>
                    <p:cNvSpPr/>
                    <p:nvPr/>
                  </p:nvSpPr>
                  <p:spPr bwMode="auto">
                    <a:xfrm>
                      <a:off x="3614738" y="2106613"/>
                      <a:ext cx="749300" cy="1123950"/>
                    </a:xfrm>
                    <a:prstGeom prst="rect">
                      <a:avLst/>
                    </a:prstGeom>
                    <a:solidFill>
                      <a:srgbClr val="3787BC"/>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75" name="ïšļíḋe"/>
                    <p:cNvSpPr/>
                    <p:nvPr/>
                  </p:nvSpPr>
                  <p:spPr bwMode="auto">
                    <a:xfrm>
                      <a:off x="4651376" y="2459038"/>
                      <a:ext cx="771525" cy="3284538"/>
                    </a:xfrm>
                    <a:prstGeom prst="rect">
                      <a:avLst/>
                    </a:prstGeom>
                    <a:solidFill>
                      <a:srgbClr val="8FD5E6"/>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77" name="îŝ1iḑé"/>
                    <p:cNvSpPr/>
                    <p:nvPr/>
                  </p:nvSpPr>
                  <p:spPr bwMode="auto">
                    <a:xfrm>
                      <a:off x="4651376" y="2459038"/>
                      <a:ext cx="771525" cy="573088"/>
                    </a:xfrm>
                    <a:prstGeom prst="rect">
                      <a:avLst/>
                    </a:prstGeom>
                    <a:solidFill>
                      <a:srgbClr val="3787BC"/>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78" name="iṥľiďè"/>
                    <p:cNvSpPr/>
                    <p:nvPr/>
                  </p:nvSpPr>
                  <p:spPr bwMode="auto">
                    <a:xfrm>
                      <a:off x="5708651" y="2833688"/>
                      <a:ext cx="750888" cy="2909888"/>
                    </a:xfrm>
                    <a:prstGeom prst="rect">
                      <a:avLst/>
                    </a:prstGeom>
                    <a:solidFill>
                      <a:srgbClr val="8FD5E6"/>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79" name="ïšļiḓè"/>
                    <p:cNvSpPr/>
                    <p:nvPr/>
                  </p:nvSpPr>
                  <p:spPr bwMode="auto">
                    <a:xfrm>
                      <a:off x="5708651" y="2833688"/>
                      <a:ext cx="750888" cy="661988"/>
                    </a:xfrm>
                    <a:prstGeom prst="rect">
                      <a:avLst/>
                    </a:prstGeom>
                    <a:solidFill>
                      <a:srgbClr val="3787BC"/>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80" name="î$ḷîdê"/>
                    <p:cNvSpPr/>
                    <p:nvPr/>
                  </p:nvSpPr>
                  <p:spPr bwMode="auto">
                    <a:xfrm>
                      <a:off x="6745288" y="3605213"/>
                      <a:ext cx="750888" cy="2138363"/>
                    </a:xfrm>
                    <a:prstGeom prst="rect">
                      <a:avLst/>
                    </a:prstGeom>
                    <a:solidFill>
                      <a:srgbClr val="8FD5E6"/>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81" name="ïṡḻïdê"/>
                    <p:cNvSpPr/>
                    <p:nvPr/>
                  </p:nvSpPr>
                  <p:spPr bwMode="auto">
                    <a:xfrm>
                      <a:off x="6745288" y="3605213"/>
                      <a:ext cx="750888" cy="396875"/>
                    </a:xfrm>
                    <a:prstGeom prst="rect">
                      <a:avLst/>
                    </a:prstGeom>
                    <a:solidFill>
                      <a:srgbClr val="3787BC"/>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90" name="ïšľïḑè"/>
                    <p:cNvSpPr/>
                    <p:nvPr/>
                  </p:nvSpPr>
                  <p:spPr bwMode="auto">
                    <a:xfrm>
                      <a:off x="7781926" y="4464050"/>
                      <a:ext cx="771525" cy="1279525"/>
                    </a:xfrm>
                    <a:prstGeom prst="rect">
                      <a:avLst/>
                    </a:prstGeom>
                    <a:solidFill>
                      <a:srgbClr val="8FD5E6"/>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91" name="ïSľíḍê"/>
                    <p:cNvSpPr/>
                    <p:nvPr/>
                  </p:nvSpPr>
                  <p:spPr bwMode="auto">
                    <a:xfrm>
                      <a:off x="7781926" y="4464050"/>
                      <a:ext cx="771525" cy="331788"/>
                    </a:xfrm>
                    <a:prstGeom prst="rect">
                      <a:avLst/>
                    </a:prstGeom>
                    <a:solidFill>
                      <a:srgbClr val="3787BC"/>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92" name="îṡlïḋe"/>
                    <p:cNvSpPr/>
                    <p:nvPr/>
                  </p:nvSpPr>
                  <p:spPr bwMode="auto">
                    <a:xfrm>
                      <a:off x="3657601" y="1136650"/>
                      <a:ext cx="4940300" cy="2865438"/>
                    </a:xfrm>
                    <a:custGeom>
                      <a:avLst/>
                      <a:gdLst>
                        <a:gd name="T0" fmla="*/ 3112 w 3112"/>
                        <a:gd name="T1" fmla="*/ 1305 h 1805"/>
                        <a:gd name="T2" fmla="*/ 3112 w 3112"/>
                        <a:gd name="T3" fmla="*/ 1805 h 1805"/>
                        <a:gd name="T4" fmla="*/ 2612 w 3112"/>
                        <a:gd name="T5" fmla="*/ 1624 h 1805"/>
                        <a:gd name="T6" fmla="*/ 2765 w 3112"/>
                        <a:gd name="T7" fmla="*/ 1527 h 1805"/>
                        <a:gd name="T8" fmla="*/ 2515 w 3112"/>
                        <a:gd name="T9" fmla="*/ 1166 h 1805"/>
                        <a:gd name="T10" fmla="*/ 2195 w 3112"/>
                        <a:gd name="T11" fmla="*/ 1222 h 1805"/>
                        <a:gd name="T12" fmla="*/ 1890 w 3112"/>
                        <a:gd name="T13" fmla="*/ 764 h 1805"/>
                        <a:gd name="T14" fmla="*/ 1570 w 3112"/>
                        <a:gd name="T15" fmla="*/ 875 h 1805"/>
                        <a:gd name="T16" fmla="*/ 1084 w 3112"/>
                        <a:gd name="T17" fmla="*/ 417 h 1805"/>
                        <a:gd name="T18" fmla="*/ 848 w 3112"/>
                        <a:gd name="T19" fmla="*/ 556 h 1805"/>
                        <a:gd name="T20" fmla="*/ 0 w 3112"/>
                        <a:gd name="T21" fmla="*/ 236 h 1805"/>
                        <a:gd name="T22" fmla="*/ 84 w 3112"/>
                        <a:gd name="T23" fmla="*/ 0 h 1805"/>
                        <a:gd name="T24" fmla="*/ 820 w 3112"/>
                        <a:gd name="T25" fmla="*/ 278 h 1805"/>
                        <a:gd name="T26" fmla="*/ 1112 w 3112"/>
                        <a:gd name="T27" fmla="*/ 111 h 1805"/>
                        <a:gd name="T28" fmla="*/ 1626 w 3112"/>
                        <a:gd name="T29" fmla="*/ 583 h 1805"/>
                        <a:gd name="T30" fmla="*/ 1987 w 3112"/>
                        <a:gd name="T31" fmla="*/ 458 h 1805"/>
                        <a:gd name="T32" fmla="*/ 2320 w 3112"/>
                        <a:gd name="T33" fmla="*/ 944 h 1805"/>
                        <a:gd name="T34" fmla="*/ 2626 w 3112"/>
                        <a:gd name="T35" fmla="*/ 875 h 1805"/>
                        <a:gd name="T36" fmla="*/ 2973 w 3112"/>
                        <a:gd name="T37" fmla="*/ 1388 h 1805"/>
                        <a:gd name="T38" fmla="*/ 3112 w 3112"/>
                        <a:gd name="T39" fmla="*/ 1305 h 18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112" h="1805">
                          <a:moveTo>
                            <a:pt x="3112" y="1305"/>
                          </a:moveTo>
                          <a:lnTo>
                            <a:pt x="3112" y="1805"/>
                          </a:lnTo>
                          <a:lnTo>
                            <a:pt x="2612" y="1624"/>
                          </a:lnTo>
                          <a:lnTo>
                            <a:pt x="2765" y="1527"/>
                          </a:lnTo>
                          <a:lnTo>
                            <a:pt x="2515" y="1166"/>
                          </a:lnTo>
                          <a:lnTo>
                            <a:pt x="2195" y="1222"/>
                          </a:lnTo>
                          <a:lnTo>
                            <a:pt x="1890" y="764"/>
                          </a:lnTo>
                          <a:lnTo>
                            <a:pt x="1570" y="875"/>
                          </a:lnTo>
                          <a:lnTo>
                            <a:pt x="1084" y="417"/>
                          </a:lnTo>
                          <a:lnTo>
                            <a:pt x="848" y="556"/>
                          </a:lnTo>
                          <a:lnTo>
                            <a:pt x="0" y="236"/>
                          </a:lnTo>
                          <a:lnTo>
                            <a:pt x="84" y="0"/>
                          </a:lnTo>
                          <a:lnTo>
                            <a:pt x="820" y="278"/>
                          </a:lnTo>
                          <a:lnTo>
                            <a:pt x="1112" y="111"/>
                          </a:lnTo>
                          <a:lnTo>
                            <a:pt x="1626" y="583"/>
                          </a:lnTo>
                          <a:lnTo>
                            <a:pt x="1987" y="458"/>
                          </a:lnTo>
                          <a:lnTo>
                            <a:pt x="2320" y="944"/>
                          </a:lnTo>
                          <a:lnTo>
                            <a:pt x="2626" y="875"/>
                          </a:lnTo>
                          <a:lnTo>
                            <a:pt x="2973" y="1388"/>
                          </a:lnTo>
                          <a:lnTo>
                            <a:pt x="3112" y="1305"/>
                          </a:lnTo>
                          <a:close/>
                        </a:path>
                      </a:pathLst>
                    </a:custGeom>
                    <a:solidFill>
                      <a:srgbClr val="FD5A1E"/>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p>
                  </p:txBody>
                </p:sp>
              </p:grpSp>
              <p:grpSp>
                <p:nvGrpSpPr>
                  <p:cNvPr id="159" name="组合 158"/>
                  <p:cNvGrpSpPr/>
                  <p:nvPr/>
                </p:nvGrpSpPr>
                <p:grpSpPr>
                  <a:xfrm>
                    <a:off x="2347940" y="3126117"/>
                    <a:ext cx="483318" cy="483256"/>
                    <a:chOff x="4992153" y="5058387"/>
                    <a:chExt cx="183315" cy="183292"/>
                  </a:xfrm>
                </p:grpSpPr>
                <p:sp>
                  <p:nvSpPr>
                    <p:cNvPr id="161" name="矩形 160"/>
                    <p:cNvSpPr/>
                    <p:nvPr/>
                  </p:nvSpPr>
                  <p:spPr>
                    <a:xfrm>
                      <a:off x="5001989" y="5068223"/>
                      <a:ext cx="164175" cy="164176"/>
                    </a:xfrm>
                    <a:prstGeom prst="rect">
                      <a:avLst/>
                    </a:prstGeom>
                    <a:noFill/>
                    <a:ln w="6350">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lang="en-US"/>
                    </a:p>
                  </p:txBody>
                </p:sp>
                <p:sp>
                  <p:nvSpPr>
                    <p:cNvPr id="162" name="椭圆 161"/>
                    <p:cNvSpPr/>
                    <p:nvPr/>
                  </p:nvSpPr>
                  <p:spPr>
                    <a:xfrm flipH="1">
                      <a:off x="4992153" y="5058387"/>
                      <a:ext cx="19673" cy="19673"/>
                    </a:xfrm>
                    <a:prstGeom prst="ellipse">
                      <a:avLst/>
                    </a:prstGeom>
                    <a:solidFill>
                      <a:schemeClr val="bg1"/>
                    </a:solidFill>
                    <a:ln w="6350">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 name="椭圆 162"/>
                    <p:cNvSpPr/>
                    <p:nvPr/>
                  </p:nvSpPr>
                  <p:spPr>
                    <a:xfrm flipH="1">
                      <a:off x="5073974" y="5058387"/>
                      <a:ext cx="19673" cy="19673"/>
                    </a:xfrm>
                    <a:prstGeom prst="ellipse">
                      <a:avLst/>
                    </a:prstGeom>
                    <a:solidFill>
                      <a:schemeClr val="bg1"/>
                    </a:solidFill>
                    <a:ln w="6350">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 name="椭圆 163"/>
                    <p:cNvSpPr/>
                    <p:nvPr/>
                  </p:nvSpPr>
                  <p:spPr>
                    <a:xfrm flipH="1">
                      <a:off x="5155795" y="5058387"/>
                      <a:ext cx="19673" cy="19673"/>
                    </a:xfrm>
                    <a:prstGeom prst="ellipse">
                      <a:avLst/>
                    </a:prstGeom>
                    <a:solidFill>
                      <a:schemeClr val="bg1"/>
                    </a:solidFill>
                    <a:ln w="6350">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5" name="椭圆 164"/>
                    <p:cNvSpPr/>
                    <p:nvPr/>
                  </p:nvSpPr>
                  <p:spPr>
                    <a:xfrm flipH="1">
                      <a:off x="4992153" y="5222006"/>
                      <a:ext cx="19673" cy="19673"/>
                    </a:xfrm>
                    <a:prstGeom prst="ellipse">
                      <a:avLst/>
                    </a:prstGeom>
                    <a:solidFill>
                      <a:schemeClr val="bg1"/>
                    </a:solidFill>
                    <a:ln w="6350">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6" name="椭圆 165"/>
                    <p:cNvSpPr/>
                    <p:nvPr/>
                  </p:nvSpPr>
                  <p:spPr>
                    <a:xfrm flipH="1">
                      <a:off x="5073974" y="5222006"/>
                      <a:ext cx="19673" cy="19673"/>
                    </a:xfrm>
                    <a:prstGeom prst="ellipse">
                      <a:avLst/>
                    </a:prstGeom>
                    <a:solidFill>
                      <a:schemeClr val="bg1"/>
                    </a:solidFill>
                    <a:ln w="6350">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9" name="椭圆 168"/>
                    <p:cNvSpPr/>
                    <p:nvPr/>
                  </p:nvSpPr>
                  <p:spPr>
                    <a:xfrm flipH="1">
                      <a:off x="5155795" y="5222006"/>
                      <a:ext cx="19673" cy="19673"/>
                    </a:xfrm>
                    <a:prstGeom prst="ellipse">
                      <a:avLst/>
                    </a:prstGeom>
                    <a:solidFill>
                      <a:schemeClr val="bg1"/>
                    </a:solidFill>
                    <a:ln w="6350">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0" name="椭圆 169"/>
                    <p:cNvSpPr/>
                    <p:nvPr/>
                  </p:nvSpPr>
                  <p:spPr>
                    <a:xfrm flipH="1">
                      <a:off x="4992153" y="5136664"/>
                      <a:ext cx="19673" cy="19673"/>
                    </a:xfrm>
                    <a:prstGeom prst="ellipse">
                      <a:avLst/>
                    </a:prstGeom>
                    <a:solidFill>
                      <a:schemeClr val="bg1"/>
                    </a:solidFill>
                    <a:ln w="6350">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1" name="椭圆 170"/>
                    <p:cNvSpPr/>
                    <p:nvPr/>
                  </p:nvSpPr>
                  <p:spPr>
                    <a:xfrm flipH="1">
                      <a:off x="5155790" y="5136664"/>
                      <a:ext cx="19673" cy="19673"/>
                    </a:xfrm>
                    <a:prstGeom prst="ellipse">
                      <a:avLst/>
                    </a:prstGeom>
                    <a:solidFill>
                      <a:schemeClr val="bg1"/>
                    </a:solidFill>
                    <a:ln w="6350">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grpSp>
      </p:grpSp>
      <p:sp>
        <p:nvSpPr>
          <p:cNvPr id="2" name="矩形 1"/>
          <p:cNvSpPr/>
          <p:nvPr/>
        </p:nvSpPr>
        <p:spPr>
          <a:xfrm>
            <a:off x="8978025" y="128575"/>
            <a:ext cx="2540875" cy="771556"/>
          </a:xfrm>
          <a:prstGeom prst="rect">
            <a:avLst/>
          </a:prstGeom>
          <a:solidFill>
            <a:srgbClr val="F73434"/>
          </a:solidFill>
          <a:ln w="12700">
            <a:noFill/>
            <a:prstDash val="sysDash"/>
          </a:ln>
        </p:spPr>
        <p:txBody>
          <a:bodyPr wrap="square" lIns="91440" tIns="91440" rIns="91440" bIns="91440" rtlCol="0" anchor="ctr">
            <a:noAutofit/>
          </a:bodyPr>
          <a:lstStyle/>
          <a:p>
            <a:pPr>
              <a:lnSpc>
                <a:spcPct val="120000"/>
              </a:lnSpc>
            </a:pPr>
            <a:r>
              <a:rPr lang="en-US" altLang="zh-CN" sz="800" b="1" dirty="0">
                <a:solidFill>
                  <a:schemeClr val="bg1"/>
                </a:solidFill>
              </a:rPr>
              <a:t>Note:</a:t>
            </a:r>
          </a:p>
          <a:p>
            <a:pPr>
              <a:lnSpc>
                <a:spcPct val="120000"/>
              </a:lnSpc>
            </a:pPr>
            <a:r>
              <a:rPr lang="zh-CN" altLang="en-US" sz="800" dirty="0">
                <a:solidFill>
                  <a:schemeClr val="bg1"/>
                </a:solidFill>
              </a:rPr>
              <a:t>本页为说明页，使用时请删除本页内容。</a:t>
            </a:r>
          </a:p>
          <a:p>
            <a:pPr>
              <a:lnSpc>
                <a:spcPct val="120000"/>
              </a:lnSpc>
            </a:pPr>
            <a:r>
              <a:rPr lang="en-US" altLang="zh-CN" sz="800" dirty="0">
                <a:solidFill>
                  <a:schemeClr val="bg1"/>
                </a:solidFill>
              </a:rPr>
              <a:t>This slide is an instruction. Please </a:t>
            </a:r>
            <a:r>
              <a:rPr lang="en-US" altLang="zh-CN" sz="800">
                <a:solidFill>
                  <a:schemeClr val="bg1"/>
                </a:solidFill>
              </a:rPr>
              <a:t>delete </a:t>
            </a:r>
            <a:r>
              <a:rPr lang="en-US" altLang="zh-CN" sz="100">
                <a:solidFill>
                  <a:schemeClr val="bg1"/>
                </a:solidFill>
              </a:rPr>
              <a:t> </a:t>
            </a:r>
            <a:r>
              <a:rPr lang="en-US" altLang="zh-CN" sz="800">
                <a:solidFill>
                  <a:schemeClr val="bg1"/>
                </a:solidFill>
              </a:rPr>
              <a:t>this </a:t>
            </a:r>
            <a:r>
              <a:rPr lang="en-US" altLang="zh-CN" sz="800" dirty="0">
                <a:solidFill>
                  <a:schemeClr val="bg1"/>
                </a:solidFill>
              </a:rPr>
              <a:t>slide before using it for presentation.</a:t>
            </a:r>
          </a:p>
        </p:txBody>
      </p:sp>
    </p:spTree>
    <p:custDataLst>
      <p:tags r:id="rId1"/>
    </p:custData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grpSp>
        <p:nvGrpSpPr>
          <p:cNvPr id="47" name="组合 46"/>
          <p:cNvGrpSpPr/>
          <p:nvPr/>
        </p:nvGrpSpPr>
        <p:grpSpPr>
          <a:xfrm>
            <a:off x="5252647" y="0"/>
            <a:ext cx="6939359" cy="6858000"/>
            <a:chOff x="5252643" y="0"/>
            <a:chExt cx="6939358" cy="6858000"/>
          </a:xfrm>
          <a:solidFill>
            <a:srgbClr val="F7F7F7"/>
          </a:solidFill>
        </p:grpSpPr>
        <p:sp>
          <p:nvSpPr>
            <p:cNvPr id="48" name="任意多边形: 形状 47"/>
            <p:cNvSpPr/>
            <p:nvPr/>
          </p:nvSpPr>
          <p:spPr>
            <a:xfrm rot="19800000">
              <a:off x="7350845" y="2199545"/>
              <a:ext cx="2772000" cy="2772000"/>
            </a:xfrm>
            <a:custGeom>
              <a:avLst/>
              <a:gdLst>
                <a:gd name="connsiteX0" fmla="*/ 786764 w 1905000"/>
                <a:gd name="connsiteY0" fmla="*/ 1857375 h 1866900"/>
                <a:gd name="connsiteX1" fmla="*/ 1116329 w 1905000"/>
                <a:gd name="connsiteY1" fmla="*/ 1857375 h 1866900"/>
                <a:gd name="connsiteX2" fmla="*/ 1047749 w 1905000"/>
                <a:gd name="connsiteY2" fmla="*/ 1866900 h 1866900"/>
                <a:gd name="connsiteX3" fmla="*/ 855344 w 1905000"/>
                <a:gd name="connsiteY3" fmla="*/ 1866900 h 1866900"/>
                <a:gd name="connsiteX4" fmla="*/ 786764 w 1905000"/>
                <a:gd name="connsiteY4" fmla="*/ 1857375 h 1866900"/>
                <a:gd name="connsiteX5" fmla="*/ 614362 w 1905000"/>
                <a:gd name="connsiteY5" fmla="*/ 1809750 h 1866900"/>
                <a:gd name="connsiteX6" fmla="*/ 1290637 w 1905000"/>
                <a:gd name="connsiteY6" fmla="*/ 1809750 h 1866900"/>
                <a:gd name="connsiteX7" fmla="*/ 1263967 w 1905000"/>
                <a:gd name="connsiteY7" fmla="*/ 1819275 h 1866900"/>
                <a:gd name="connsiteX8" fmla="*/ 640079 w 1905000"/>
                <a:gd name="connsiteY8" fmla="*/ 1819275 h 1866900"/>
                <a:gd name="connsiteX9" fmla="*/ 614362 w 1905000"/>
                <a:gd name="connsiteY9" fmla="*/ 1809750 h 1866900"/>
                <a:gd name="connsiteX10" fmla="*/ 509587 w 1905000"/>
                <a:gd name="connsiteY10" fmla="*/ 1762125 h 1866900"/>
                <a:gd name="connsiteX11" fmla="*/ 1396365 w 1905000"/>
                <a:gd name="connsiteY11" fmla="*/ 1762125 h 1866900"/>
                <a:gd name="connsiteX12" fmla="*/ 1377315 w 1905000"/>
                <a:gd name="connsiteY12" fmla="*/ 1771650 h 1866900"/>
                <a:gd name="connsiteX13" fmla="*/ 527685 w 1905000"/>
                <a:gd name="connsiteY13" fmla="*/ 1771650 h 1866900"/>
                <a:gd name="connsiteX14" fmla="*/ 509587 w 1905000"/>
                <a:gd name="connsiteY14" fmla="*/ 1762125 h 1866900"/>
                <a:gd name="connsiteX15" fmla="*/ 428625 w 1905000"/>
                <a:gd name="connsiteY15" fmla="*/ 1714500 h 1866900"/>
                <a:gd name="connsiteX16" fmla="*/ 1478280 w 1905000"/>
                <a:gd name="connsiteY16" fmla="*/ 1714500 h 1866900"/>
                <a:gd name="connsiteX17" fmla="*/ 1463040 w 1905000"/>
                <a:gd name="connsiteY17" fmla="*/ 1724025 h 1866900"/>
                <a:gd name="connsiteX18" fmla="*/ 443865 w 1905000"/>
                <a:gd name="connsiteY18" fmla="*/ 1724025 h 1866900"/>
                <a:gd name="connsiteX19" fmla="*/ 428625 w 1905000"/>
                <a:gd name="connsiteY19" fmla="*/ 1714500 h 1866900"/>
                <a:gd name="connsiteX20" fmla="*/ 362902 w 1905000"/>
                <a:gd name="connsiteY20" fmla="*/ 1666875 h 1866900"/>
                <a:gd name="connsiteX21" fmla="*/ 1544002 w 1905000"/>
                <a:gd name="connsiteY21" fmla="*/ 1666875 h 1866900"/>
                <a:gd name="connsiteX22" fmla="*/ 1531620 w 1905000"/>
                <a:gd name="connsiteY22" fmla="*/ 1676400 h 1866900"/>
                <a:gd name="connsiteX23" fmla="*/ 375285 w 1905000"/>
                <a:gd name="connsiteY23" fmla="*/ 1676400 h 1866900"/>
                <a:gd name="connsiteX24" fmla="*/ 362902 w 1905000"/>
                <a:gd name="connsiteY24" fmla="*/ 1666875 h 1866900"/>
                <a:gd name="connsiteX25" fmla="*/ 306705 w 1905000"/>
                <a:gd name="connsiteY25" fmla="*/ 1619250 h 1866900"/>
                <a:gd name="connsiteX26" fmla="*/ 1599247 w 1905000"/>
                <a:gd name="connsiteY26" fmla="*/ 1619250 h 1866900"/>
                <a:gd name="connsiteX27" fmla="*/ 1588770 w 1905000"/>
                <a:gd name="connsiteY27" fmla="*/ 1628775 h 1866900"/>
                <a:gd name="connsiteX28" fmla="*/ 317182 w 1905000"/>
                <a:gd name="connsiteY28" fmla="*/ 1628775 h 1866900"/>
                <a:gd name="connsiteX29" fmla="*/ 306705 w 1905000"/>
                <a:gd name="connsiteY29" fmla="*/ 1619250 h 1866900"/>
                <a:gd name="connsiteX30" fmla="*/ 258127 w 1905000"/>
                <a:gd name="connsiteY30" fmla="*/ 1571625 h 1866900"/>
                <a:gd name="connsiteX31" fmla="*/ 1646872 w 1905000"/>
                <a:gd name="connsiteY31" fmla="*/ 1571625 h 1866900"/>
                <a:gd name="connsiteX32" fmla="*/ 1637347 w 1905000"/>
                <a:gd name="connsiteY32" fmla="*/ 1581150 h 1866900"/>
                <a:gd name="connsiteX33" fmla="*/ 266699 w 1905000"/>
                <a:gd name="connsiteY33" fmla="*/ 1581150 h 1866900"/>
                <a:gd name="connsiteX34" fmla="*/ 258127 w 1905000"/>
                <a:gd name="connsiteY34" fmla="*/ 1571625 h 1866900"/>
                <a:gd name="connsiteX35" fmla="*/ 216217 w 1905000"/>
                <a:gd name="connsiteY35" fmla="*/ 1524000 h 1866900"/>
                <a:gd name="connsiteX36" fmla="*/ 1687830 w 1905000"/>
                <a:gd name="connsiteY36" fmla="*/ 1524000 h 1866900"/>
                <a:gd name="connsiteX37" fmla="*/ 1680209 w 1905000"/>
                <a:gd name="connsiteY37" fmla="*/ 1533525 h 1866900"/>
                <a:gd name="connsiteX38" fmla="*/ 223837 w 1905000"/>
                <a:gd name="connsiteY38" fmla="*/ 1533525 h 1866900"/>
                <a:gd name="connsiteX39" fmla="*/ 216217 w 1905000"/>
                <a:gd name="connsiteY39" fmla="*/ 1524000 h 1866900"/>
                <a:gd name="connsiteX40" fmla="*/ 180022 w 1905000"/>
                <a:gd name="connsiteY40" fmla="*/ 1476375 h 1866900"/>
                <a:gd name="connsiteX41" fmla="*/ 1724977 w 1905000"/>
                <a:gd name="connsiteY41" fmla="*/ 1476375 h 1866900"/>
                <a:gd name="connsiteX42" fmla="*/ 1718310 w 1905000"/>
                <a:gd name="connsiteY42" fmla="*/ 1485900 h 1866900"/>
                <a:gd name="connsiteX43" fmla="*/ 186690 w 1905000"/>
                <a:gd name="connsiteY43" fmla="*/ 1485900 h 1866900"/>
                <a:gd name="connsiteX44" fmla="*/ 180022 w 1905000"/>
                <a:gd name="connsiteY44" fmla="*/ 1476375 h 1866900"/>
                <a:gd name="connsiteX45" fmla="*/ 147637 w 1905000"/>
                <a:gd name="connsiteY45" fmla="*/ 1428750 h 1866900"/>
                <a:gd name="connsiteX46" fmla="*/ 1756410 w 1905000"/>
                <a:gd name="connsiteY46" fmla="*/ 1428750 h 1866900"/>
                <a:gd name="connsiteX47" fmla="*/ 1750695 w 1905000"/>
                <a:gd name="connsiteY47" fmla="*/ 1438275 h 1866900"/>
                <a:gd name="connsiteX48" fmla="*/ 153352 w 1905000"/>
                <a:gd name="connsiteY48" fmla="*/ 1438275 h 1866900"/>
                <a:gd name="connsiteX49" fmla="*/ 147637 w 1905000"/>
                <a:gd name="connsiteY49" fmla="*/ 1428750 h 1866900"/>
                <a:gd name="connsiteX50" fmla="*/ 119062 w 1905000"/>
                <a:gd name="connsiteY50" fmla="*/ 1381125 h 1866900"/>
                <a:gd name="connsiteX51" fmla="*/ 1785937 w 1905000"/>
                <a:gd name="connsiteY51" fmla="*/ 1381125 h 1866900"/>
                <a:gd name="connsiteX52" fmla="*/ 1780222 w 1905000"/>
                <a:gd name="connsiteY52" fmla="*/ 1390650 h 1866900"/>
                <a:gd name="connsiteX53" fmla="*/ 124777 w 1905000"/>
                <a:gd name="connsiteY53" fmla="*/ 1390650 h 1866900"/>
                <a:gd name="connsiteX54" fmla="*/ 119062 w 1905000"/>
                <a:gd name="connsiteY54" fmla="*/ 1381125 h 1866900"/>
                <a:gd name="connsiteX55" fmla="*/ 95250 w 1905000"/>
                <a:gd name="connsiteY55" fmla="*/ 1333500 h 1866900"/>
                <a:gd name="connsiteX56" fmla="*/ 1810703 w 1905000"/>
                <a:gd name="connsiteY56" fmla="*/ 1333500 h 1866900"/>
                <a:gd name="connsiteX57" fmla="*/ 1805940 w 1905000"/>
                <a:gd name="connsiteY57" fmla="*/ 1343025 h 1866900"/>
                <a:gd name="connsiteX58" fmla="*/ 100013 w 1905000"/>
                <a:gd name="connsiteY58" fmla="*/ 1343025 h 1866900"/>
                <a:gd name="connsiteX59" fmla="*/ 95250 w 1905000"/>
                <a:gd name="connsiteY59" fmla="*/ 1333500 h 1866900"/>
                <a:gd name="connsiteX60" fmla="*/ 73342 w 1905000"/>
                <a:gd name="connsiteY60" fmla="*/ 1285875 h 1866900"/>
                <a:gd name="connsiteX61" fmla="*/ 1830705 w 1905000"/>
                <a:gd name="connsiteY61" fmla="*/ 1285875 h 1866900"/>
                <a:gd name="connsiteX62" fmla="*/ 1826895 w 1905000"/>
                <a:gd name="connsiteY62" fmla="*/ 1295400 h 1866900"/>
                <a:gd name="connsiteX63" fmla="*/ 77152 w 1905000"/>
                <a:gd name="connsiteY63" fmla="*/ 1295400 h 1866900"/>
                <a:gd name="connsiteX64" fmla="*/ 73342 w 1905000"/>
                <a:gd name="connsiteY64" fmla="*/ 1285875 h 1866900"/>
                <a:gd name="connsiteX65" fmla="*/ 55245 w 1905000"/>
                <a:gd name="connsiteY65" fmla="*/ 1238250 h 1866900"/>
                <a:gd name="connsiteX66" fmla="*/ 1850708 w 1905000"/>
                <a:gd name="connsiteY66" fmla="*/ 1238250 h 1866900"/>
                <a:gd name="connsiteX67" fmla="*/ 1846898 w 1905000"/>
                <a:gd name="connsiteY67" fmla="*/ 1247775 h 1866900"/>
                <a:gd name="connsiteX68" fmla="*/ 59055 w 1905000"/>
                <a:gd name="connsiteY68" fmla="*/ 1247775 h 1866900"/>
                <a:gd name="connsiteX69" fmla="*/ 55245 w 1905000"/>
                <a:gd name="connsiteY69" fmla="*/ 1238250 h 1866900"/>
                <a:gd name="connsiteX70" fmla="*/ 40004 w 1905000"/>
                <a:gd name="connsiteY70" fmla="*/ 1190625 h 1866900"/>
                <a:gd name="connsiteX71" fmla="*/ 1865947 w 1905000"/>
                <a:gd name="connsiteY71" fmla="*/ 1190625 h 1866900"/>
                <a:gd name="connsiteX72" fmla="*/ 1863089 w 1905000"/>
                <a:gd name="connsiteY72" fmla="*/ 1200150 h 1866900"/>
                <a:gd name="connsiteX73" fmla="*/ 42862 w 1905000"/>
                <a:gd name="connsiteY73" fmla="*/ 1200150 h 1866900"/>
                <a:gd name="connsiteX74" fmla="*/ 40004 w 1905000"/>
                <a:gd name="connsiteY74" fmla="*/ 1190625 h 1866900"/>
                <a:gd name="connsiteX75" fmla="*/ 26669 w 1905000"/>
                <a:gd name="connsiteY75" fmla="*/ 1143000 h 1866900"/>
                <a:gd name="connsiteX76" fmla="*/ 1878329 w 1905000"/>
                <a:gd name="connsiteY76" fmla="*/ 1143000 h 1866900"/>
                <a:gd name="connsiteX77" fmla="*/ 1876424 w 1905000"/>
                <a:gd name="connsiteY77" fmla="*/ 1152525 h 1866900"/>
                <a:gd name="connsiteX78" fmla="*/ 29526 w 1905000"/>
                <a:gd name="connsiteY78" fmla="*/ 1152525 h 1866900"/>
                <a:gd name="connsiteX79" fmla="*/ 26669 w 1905000"/>
                <a:gd name="connsiteY79" fmla="*/ 1143000 h 1866900"/>
                <a:gd name="connsiteX80" fmla="*/ 16192 w 1905000"/>
                <a:gd name="connsiteY80" fmla="*/ 1095375 h 1866900"/>
                <a:gd name="connsiteX81" fmla="*/ 1888807 w 1905000"/>
                <a:gd name="connsiteY81" fmla="*/ 1095375 h 1866900"/>
                <a:gd name="connsiteX82" fmla="*/ 1886902 w 1905000"/>
                <a:gd name="connsiteY82" fmla="*/ 1104900 h 1866900"/>
                <a:gd name="connsiteX83" fmla="*/ 18097 w 1905000"/>
                <a:gd name="connsiteY83" fmla="*/ 1104900 h 1866900"/>
                <a:gd name="connsiteX84" fmla="*/ 16192 w 1905000"/>
                <a:gd name="connsiteY84" fmla="*/ 1095375 h 1866900"/>
                <a:gd name="connsiteX85" fmla="*/ 8572 w 1905000"/>
                <a:gd name="connsiteY85" fmla="*/ 1047750 h 1866900"/>
                <a:gd name="connsiteX86" fmla="*/ 1896427 w 1905000"/>
                <a:gd name="connsiteY86" fmla="*/ 1047750 h 1866900"/>
                <a:gd name="connsiteX87" fmla="*/ 1895475 w 1905000"/>
                <a:gd name="connsiteY87" fmla="*/ 1057275 h 1866900"/>
                <a:gd name="connsiteX88" fmla="*/ 9525 w 1905000"/>
                <a:gd name="connsiteY88" fmla="*/ 1057275 h 1866900"/>
                <a:gd name="connsiteX89" fmla="*/ 8572 w 1905000"/>
                <a:gd name="connsiteY89" fmla="*/ 1047750 h 1866900"/>
                <a:gd name="connsiteX90" fmla="*/ 3810 w 1905000"/>
                <a:gd name="connsiteY90" fmla="*/ 1000125 h 1866900"/>
                <a:gd name="connsiteX91" fmla="*/ 1902143 w 1905000"/>
                <a:gd name="connsiteY91" fmla="*/ 1000125 h 1866900"/>
                <a:gd name="connsiteX92" fmla="*/ 1901190 w 1905000"/>
                <a:gd name="connsiteY92" fmla="*/ 1009650 h 1866900"/>
                <a:gd name="connsiteX93" fmla="*/ 4762 w 1905000"/>
                <a:gd name="connsiteY93" fmla="*/ 1009650 h 1866900"/>
                <a:gd name="connsiteX94" fmla="*/ 3810 w 1905000"/>
                <a:gd name="connsiteY94" fmla="*/ 1000125 h 1866900"/>
                <a:gd name="connsiteX95" fmla="*/ 952 w 1905000"/>
                <a:gd name="connsiteY95" fmla="*/ 952500 h 1866900"/>
                <a:gd name="connsiteX96" fmla="*/ 1904047 w 1905000"/>
                <a:gd name="connsiteY96" fmla="*/ 952500 h 1866900"/>
                <a:gd name="connsiteX97" fmla="*/ 1904047 w 1905000"/>
                <a:gd name="connsiteY97" fmla="*/ 962025 h 1866900"/>
                <a:gd name="connsiteX98" fmla="*/ 952 w 1905000"/>
                <a:gd name="connsiteY98" fmla="*/ 962025 h 1866900"/>
                <a:gd name="connsiteX99" fmla="*/ 952 w 1905000"/>
                <a:gd name="connsiteY99" fmla="*/ 952500 h 1866900"/>
                <a:gd name="connsiteX100" fmla="*/ 0 w 1905000"/>
                <a:gd name="connsiteY100" fmla="*/ 904875 h 1866900"/>
                <a:gd name="connsiteX101" fmla="*/ 1905000 w 1905000"/>
                <a:gd name="connsiteY101" fmla="*/ 904875 h 1866900"/>
                <a:gd name="connsiteX102" fmla="*/ 1905000 w 1905000"/>
                <a:gd name="connsiteY102" fmla="*/ 914400 h 1866900"/>
                <a:gd name="connsiteX103" fmla="*/ 0 w 1905000"/>
                <a:gd name="connsiteY103" fmla="*/ 914400 h 1866900"/>
                <a:gd name="connsiteX104" fmla="*/ 0 w 1905000"/>
                <a:gd name="connsiteY104" fmla="*/ 904875 h 1866900"/>
                <a:gd name="connsiteX105" fmla="*/ 1905 w 1905000"/>
                <a:gd name="connsiteY105" fmla="*/ 857250 h 1866900"/>
                <a:gd name="connsiteX106" fmla="*/ 1902142 w 1905000"/>
                <a:gd name="connsiteY106" fmla="*/ 857250 h 1866900"/>
                <a:gd name="connsiteX107" fmla="*/ 1903095 w 1905000"/>
                <a:gd name="connsiteY107" fmla="*/ 866775 h 1866900"/>
                <a:gd name="connsiteX108" fmla="*/ 952 w 1905000"/>
                <a:gd name="connsiteY108" fmla="*/ 866775 h 1866900"/>
                <a:gd name="connsiteX109" fmla="*/ 1905 w 1905000"/>
                <a:gd name="connsiteY109" fmla="*/ 857250 h 1866900"/>
                <a:gd name="connsiteX110" fmla="*/ 6667 w 1905000"/>
                <a:gd name="connsiteY110" fmla="*/ 809625 h 1866900"/>
                <a:gd name="connsiteX111" fmla="*/ 1899285 w 1905000"/>
                <a:gd name="connsiteY111" fmla="*/ 809625 h 1866900"/>
                <a:gd name="connsiteX112" fmla="*/ 1900238 w 1905000"/>
                <a:gd name="connsiteY112" fmla="*/ 819150 h 1866900"/>
                <a:gd name="connsiteX113" fmla="*/ 5715 w 1905000"/>
                <a:gd name="connsiteY113" fmla="*/ 819150 h 1866900"/>
                <a:gd name="connsiteX114" fmla="*/ 6667 w 1905000"/>
                <a:gd name="connsiteY114" fmla="*/ 809625 h 1866900"/>
                <a:gd name="connsiteX115" fmla="*/ 13335 w 1905000"/>
                <a:gd name="connsiteY115" fmla="*/ 762000 h 1866900"/>
                <a:gd name="connsiteX116" fmla="*/ 1891665 w 1905000"/>
                <a:gd name="connsiteY116" fmla="*/ 762000 h 1866900"/>
                <a:gd name="connsiteX117" fmla="*/ 1893570 w 1905000"/>
                <a:gd name="connsiteY117" fmla="*/ 771525 h 1866900"/>
                <a:gd name="connsiteX118" fmla="*/ 11430 w 1905000"/>
                <a:gd name="connsiteY118" fmla="*/ 771525 h 1866900"/>
                <a:gd name="connsiteX119" fmla="*/ 13335 w 1905000"/>
                <a:gd name="connsiteY119" fmla="*/ 762000 h 1866900"/>
                <a:gd name="connsiteX120" fmla="*/ 21907 w 1905000"/>
                <a:gd name="connsiteY120" fmla="*/ 714375 h 1866900"/>
                <a:gd name="connsiteX121" fmla="*/ 1883092 w 1905000"/>
                <a:gd name="connsiteY121" fmla="*/ 714375 h 1866900"/>
                <a:gd name="connsiteX122" fmla="*/ 1884997 w 1905000"/>
                <a:gd name="connsiteY122" fmla="*/ 723900 h 1866900"/>
                <a:gd name="connsiteX123" fmla="*/ 20002 w 1905000"/>
                <a:gd name="connsiteY123" fmla="*/ 723900 h 1866900"/>
                <a:gd name="connsiteX124" fmla="*/ 21907 w 1905000"/>
                <a:gd name="connsiteY124" fmla="*/ 714375 h 1866900"/>
                <a:gd name="connsiteX125" fmla="*/ 34289 w 1905000"/>
                <a:gd name="connsiteY125" fmla="*/ 666750 h 1866900"/>
                <a:gd name="connsiteX126" fmla="*/ 1870710 w 1905000"/>
                <a:gd name="connsiteY126" fmla="*/ 666750 h 1866900"/>
                <a:gd name="connsiteX127" fmla="*/ 1873567 w 1905000"/>
                <a:gd name="connsiteY127" fmla="*/ 676275 h 1866900"/>
                <a:gd name="connsiteX128" fmla="*/ 31432 w 1905000"/>
                <a:gd name="connsiteY128" fmla="*/ 676275 h 1866900"/>
                <a:gd name="connsiteX129" fmla="*/ 34289 w 1905000"/>
                <a:gd name="connsiteY129" fmla="*/ 666750 h 1866900"/>
                <a:gd name="connsiteX130" fmla="*/ 48577 w 1905000"/>
                <a:gd name="connsiteY130" fmla="*/ 619125 h 1866900"/>
                <a:gd name="connsiteX131" fmla="*/ 1857375 w 1905000"/>
                <a:gd name="connsiteY131" fmla="*/ 619125 h 1866900"/>
                <a:gd name="connsiteX132" fmla="*/ 1860233 w 1905000"/>
                <a:gd name="connsiteY132" fmla="*/ 628650 h 1866900"/>
                <a:gd name="connsiteX133" fmla="*/ 45720 w 1905000"/>
                <a:gd name="connsiteY133" fmla="*/ 628650 h 1866900"/>
                <a:gd name="connsiteX134" fmla="*/ 48577 w 1905000"/>
                <a:gd name="connsiteY134" fmla="*/ 619125 h 1866900"/>
                <a:gd name="connsiteX135" fmla="*/ 65722 w 1905000"/>
                <a:gd name="connsiteY135" fmla="*/ 571500 h 1866900"/>
                <a:gd name="connsiteX136" fmla="*/ 1839277 w 1905000"/>
                <a:gd name="connsiteY136" fmla="*/ 571500 h 1866900"/>
                <a:gd name="connsiteX137" fmla="*/ 1843087 w 1905000"/>
                <a:gd name="connsiteY137" fmla="*/ 581025 h 1866900"/>
                <a:gd name="connsiteX138" fmla="*/ 61912 w 1905000"/>
                <a:gd name="connsiteY138" fmla="*/ 581025 h 1866900"/>
                <a:gd name="connsiteX139" fmla="*/ 65722 w 1905000"/>
                <a:gd name="connsiteY139" fmla="*/ 571500 h 1866900"/>
                <a:gd name="connsiteX140" fmla="*/ 85725 w 1905000"/>
                <a:gd name="connsiteY140" fmla="*/ 523875 h 1866900"/>
                <a:gd name="connsiteX141" fmla="*/ 1819275 w 1905000"/>
                <a:gd name="connsiteY141" fmla="*/ 523875 h 1866900"/>
                <a:gd name="connsiteX142" fmla="*/ 1823085 w 1905000"/>
                <a:gd name="connsiteY142" fmla="*/ 533400 h 1866900"/>
                <a:gd name="connsiteX143" fmla="*/ 80962 w 1905000"/>
                <a:gd name="connsiteY143" fmla="*/ 533400 h 1866900"/>
                <a:gd name="connsiteX144" fmla="*/ 85725 w 1905000"/>
                <a:gd name="connsiteY144" fmla="*/ 523875 h 1866900"/>
                <a:gd name="connsiteX145" fmla="*/ 109538 w 1905000"/>
                <a:gd name="connsiteY145" fmla="*/ 476250 h 1866900"/>
                <a:gd name="connsiteX146" fmla="*/ 1796415 w 1905000"/>
                <a:gd name="connsiteY146" fmla="*/ 476250 h 1866900"/>
                <a:gd name="connsiteX147" fmla="*/ 1801178 w 1905000"/>
                <a:gd name="connsiteY147" fmla="*/ 485775 h 1866900"/>
                <a:gd name="connsiteX148" fmla="*/ 104775 w 1905000"/>
                <a:gd name="connsiteY148" fmla="*/ 485775 h 1866900"/>
                <a:gd name="connsiteX149" fmla="*/ 109538 w 1905000"/>
                <a:gd name="connsiteY149" fmla="*/ 476250 h 1866900"/>
                <a:gd name="connsiteX150" fmla="*/ 136207 w 1905000"/>
                <a:gd name="connsiteY150" fmla="*/ 428625 h 1866900"/>
                <a:gd name="connsiteX151" fmla="*/ 1768792 w 1905000"/>
                <a:gd name="connsiteY151" fmla="*/ 428625 h 1866900"/>
                <a:gd name="connsiteX152" fmla="*/ 1774507 w 1905000"/>
                <a:gd name="connsiteY152" fmla="*/ 438150 h 1866900"/>
                <a:gd name="connsiteX153" fmla="*/ 130492 w 1905000"/>
                <a:gd name="connsiteY153" fmla="*/ 438150 h 1866900"/>
                <a:gd name="connsiteX154" fmla="*/ 136207 w 1905000"/>
                <a:gd name="connsiteY154" fmla="*/ 428625 h 1866900"/>
                <a:gd name="connsiteX155" fmla="*/ 166687 w 1905000"/>
                <a:gd name="connsiteY155" fmla="*/ 381000 h 1866900"/>
                <a:gd name="connsiteX156" fmla="*/ 1738312 w 1905000"/>
                <a:gd name="connsiteY156" fmla="*/ 381000 h 1866900"/>
                <a:gd name="connsiteX157" fmla="*/ 1744979 w 1905000"/>
                <a:gd name="connsiteY157" fmla="*/ 390525 h 1866900"/>
                <a:gd name="connsiteX158" fmla="*/ 160019 w 1905000"/>
                <a:gd name="connsiteY158" fmla="*/ 390525 h 1866900"/>
                <a:gd name="connsiteX159" fmla="*/ 166687 w 1905000"/>
                <a:gd name="connsiteY159" fmla="*/ 381000 h 1866900"/>
                <a:gd name="connsiteX160" fmla="*/ 201929 w 1905000"/>
                <a:gd name="connsiteY160" fmla="*/ 333375 h 1866900"/>
                <a:gd name="connsiteX161" fmla="*/ 1704022 w 1905000"/>
                <a:gd name="connsiteY161" fmla="*/ 333375 h 1866900"/>
                <a:gd name="connsiteX162" fmla="*/ 1711642 w 1905000"/>
                <a:gd name="connsiteY162" fmla="*/ 342900 h 1866900"/>
                <a:gd name="connsiteX163" fmla="*/ 194309 w 1905000"/>
                <a:gd name="connsiteY163" fmla="*/ 342900 h 1866900"/>
                <a:gd name="connsiteX164" fmla="*/ 201929 w 1905000"/>
                <a:gd name="connsiteY164" fmla="*/ 333375 h 1866900"/>
                <a:gd name="connsiteX165" fmla="*/ 240981 w 1905000"/>
                <a:gd name="connsiteY165" fmla="*/ 285750 h 1866900"/>
                <a:gd name="connsiteX166" fmla="*/ 1664017 w 1905000"/>
                <a:gd name="connsiteY166" fmla="*/ 285750 h 1866900"/>
                <a:gd name="connsiteX167" fmla="*/ 1672589 w 1905000"/>
                <a:gd name="connsiteY167" fmla="*/ 295275 h 1866900"/>
                <a:gd name="connsiteX168" fmla="*/ 232409 w 1905000"/>
                <a:gd name="connsiteY168" fmla="*/ 295275 h 1866900"/>
                <a:gd name="connsiteX169" fmla="*/ 240981 w 1905000"/>
                <a:gd name="connsiteY169" fmla="*/ 285750 h 1866900"/>
                <a:gd name="connsiteX170" fmla="*/ 286702 w 1905000"/>
                <a:gd name="connsiteY170" fmla="*/ 238125 h 1866900"/>
                <a:gd name="connsiteX171" fmla="*/ 1619250 w 1905000"/>
                <a:gd name="connsiteY171" fmla="*/ 238125 h 1866900"/>
                <a:gd name="connsiteX172" fmla="*/ 1628775 w 1905000"/>
                <a:gd name="connsiteY172" fmla="*/ 247650 h 1866900"/>
                <a:gd name="connsiteX173" fmla="*/ 277177 w 1905000"/>
                <a:gd name="connsiteY173" fmla="*/ 247650 h 1866900"/>
                <a:gd name="connsiteX174" fmla="*/ 286702 w 1905000"/>
                <a:gd name="connsiteY174" fmla="*/ 238125 h 1866900"/>
                <a:gd name="connsiteX175" fmla="*/ 339090 w 1905000"/>
                <a:gd name="connsiteY175" fmla="*/ 190500 h 1866900"/>
                <a:gd name="connsiteX176" fmla="*/ 1565910 w 1905000"/>
                <a:gd name="connsiteY176" fmla="*/ 190500 h 1866900"/>
                <a:gd name="connsiteX177" fmla="*/ 1577340 w 1905000"/>
                <a:gd name="connsiteY177" fmla="*/ 200025 h 1866900"/>
                <a:gd name="connsiteX178" fmla="*/ 327660 w 1905000"/>
                <a:gd name="connsiteY178" fmla="*/ 200025 h 1866900"/>
                <a:gd name="connsiteX179" fmla="*/ 339090 w 1905000"/>
                <a:gd name="connsiteY179" fmla="*/ 190500 h 1866900"/>
                <a:gd name="connsiteX180" fmla="*/ 400049 w 1905000"/>
                <a:gd name="connsiteY180" fmla="*/ 142875 h 1866900"/>
                <a:gd name="connsiteX181" fmla="*/ 1503997 w 1905000"/>
                <a:gd name="connsiteY181" fmla="*/ 142875 h 1866900"/>
                <a:gd name="connsiteX182" fmla="*/ 1517332 w 1905000"/>
                <a:gd name="connsiteY182" fmla="*/ 152400 h 1866900"/>
                <a:gd name="connsiteX183" fmla="*/ 386714 w 1905000"/>
                <a:gd name="connsiteY183" fmla="*/ 152400 h 1866900"/>
                <a:gd name="connsiteX184" fmla="*/ 400049 w 1905000"/>
                <a:gd name="connsiteY184" fmla="*/ 142875 h 1866900"/>
                <a:gd name="connsiteX185" fmla="*/ 474345 w 1905000"/>
                <a:gd name="connsiteY185" fmla="*/ 95250 h 1866900"/>
                <a:gd name="connsiteX186" fmla="*/ 1429702 w 1905000"/>
                <a:gd name="connsiteY186" fmla="*/ 95250 h 1866900"/>
                <a:gd name="connsiteX187" fmla="*/ 1445895 w 1905000"/>
                <a:gd name="connsiteY187" fmla="*/ 104775 h 1866900"/>
                <a:gd name="connsiteX188" fmla="*/ 458152 w 1905000"/>
                <a:gd name="connsiteY188" fmla="*/ 104775 h 1866900"/>
                <a:gd name="connsiteX189" fmla="*/ 474345 w 1905000"/>
                <a:gd name="connsiteY189" fmla="*/ 95250 h 1866900"/>
                <a:gd name="connsiteX190" fmla="*/ 568642 w 1905000"/>
                <a:gd name="connsiteY190" fmla="*/ 47625 h 1866900"/>
                <a:gd name="connsiteX191" fmla="*/ 1337309 w 1905000"/>
                <a:gd name="connsiteY191" fmla="*/ 47625 h 1866900"/>
                <a:gd name="connsiteX192" fmla="*/ 1358265 w 1905000"/>
                <a:gd name="connsiteY192" fmla="*/ 57150 h 1866900"/>
                <a:gd name="connsiteX193" fmla="*/ 547687 w 1905000"/>
                <a:gd name="connsiteY193" fmla="*/ 57150 h 1866900"/>
                <a:gd name="connsiteX194" fmla="*/ 568642 w 1905000"/>
                <a:gd name="connsiteY194" fmla="*/ 47625 h 1866900"/>
                <a:gd name="connsiteX195" fmla="*/ 702945 w 1905000"/>
                <a:gd name="connsiteY195" fmla="*/ 0 h 1866900"/>
                <a:gd name="connsiteX196" fmla="*/ 1203960 w 1905000"/>
                <a:gd name="connsiteY196" fmla="*/ 0 h 1866900"/>
                <a:gd name="connsiteX197" fmla="*/ 1236345 w 1905000"/>
                <a:gd name="connsiteY197" fmla="*/ 9525 h 1866900"/>
                <a:gd name="connsiteX198" fmla="*/ 670560 w 1905000"/>
                <a:gd name="connsiteY198" fmla="*/ 9525 h 1866900"/>
                <a:gd name="connsiteX199" fmla="*/ 702945 w 1905000"/>
                <a:gd name="connsiteY199" fmla="*/ 0 h 1866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Lst>
              <a:rect l="l" t="t" r="r" b="b"/>
              <a:pathLst>
                <a:path w="1905000" h="1866900">
                  <a:moveTo>
                    <a:pt x="786764" y="1857375"/>
                  </a:moveTo>
                  <a:lnTo>
                    <a:pt x="1116329" y="1857375"/>
                  </a:lnTo>
                  <a:cubicBezTo>
                    <a:pt x="1093469" y="1861185"/>
                    <a:pt x="1070609" y="1864995"/>
                    <a:pt x="1047749" y="1866900"/>
                  </a:cubicBezTo>
                  <a:lnTo>
                    <a:pt x="855344" y="1866900"/>
                  </a:lnTo>
                  <a:cubicBezTo>
                    <a:pt x="832484" y="1864995"/>
                    <a:pt x="809624" y="1861185"/>
                    <a:pt x="786764" y="1857375"/>
                  </a:cubicBezTo>
                  <a:close/>
                  <a:moveTo>
                    <a:pt x="614362" y="1809750"/>
                  </a:moveTo>
                  <a:lnTo>
                    <a:pt x="1290637" y="1809750"/>
                  </a:lnTo>
                  <a:cubicBezTo>
                    <a:pt x="1281112" y="1812608"/>
                    <a:pt x="1272540" y="1816417"/>
                    <a:pt x="1263967" y="1819275"/>
                  </a:cubicBezTo>
                  <a:lnTo>
                    <a:pt x="640079" y="1819275"/>
                  </a:lnTo>
                  <a:cubicBezTo>
                    <a:pt x="631507" y="1816417"/>
                    <a:pt x="622935" y="1812608"/>
                    <a:pt x="614362" y="1809750"/>
                  </a:cubicBezTo>
                  <a:close/>
                  <a:moveTo>
                    <a:pt x="509587" y="1762125"/>
                  </a:moveTo>
                  <a:lnTo>
                    <a:pt x="1396365" y="1762125"/>
                  </a:lnTo>
                  <a:cubicBezTo>
                    <a:pt x="1389697" y="1764983"/>
                    <a:pt x="1383982" y="1768792"/>
                    <a:pt x="1377315" y="1771650"/>
                  </a:cubicBezTo>
                  <a:lnTo>
                    <a:pt x="527685" y="1771650"/>
                  </a:lnTo>
                  <a:cubicBezTo>
                    <a:pt x="521969" y="1768792"/>
                    <a:pt x="515302" y="1764983"/>
                    <a:pt x="509587" y="1762125"/>
                  </a:cubicBezTo>
                  <a:close/>
                  <a:moveTo>
                    <a:pt x="428625" y="1714500"/>
                  </a:moveTo>
                  <a:lnTo>
                    <a:pt x="1478280" y="1714500"/>
                  </a:lnTo>
                  <a:cubicBezTo>
                    <a:pt x="1472565" y="1717358"/>
                    <a:pt x="1467803" y="1721167"/>
                    <a:pt x="1463040" y="1724025"/>
                  </a:cubicBezTo>
                  <a:lnTo>
                    <a:pt x="443865" y="1724025"/>
                  </a:lnTo>
                  <a:cubicBezTo>
                    <a:pt x="438150" y="1721167"/>
                    <a:pt x="433388" y="1717358"/>
                    <a:pt x="428625" y="1714500"/>
                  </a:cubicBezTo>
                  <a:close/>
                  <a:moveTo>
                    <a:pt x="362902" y="1666875"/>
                  </a:moveTo>
                  <a:lnTo>
                    <a:pt x="1544002" y="1666875"/>
                  </a:lnTo>
                  <a:cubicBezTo>
                    <a:pt x="1540192" y="1669733"/>
                    <a:pt x="1535430" y="1673542"/>
                    <a:pt x="1531620" y="1676400"/>
                  </a:cubicBezTo>
                  <a:lnTo>
                    <a:pt x="375285" y="1676400"/>
                  </a:lnTo>
                  <a:cubicBezTo>
                    <a:pt x="370522" y="1673542"/>
                    <a:pt x="366712" y="1669733"/>
                    <a:pt x="362902" y="1666875"/>
                  </a:cubicBezTo>
                  <a:close/>
                  <a:moveTo>
                    <a:pt x="306705" y="1619250"/>
                  </a:moveTo>
                  <a:lnTo>
                    <a:pt x="1599247" y="1619250"/>
                  </a:lnTo>
                  <a:cubicBezTo>
                    <a:pt x="1595438" y="1622108"/>
                    <a:pt x="1592580" y="1625917"/>
                    <a:pt x="1588770" y="1628775"/>
                  </a:cubicBezTo>
                  <a:lnTo>
                    <a:pt x="317182" y="1628775"/>
                  </a:lnTo>
                  <a:cubicBezTo>
                    <a:pt x="313373" y="1625917"/>
                    <a:pt x="310515" y="1622108"/>
                    <a:pt x="306705" y="1619250"/>
                  </a:cubicBezTo>
                  <a:close/>
                  <a:moveTo>
                    <a:pt x="258127" y="1571625"/>
                  </a:moveTo>
                  <a:lnTo>
                    <a:pt x="1646872" y="1571625"/>
                  </a:lnTo>
                  <a:cubicBezTo>
                    <a:pt x="1643062" y="1574483"/>
                    <a:pt x="1640205" y="1578292"/>
                    <a:pt x="1637347" y="1581150"/>
                  </a:cubicBezTo>
                  <a:lnTo>
                    <a:pt x="266699" y="1581150"/>
                  </a:lnTo>
                  <a:cubicBezTo>
                    <a:pt x="263842" y="1578292"/>
                    <a:pt x="260984" y="1574483"/>
                    <a:pt x="258127" y="1571625"/>
                  </a:cubicBezTo>
                  <a:close/>
                  <a:moveTo>
                    <a:pt x="216217" y="1524000"/>
                  </a:moveTo>
                  <a:lnTo>
                    <a:pt x="1687830" y="1524000"/>
                  </a:lnTo>
                  <a:cubicBezTo>
                    <a:pt x="1684972" y="1526858"/>
                    <a:pt x="1683067" y="1530667"/>
                    <a:pt x="1680209" y="1533525"/>
                  </a:cubicBezTo>
                  <a:lnTo>
                    <a:pt x="223837" y="1533525"/>
                  </a:lnTo>
                  <a:cubicBezTo>
                    <a:pt x="221932" y="1530667"/>
                    <a:pt x="219074" y="1526858"/>
                    <a:pt x="216217" y="1524000"/>
                  </a:cubicBezTo>
                  <a:close/>
                  <a:moveTo>
                    <a:pt x="180022" y="1476375"/>
                  </a:moveTo>
                  <a:lnTo>
                    <a:pt x="1724977" y="1476375"/>
                  </a:lnTo>
                  <a:cubicBezTo>
                    <a:pt x="1723072" y="1479233"/>
                    <a:pt x="1720215" y="1483042"/>
                    <a:pt x="1718310" y="1485900"/>
                  </a:cubicBezTo>
                  <a:lnTo>
                    <a:pt x="186690" y="1485900"/>
                  </a:lnTo>
                  <a:cubicBezTo>
                    <a:pt x="184785" y="1483042"/>
                    <a:pt x="181927" y="1479233"/>
                    <a:pt x="180022" y="1476375"/>
                  </a:cubicBezTo>
                  <a:close/>
                  <a:moveTo>
                    <a:pt x="147637" y="1428750"/>
                  </a:moveTo>
                  <a:lnTo>
                    <a:pt x="1756410" y="1428750"/>
                  </a:lnTo>
                  <a:cubicBezTo>
                    <a:pt x="1754505" y="1431608"/>
                    <a:pt x="1752600" y="1435417"/>
                    <a:pt x="1750695" y="1438275"/>
                  </a:cubicBezTo>
                  <a:lnTo>
                    <a:pt x="153352" y="1438275"/>
                  </a:lnTo>
                  <a:cubicBezTo>
                    <a:pt x="151447" y="1435417"/>
                    <a:pt x="149542" y="1431608"/>
                    <a:pt x="147637" y="1428750"/>
                  </a:cubicBezTo>
                  <a:close/>
                  <a:moveTo>
                    <a:pt x="119062" y="1381125"/>
                  </a:moveTo>
                  <a:lnTo>
                    <a:pt x="1785937" y="1381125"/>
                  </a:lnTo>
                  <a:cubicBezTo>
                    <a:pt x="1784032" y="1383983"/>
                    <a:pt x="1782127" y="1387792"/>
                    <a:pt x="1780222" y="1390650"/>
                  </a:cubicBezTo>
                  <a:lnTo>
                    <a:pt x="124777" y="1390650"/>
                  </a:lnTo>
                  <a:cubicBezTo>
                    <a:pt x="122872" y="1387792"/>
                    <a:pt x="120967" y="1383983"/>
                    <a:pt x="119062" y="1381125"/>
                  </a:cubicBezTo>
                  <a:close/>
                  <a:moveTo>
                    <a:pt x="95250" y="1333500"/>
                  </a:moveTo>
                  <a:lnTo>
                    <a:pt x="1810703" y="1333500"/>
                  </a:lnTo>
                  <a:cubicBezTo>
                    <a:pt x="1808798" y="1336358"/>
                    <a:pt x="1807845" y="1340167"/>
                    <a:pt x="1805940" y="1343025"/>
                  </a:cubicBezTo>
                  <a:lnTo>
                    <a:pt x="100013" y="1343025"/>
                  </a:lnTo>
                  <a:cubicBezTo>
                    <a:pt x="98108" y="1340167"/>
                    <a:pt x="97155" y="1336358"/>
                    <a:pt x="95250" y="1333500"/>
                  </a:cubicBezTo>
                  <a:close/>
                  <a:moveTo>
                    <a:pt x="73342" y="1285875"/>
                  </a:moveTo>
                  <a:lnTo>
                    <a:pt x="1830705" y="1285875"/>
                  </a:lnTo>
                  <a:cubicBezTo>
                    <a:pt x="1829752" y="1288733"/>
                    <a:pt x="1827847" y="1292542"/>
                    <a:pt x="1826895" y="1295400"/>
                  </a:cubicBezTo>
                  <a:lnTo>
                    <a:pt x="77152" y="1295400"/>
                  </a:lnTo>
                  <a:cubicBezTo>
                    <a:pt x="76200" y="1292542"/>
                    <a:pt x="74295" y="1288733"/>
                    <a:pt x="73342" y="1285875"/>
                  </a:cubicBezTo>
                  <a:close/>
                  <a:moveTo>
                    <a:pt x="55245" y="1238250"/>
                  </a:moveTo>
                  <a:lnTo>
                    <a:pt x="1850708" y="1238250"/>
                  </a:lnTo>
                  <a:cubicBezTo>
                    <a:pt x="1848803" y="1241108"/>
                    <a:pt x="1847850" y="1244917"/>
                    <a:pt x="1846898" y="1247775"/>
                  </a:cubicBezTo>
                  <a:lnTo>
                    <a:pt x="59055" y="1247775"/>
                  </a:lnTo>
                  <a:cubicBezTo>
                    <a:pt x="57150" y="1244917"/>
                    <a:pt x="56197" y="1241108"/>
                    <a:pt x="55245" y="1238250"/>
                  </a:cubicBezTo>
                  <a:close/>
                  <a:moveTo>
                    <a:pt x="40004" y="1190625"/>
                  </a:moveTo>
                  <a:lnTo>
                    <a:pt x="1865947" y="1190625"/>
                  </a:lnTo>
                  <a:cubicBezTo>
                    <a:pt x="1864994" y="1193483"/>
                    <a:pt x="1864042" y="1197292"/>
                    <a:pt x="1863089" y="1200150"/>
                  </a:cubicBezTo>
                  <a:lnTo>
                    <a:pt x="42862" y="1200150"/>
                  </a:lnTo>
                  <a:cubicBezTo>
                    <a:pt x="41909" y="1197292"/>
                    <a:pt x="40957" y="1193483"/>
                    <a:pt x="40004" y="1190625"/>
                  </a:cubicBezTo>
                  <a:close/>
                  <a:moveTo>
                    <a:pt x="26669" y="1143000"/>
                  </a:moveTo>
                  <a:lnTo>
                    <a:pt x="1878329" y="1143000"/>
                  </a:lnTo>
                  <a:cubicBezTo>
                    <a:pt x="1878329" y="1145858"/>
                    <a:pt x="1877377" y="1149667"/>
                    <a:pt x="1876424" y="1152525"/>
                  </a:cubicBezTo>
                  <a:lnTo>
                    <a:pt x="29526" y="1152525"/>
                  </a:lnTo>
                  <a:cubicBezTo>
                    <a:pt x="28574" y="1149667"/>
                    <a:pt x="27622" y="1145858"/>
                    <a:pt x="26669" y="1143000"/>
                  </a:cubicBezTo>
                  <a:close/>
                  <a:moveTo>
                    <a:pt x="16192" y="1095375"/>
                  </a:moveTo>
                  <a:lnTo>
                    <a:pt x="1888807" y="1095375"/>
                  </a:lnTo>
                  <a:cubicBezTo>
                    <a:pt x="1887855" y="1098233"/>
                    <a:pt x="1887855" y="1102042"/>
                    <a:pt x="1886902" y="1104900"/>
                  </a:cubicBezTo>
                  <a:lnTo>
                    <a:pt x="18097" y="1104900"/>
                  </a:lnTo>
                  <a:cubicBezTo>
                    <a:pt x="17144" y="1102042"/>
                    <a:pt x="17144" y="1098233"/>
                    <a:pt x="16192" y="1095375"/>
                  </a:cubicBezTo>
                  <a:close/>
                  <a:moveTo>
                    <a:pt x="8572" y="1047750"/>
                  </a:moveTo>
                  <a:lnTo>
                    <a:pt x="1896427" y="1047750"/>
                  </a:lnTo>
                  <a:cubicBezTo>
                    <a:pt x="1896427" y="1050608"/>
                    <a:pt x="1895475" y="1054417"/>
                    <a:pt x="1895475" y="1057275"/>
                  </a:cubicBezTo>
                  <a:lnTo>
                    <a:pt x="9525" y="1057275"/>
                  </a:lnTo>
                  <a:cubicBezTo>
                    <a:pt x="9525" y="1054417"/>
                    <a:pt x="8572" y="1050608"/>
                    <a:pt x="8572" y="1047750"/>
                  </a:cubicBezTo>
                  <a:close/>
                  <a:moveTo>
                    <a:pt x="3810" y="1000125"/>
                  </a:moveTo>
                  <a:lnTo>
                    <a:pt x="1902143" y="1000125"/>
                  </a:lnTo>
                  <a:cubicBezTo>
                    <a:pt x="1902143" y="1002983"/>
                    <a:pt x="1901190" y="1006792"/>
                    <a:pt x="1901190" y="1009650"/>
                  </a:cubicBezTo>
                  <a:lnTo>
                    <a:pt x="4762" y="1009650"/>
                  </a:lnTo>
                  <a:cubicBezTo>
                    <a:pt x="4762" y="1006792"/>
                    <a:pt x="3810" y="1002983"/>
                    <a:pt x="3810" y="1000125"/>
                  </a:cubicBezTo>
                  <a:close/>
                  <a:moveTo>
                    <a:pt x="952" y="952500"/>
                  </a:moveTo>
                  <a:lnTo>
                    <a:pt x="1904047" y="952500"/>
                  </a:lnTo>
                  <a:cubicBezTo>
                    <a:pt x="1904047" y="955358"/>
                    <a:pt x="1904047" y="959167"/>
                    <a:pt x="1904047" y="962025"/>
                  </a:cubicBezTo>
                  <a:lnTo>
                    <a:pt x="952" y="962025"/>
                  </a:lnTo>
                  <a:cubicBezTo>
                    <a:pt x="952" y="959167"/>
                    <a:pt x="952" y="955358"/>
                    <a:pt x="952" y="952500"/>
                  </a:cubicBezTo>
                  <a:close/>
                  <a:moveTo>
                    <a:pt x="0" y="904875"/>
                  </a:moveTo>
                  <a:lnTo>
                    <a:pt x="1905000" y="904875"/>
                  </a:lnTo>
                  <a:cubicBezTo>
                    <a:pt x="1905000" y="907733"/>
                    <a:pt x="1905000" y="911542"/>
                    <a:pt x="1905000" y="914400"/>
                  </a:cubicBezTo>
                  <a:lnTo>
                    <a:pt x="0" y="914400"/>
                  </a:lnTo>
                  <a:cubicBezTo>
                    <a:pt x="0" y="911542"/>
                    <a:pt x="0" y="907733"/>
                    <a:pt x="0" y="904875"/>
                  </a:cubicBezTo>
                  <a:close/>
                  <a:moveTo>
                    <a:pt x="1905" y="857250"/>
                  </a:moveTo>
                  <a:lnTo>
                    <a:pt x="1902142" y="857250"/>
                  </a:lnTo>
                  <a:cubicBezTo>
                    <a:pt x="1903095" y="860108"/>
                    <a:pt x="1903095" y="863917"/>
                    <a:pt x="1903095" y="866775"/>
                  </a:cubicBezTo>
                  <a:lnTo>
                    <a:pt x="952" y="866775"/>
                  </a:lnTo>
                  <a:cubicBezTo>
                    <a:pt x="1905" y="863917"/>
                    <a:pt x="1905" y="860108"/>
                    <a:pt x="1905" y="857250"/>
                  </a:cubicBezTo>
                  <a:close/>
                  <a:moveTo>
                    <a:pt x="6667" y="809625"/>
                  </a:moveTo>
                  <a:lnTo>
                    <a:pt x="1899285" y="809625"/>
                  </a:lnTo>
                  <a:cubicBezTo>
                    <a:pt x="1899285" y="812483"/>
                    <a:pt x="1900238" y="816292"/>
                    <a:pt x="1900238" y="819150"/>
                  </a:cubicBezTo>
                  <a:lnTo>
                    <a:pt x="5715" y="819150"/>
                  </a:lnTo>
                  <a:cubicBezTo>
                    <a:pt x="5715" y="816292"/>
                    <a:pt x="6667" y="812483"/>
                    <a:pt x="6667" y="809625"/>
                  </a:cubicBezTo>
                  <a:close/>
                  <a:moveTo>
                    <a:pt x="13335" y="762000"/>
                  </a:moveTo>
                  <a:lnTo>
                    <a:pt x="1891665" y="762000"/>
                  </a:lnTo>
                  <a:cubicBezTo>
                    <a:pt x="1892618" y="764858"/>
                    <a:pt x="1892618" y="768667"/>
                    <a:pt x="1893570" y="771525"/>
                  </a:cubicBezTo>
                  <a:lnTo>
                    <a:pt x="11430" y="771525"/>
                  </a:lnTo>
                  <a:cubicBezTo>
                    <a:pt x="12382" y="768667"/>
                    <a:pt x="12382" y="764858"/>
                    <a:pt x="13335" y="762000"/>
                  </a:cubicBezTo>
                  <a:close/>
                  <a:moveTo>
                    <a:pt x="21907" y="714375"/>
                  </a:moveTo>
                  <a:lnTo>
                    <a:pt x="1883092" y="714375"/>
                  </a:lnTo>
                  <a:cubicBezTo>
                    <a:pt x="1884045" y="717233"/>
                    <a:pt x="1884045" y="721042"/>
                    <a:pt x="1884997" y="723900"/>
                  </a:cubicBezTo>
                  <a:lnTo>
                    <a:pt x="20002" y="723900"/>
                  </a:lnTo>
                  <a:cubicBezTo>
                    <a:pt x="20955" y="721042"/>
                    <a:pt x="20955" y="717233"/>
                    <a:pt x="21907" y="714375"/>
                  </a:cubicBezTo>
                  <a:close/>
                  <a:moveTo>
                    <a:pt x="34289" y="666750"/>
                  </a:moveTo>
                  <a:lnTo>
                    <a:pt x="1870710" y="666750"/>
                  </a:lnTo>
                  <a:cubicBezTo>
                    <a:pt x="1871662" y="669608"/>
                    <a:pt x="1872615" y="673417"/>
                    <a:pt x="1873567" y="676275"/>
                  </a:cubicBezTo>
                  <a:lnTo>
                    <a:pt x="31432" y="676275"/>
                  </a:lnTo>
                  <a:cubicBezTo>
                    <a:pt x="32385" y="673417"/>
                    <a:pt x="33337" y="669608"/>
                    <a:pt x="34289" y="666750"/>
                  </a:cubicBezTo>
                  <a:close/>
                  <a:moveTo>
                    <a:pt x="48577" y="619125"/>
                  </a:moveTo>
                  <a:lnTo>
                    <a:pt x="1857375" y="619125"/>
                  </a:lnTo>
                  <a:cubicBezTo>
                    <a:pt x="1858328" y="621983"/>
                    <a:pt x="1859280" y="625792"/>
                    <a:pt x="1860233" y="628650"/>
                  </a:cubicBezTo>
                  <a:lnTo>
                    <a:pt x="45720" y="628650"/>
                  </a:lnTo>
                  <a:cubicBezTo>
                    <a:pt x="46672" y="625792"/>
                    <a:pt x="47625" y="621983"/>
                    <a:pt x="48577" y="619125"/>
                  </a:cubicBezTo>
                  <a:close/>
                  <a:moveTo>
                    <a:pt x="65722" y="571500"/>
                  </a:moveTo>
                  <a:lnTo>
                    <a:pt x="1839277" y="571500"/>
                  </a:lnTo>
                  <a:cubicBezTo>
                    <a:pt x="1840230" y="574357"/>
                    <a:pt x="1842135" y="578168"/>
                    <a:pt x="1843087" y="581025"/>
                  </a:cubicBezTo>
                  <a:lnTo>
                    <a:pt x="61912" y="581025"/>
                  </a:lnTo>
                  <a:cubicBezTo>
                    <a:pt x="62864" y="578168"/>
                    <a:pt x="64770" y="574357"/>
                    <a:pt x="65722" y="571500"/>
                  </a:cubicBezTo>
                  <a:close/>
                  <a:moveTo>
                    <a:pt x="85725" y="523875"/>
                  </a:moveTo>
                  <a:lnTo>
                    <a:pt x="1819275" y="523875"/>
                  </a:lnTo>
                  <a:cubicBezTo>
                    <a:pt x="1820227" y="526732"/>
                    <a:pt x="1822132" y="530543"/>
                    <a:pt x="1823085" y="533400"/>
                  </a:cubicBezTo>
                  <a:lnTo>
                    <a:pt x="80962" y="533400"/>
                  </a:lnTo>
                  <a:cubicBezTo>
                    <a:pt x="82867" y="530543"/>
                    <a:pt x="83820" y="526732"/>
                    <a:pt x="85725" y="523875"/>
                  </a:cubicBezTo>
                  <a:close/>
                  <a:moveTo>
                    <a:pt x="109538" y="476250"/>
                  </a:moveTo>
                  <a:lnTo>
                    <a:pt x="1796415" y="476250"/>
                  </a:lnTo>
                  <a:cubicBezTo>
                    <a:pt x="1798320" y="479107"/>
                    <a:pt x="1799273" y="482918"/>
                    <a:pt x="1801178" y="485775"/>
                  </a:cubicBezTo>
                  <a:lnTo>
                    <a:pt x="104775" y="485775"/>
                  </a:lnTo>
                  <a:cubicBezTo>
                    <a:pt x="105728" y="482918"/>
                    <a:pt x="107633" y="479107"/>
                    <a:pt x="109538" y="476250"/>
                  </a:cubicBezTo>
                  <a:close/>
                  <a:moveTo>
                    <a:pt x="136207" y="428625"/>
                  </a:moveTo>
                  <a:lnTo>
                    <a:pt x="1768792" y="428625"/>
                  </a:lnTo>
                  <a:cubicBezTo>
                    <a:pt x="1770697" y="431482"/>
                    <a:pt x="1772602" y="435293"/>
                    <a:pt x="1774507" y="438150"/>
                  </a:cubicBezTo>
                  <a:lnTo>
                    <a:pt x="130492" y="438150"/>
                  </a:lnTo>
                  <a:cubicBezTo>
                    <a:pt x="132397" y="435293"/>
                    <a:pt x="134302" y="431482"/>
                    <a:pt x="136207" y="428625"/>
                  </a:cubicBezTo>
                  <a:close/>
                  <a:moveTo>
                    <a:pt x="166687" y="381000"/>
                  </a:moveTo>
                  <a:lnTo>
                    <a:pt x="1738312" y="381000"/>
                  </a:lnTo>
                  <a:cubicBezTo>
                    <a:pt x="1741169" y="383857"/>
                    <a:pt x="1743074" y="387668"/>
                    <a:pt x="1744979" y="390525"/>
                  </a:cubicBezTo>
                  <a:lnTo>
                    <a:pt x="160019" y="390525"/>
                  </a:lnTo>
                  <a:cubicBezTo>
                    <a:pt x="162877" y="387668"/>
                    <a:pt x="164782" y="383857"/>
                    <a:pt x="166687" y="381000"/>
                  </a:cubicBezTo>
                  <a:close/>
                  <a:moveTo>
                    <a:pt x="201929" y="333375"/>
                  </a:moveTo>
                  <a:lnTo>
                    <a:pt x="1704022" y="333375"/>
                  </a:lnTo>
                  <a:cubicBezTo>
                    <a:pt x="1706879" y="336232"/>
                    <a:pt x="1708784" y="340043"/>
                    <a:pt x="1711642" y="342900"/>
                  </a:cubicBezTo>
                  <a:lnTo>
                    <a:pt x="194309" y="342900"/>
                  </a:lnTo>
                  <a:cubicBezTo>
                    <a:pt x="197167" y="340043"/>
                    <a:pt x="199072" y="336232"/>
                    <a:pt x="201929" y="333375"/>
                  </a:cubicBezTo>
                  <a:close/>
                  <a:moveTo>
                    <a:pt x="240981" y="285750"/>
                  </a:moveTo>
                  <a:lnTo>
                    <a:pt x="1664017" y="285750"/>
                  </a:lnTo>
                  <a:cubicBezTo>
                    <a:pt x="1666874" y="288607"/>
                    <a:pt x="1669732" y="292418"/>
                    <a:pt x="1672589" y="295275"/>
                  </a:cubicBezTo>
                  <a:lnTo>
                    <a:pt x="232409" y="295275"/>
                  </a:lnTo>
                  <a:cubicBezTo>
                    <a:pt x="235267" y="292418"/>
                    <a:pt x="238124" y="288607"/>
                    <a:pt x="240981" y="285750"/>
                  </a:cubicBezTo>
                  <a:close/>
                  <a:moveTo>
                    <a:pt x="286702" y="238125"/>
                  </a:moveTo>
                  <a:lnTo>
                    <a:pt x="1619250" y="238125"/>
                  </a:lnTo>
                  <a:cubicBezTo>
                    <a:pt x="1622107" y="240982"/>
                    <a:pt x="1625917" y="244793"/>
                    <a:pt x="1628775" y="247650"/>
                  </a:cubicBezTo>
                  <a:lnTo>
                    <a:pt x="277177" y="247650"/>
                  </a:lnTo>
                  <a:cubicBezTo>
                    <a:pt x="280034" y="244793"/>
                    <a:pt x="282892" y="240982"/>
                    <a:pt x="286702" y="238125"/>
                  </a:cubicBezTo>
                  <a:close/>
                  <a:moveTo>
                    <a:pt x="339090" y="190500"/>
                  </a:moveTo>
                  <a:lnTo>
                    <a:pt x="1565910" y="190500"/>
                  </a:lnTo>
                  <a:cubicBezTo>
                    <a:pt x="1569720" y="193357"/>
                    <a:pt x="1573530" y="197168"/>
                    <a:pt x="1577340" y="200025"/>
                  </a:cubicBezTo>
                  <a:lnTo>
                    <a:pt x="327660" y="200025"/>
                  </a:lnTo>
                  <a:cubicBezTo>
                    <a:pt x="331470" y="197168"/>
                    <a:pt x="335280" y="193357"/>
                    <a:pt x="339090" y="190500"/>
                  </a:cubicBezTo>
                  <a:close/>
                  <a:moveTo>
                    <a:pt x="400049" y="142875"/>
                  </a:moveTo>
                  <a:lnTo>
                    <a:pt x="1503997" y="142875"/>
                  </a:lnTo>
                  <a:cubicBezTo>
                    <a:pt x="1508759" y="145733"/>
                    <a:pt x="1512569" y="149542"/>
                    <a:pt x="1517332" y="152400"/>
                  </a:cubicBezTo>
                  <a:lnTo>
                    <a:pt x="386714" y="152400"/>
                  </a:lnTo>
                  <a:cubicBezTo>
                    <a:pt x="391477" y="149542"/>
                    <a:pt x="395287" y="145733"/>
                    <a:pt x="400049" y="142875"/>
                  </a:cubicBezTo>
                  <a:close/>
                  <a:moveTo>
                    <a:pt x="474345" y="95250"/>
                  </a:moveTo>
                  <a:lnTo>
                    <a:pt x="1429702" y="95250"/>
                  </a:lnTo>
                  <a:cubicBezTo>
                    <a:pt x="1435417" y="98108"/>
                    <a:pt x="1440180" y="101917"/>
                    <a:pt x="1445895" y="104775"/>
                  </a:cubicBezTo>
                  <a:lnTo>
                    <a:pt x="458152" y="104775"/>
                  </a:lnTo>
                  <a:cubicBezTo>
                    <a:pt x="463867" y="101917"/>
                    <a:pt x="468630" y="98108"/>
                    <a:pt x="474345" y="95250"/>
                  </a:cubicBezTo>
                  <a:close/>
                  <a:moveTo>
                    <a:pt x="568642" y="47625"/>
                  </a:moveTo>
                  <a:lnTo>
                    <a:pt x="1337309" y="47625"/>
                  </a:lnTo>
                  <a:cubicBezTo>
                    <a:pt x="1343977" y="50483"/>
                    <a:pt x="1351597" y="54292"/>
                    <a:pt x="1358265" y="57150"/>
                  </a:cubicBezTo>
                  <a:lnTo>
                    <a:pt x="547687" y="57150"/>
                  </a:lnTo>
                  <a:cubicBezTo>
                    <a:pt x="554355" y="54292"/>
                    <a:pt x="561975" y="50483"/>
                    <a:pt x="568642" y="47625"/>
                  </a:cubicBezTo>
                  <a:close/>
                  <a:moveTo>
                    <a:pt x="702945" y="0"/>
                  </a:moveTo>
                  <a:lnTo>
                    <a:pt x="1203960" y="0"/>
                  </a:lnTo>
                  <a:cubicBezTo>
                    <a:pt x="1214438" y="2858"/>
                    <a:pt x="1225867" y="5715"/>
                    <a:pt x="1236345" y="9525"/>
                  </a:cubicBezTo>
                  <a:lnTo>
                    <a:pt x="670560" y="9525"/>
                  </a:lnTo>
                  <a:cubicBezTo>
                    <a:pt x="681037" y="5715"/>
                    <a:pt x="692467" y="2858"/>
                    <a:pt x="702945" y="0"/>
                  </a:cubicBezTo>
                  <a:close/>
                </a:path>
              </a:pathLst>
            </a:custGeom>
            <a:grpFill/>
            <a:ln w="14015" cap="flat">
              <a:noFill/>
              <a:prstDash val="solid"/>
              <a:miter/>
            </a:ln>
          </p:spPr>
          <p:txBody>
            <a:bodyPr rtlCol="0" anchor="ctr"/>
            <a:lstStyle/>
            <a:p>
              <a:pPr lvl="0"/>
              <a:endParaRPr lang="zh-CN" altLang="en-US"/>
            </a:p>
          </p:txBody>
        </p:sp>
        <p:sp>
          <p:nvSpPr>
            <p:cNvPr id="49" name="任意多边形: 形状 48"/>
            <p:cNvSpPr/>
            <p:nvPr/>
          </p:nvSpPr>
          <p:spPr>
            <a:xfrm>
              <a:off x="9421670" y="0"/>
              <a:ext cx="2770331" cy="1398732"/>
            </a:xfrm>
            <a:custGeom>
              <a:avLst/>
              <a:gdLst>
                <a:gd name="connsiteX0" fmla="*/ 685 w 2770331"/>
                <a:gd name="connsiteY0" fmla="*/ 0 h 1398732"/>
                <a:gd name="connsiteX1" fmla="*/ 2769647 w 2770331"/>
                <a:gd name="connsiteY1" fmla="*/ 0 h 1398732"/>
                <a:gd name="connsiteX2" fmla="*/ 2770331 w 2770331"/>
                <a:gd name="connsiteY2" fmla="*/ 13546 h 1398732"/>
                <a:gd name="connsiteX3" fmla="*/ 2770331 w 2770331"/>
                <a:gd name="connsiteY3" fmla="*/ 13586 h 1398732"/>
                <a:gd name="connsiteX4" fmla="*/ 2763181 w 2770331"/>
                <a:gd name="connsiteY4" fmla="*/ 155191 h 1398732"/>
                <a:gd name="connsiteX5" fmla="*/ 1385167 w 2770331"/>
                <a:gd name="connsiteY5" fmla="*/ 1398732 h 1398732"/>
                <a:gd name="connsiteX6" fmla="*/ 0 w 2770331"/>
                <a:gd name="connsiteY6" fmla="*/ 13566 h 1398732"/>
                <a:gd name="connsiteX7" fmla="*/ 685 w 2770331"/>
                <a:gd name="connsiteY7" fmla="*/ 0 h 13987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770331" h="1398732">
                  <a:moveTo>
                    <a:pt x="685" y="0"/>
                  </a:moveTo>
                  <a:lnTo>
                    <a:pt x="2769647" y="0"/>
                  </a:lnTo>
                  <a:lnTo>
                    <a:pt x="2770331" y="13546"/>
                  </a:lnTo>
                  <a:lnTo>
                    <a:pt x="2770331" y="13586"/>
                  </a:lnTo>
                  <a:lnTo>
                    <a:pt x="2763181" y="155191"/>
                  </a:lnTo>
                  <a:cubicBezTo>
                    <a:pt x="2692246" y="853670"/>
                    <a:pt x="2102359" y="1398732"/>
                    <a:pt x="1385167" y="1398732"/>
                  </a:cubicBezTo>
                  <a:cubicBezTo>
                    <a:pt x="620160" y="1398732"/>
                    <a:pt x="0" y="778572"/>
                    <a:pt x="0" y="13566"/>
                  </a:cubicBezTo>
                  <a:lnTo>
                    <a:pt x="685" y="0"/>
                  </a:lnTo>
                  <a:close/>
                </a:path>
              </a:pathLst>
            </a:custGeom>
            <a:grpFill/>
            <a:ln w="11088" cap="flat">
              <a:noFill/>
              <a:prstDash val="solid"/>
              <a:miter/>
            </a:ln>
          </p:spPr>
          <p:txBody>
            <a:bodyPr rtlCol="0" anchor="ctr"/>
            <a:lstStyle/>
            <a:p>
              <a:pPr lvl="0"/>
              <a:endParaRPr lang="zh-CN" altLang="en-US"/>
            </a:p>
          </p:txBody>
        </p:sp>
        <p:sp>
          <p:nvSpPr>
            <p:cNvPr id="50" name="任意多边形: 形状 49"/>
            <p:cNvSpPr/>
            <p:nvPr/>
          </p:nvSpPr>
          <p:spPr>
            <a:xfrm>
              <a:off x="5252643" y="3384444"/>
              <a:ext cx="4217150" cy="3473556"/>
            </a:xfrm>
            <a:custGeom>
              <a:avLst/>
              <a:gdLst>
                <a:gd name="connsiteX0" fmla="*/ 2852892 w 4217150"/>
                <a:gd name="connsiteY0" fmla="*/ 466 h 3473556"/>
                <a:gd name="connsiteX1" fmla="*/ 3516107 w 4217150"/>
                <a:gd name="connsiteY1" fmla="*/ 187901 h 3473556"/>
                <a:gd name="connsiteX2" fmla="*/ 4029249 w 4217150"/>
                <a:gd name="connsiteY2" fmla="*/ 2103072 h 3473556"/>
                <a:gd name="connsiteX3" fmla="*/ 3237888 w 4217150"/>
                <a:gd name="connsiteY3" fmla="*/ 3473556 h 3473556"/>
                <a:gd name="connsiteX4" fmla="*/ 0 w 4217150"/>
                <a:gd name="connsiteY4" fmla="*/ 3473556 h 3473556"/>
                <a:gd name="connsiteX5" fmla="*/ 1600936 w 4217150"/>
                <a:gd name="connsiteY5" fmla="*/ 701044 h 3473556"/>
                <a:gd name="connsiteX6" fmla="*/ 2852892 w 4217150"/>
                <a:gd name="connsiteY6" fmla="*/ 466 h 34735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217150" h="3473556">
                  <a:moveTo>
                    <a:pt x="2852892" y="466"/>
                  </a:moveTo>
                  <a:cubicBezTo>
                    <a:pt x="3078904" y="6295"/>
                    <a:pt x="3306679" y="66976"/>
                    <a:pt x="3516107" y="187901"/>
                  </a:cubicBezTo>
                  <a:cubicBezTo>
                    <a:pt x="4186277" y="574861"/>
                    <a:pt x="4416209" y="1432902"/>
                    <a:pt x="4029249" y="2103072"/>
                  </a:cubicBezTo>
                  <a:lnTo>
                    <a:pt x="3237888" y="3473556"/>
                  </a:lnTo>
                  <a:lnTo>
                    <a:pt x="0" y="3473556"/>
                  </a:lnTo>
                  <a:lnTo>
                    <a:pt x="1600936" y="701044"/>
                  </a:lnTo>
                  <a:cubicBezTo>
                    <a:pt x="1866971" y="240302"/>
                    <a:pt x="2355666" y="-12359"/>
                    <a:pt x="2852892" y="466"/>
                  </a:cubicBezTo>
                  <a:close/>
                </a:path>
              </a:pathLst>
            </a:custGeom>
            <a:grpFill/>
            <a:ln w="14015" cap="flat">
              <a:noFill/>
              <a:prstDash val="solid"/>
              <a:miter/>
            </a:ln>
          </p:spPr>
          <p:txBody>
            <a:bodyPr rtlCol="0" anchor="ctr"/>
            <a:lstStyle/>
            <a:p>
              <a:pPr lvl="0"/>
              <a:endParaRPr lang="zh-CN" altLang="en-US"/>
            </a:p>
          </p:txBody>
        </p:sp>
      </p:grpSp>
      <p:grpSp>
        <p:nvGrpSpPr>
          <p:cNvPr id="6" name="组合 5"/>
          <p:cNvGrpSpPr/>
          <p:nvPr/>
        </p:nvGrpSpPr>
        <p:grpSpPr>
          <a:xfrm>
            <a:off x="660400" y="2340017"/>
            <a:ext cx="2890521" cy="1850256"/>
            <a:chOff x="3422179" y="1150240"/>
            <a:chExt cx="2890521" cy="1850257"/>
          </a:xfrm>
        </p:grpSpPr>
        <p:sp>
          <p:nvSpPr>
            <p:cNvPr id="7" name="矩形 189"/>
            <p:cNvSpPr/>
            <p:nvPr/>
          </p:nvSpPr>
          <p:spPr>
            <a:xfrm>
              <a:off x="3422179" y="2665341"/>
              <a:ext cx="2890520" cy="335156"/>
            </a:xfrm>
            <a:prstGeom prst="rect">
              <a:avLst/>
            </a:prstGeom>
            <a:noFill/>
            <a:ln>
              <a:noFill/>
            </a:ln>
          </p:spPr>
          <p:txBody>
            <a:bodyPr wrap="square" anchor="ctr">
              <a:spAutoFit/>
            </a:bodyPr>
            <a:lstStyle/>
            <a:p>
              <a:pPr defTabSz="914400">
                <a:lnSpc>
                  <a:spcPct val="150000"/>
                </a:lnSpc>
                <a:defRPr/>
              </a:pPr>
              <a:r>
                <a:rPr lang="en-US" altLang="zh-CN" sz="1200" dirty="0">
                  <a:solidFill>
                    <a:srgbClr val="F73434"/>
                  </a:solidFill>
                  <a:latin typeface="Arial" panose="020B0604020202020204" pitchFamily="34" charset="0"/>
                  <a:ea typeface="微软雅黑" panose="020B0503020204020204" charset="-122"/>
                  <a:sym typeface="Arial" panose="020B0604020202020204" pitchFamily="34" charset="0"/>
                  <a:hlinkClick r:id="rId3"/>
                </a:rPr>
                <a:t>www</a:t>
              </a:r>
              <a:r>
                <a:rPr lang="en-US" altLang="zh-CN" sz="1200">
                  <a:solidFill>
                    <a:srgbClr val="F73434"/>
                  </a:solidFill>
                  <a:latin typeface="Arial" panose="020B0604020202020204" pitchFamily="34" charset="0"/>
                  <a:ea typeface="微软雅黑" panose="020B0503020204020204" charset="-122"/>
                  <a:sym typeface="Arial" panose="020B0604020202020204" pitchFamily="34" charset="0"/>
                  <a:hlinkClick r:id="rId3"/>
                </a:rPr>
                <a:t>.isl</a:t>
              </a:r>
              <a:r>
                <a:rPr lang="en-US" altLang="zh-CN" sz="100">
                  <a:solidFill>
                    <a:srgbClr val="F73434"/>
                  </a:solidFill>
                  <a:latin typeface="Arial" panose="020B0604020202020204" pitchFamily="34" charset="0"/>
                  <a:ea typeface="微软雅黑" panose="020B0503020204020204" charset="-122"/>
                  <a:sym typeface="Arial" panose="020B0604020202020204" pitchFamily="34" charset="0"/>
                  <a:hlinkClick r:id="rId3"/>
                </a:rPr>
                <a:t> </a:t>
              </a:r>
              <a:r>
                <a:rPr lang="en-US" altLang="zh-CN" sz="1200">
                  <a:solidFill>
                    <a:srgbClr val="F73434"/>
                  </a:solidFill>
                  <a:latin typeface="Arial" panose="020B0604020202020204" pitchFamily="34" charset="0"/>
                  <a:ea typeface="微软雅黑" panose="020B0503020204020204" charset="-122"/>
                  <a:sym typeface="Arial" panose="020B0604020202020204" pitchFamily="34" charset="0"/>
                  <a:hlinkClick r:id="rId3"/>
                </a:rPr>
                <a:t>ide</a:t>
              </a:r>
              <a:r>
                <a:rPr lang="en-US" altLang="zh-CN" sz="1200" dirty="0">
                  <a:solidFill>
                    <a:srgbClr val="F73434"/>
                  </a:solidFill>
                  <a:latin typeface="Arial" panose="020B0604020202020204" pitchFamily="34" charset="0"/>
                  <a:ea typeface="微软雅黑" panose="020B0503020204020204" charset="-122"/>
                  <a:sym typeface="Arial" panose="020B0604020202020204" pitchFamily="34" charset="0"/>
                  <a:hlinkClick r:id="rId3"/>
                </a:rPr>
                <a:t>.cc</a:t>
              </a:r>
              <a:endParaRPr lang="zh-CN" altLang="en-US" sz="1200" dirty="0">
                <a:solidFill>
                  <a:srgbClr val="F73434"/>
                </a:solidFill>
                <a:latin typeface="Arial" panose="020B0604020202020204" pitchFamily="34" charset="0"/>
                <a:ea typeface="微软雅黑" panose="020B0503020204020204" charset="-122"/>
                <a:sym typeface="Arial" panose="020B0604020202020204" pitchFamily="34" charset="0"/>
              </a:endParaRPr>
            </a:p>
          </p:txBody>
        </p:sp>
        <p:sp>
          <p:nvSpPr>
            <p:cNvPr id="8" name="矩形 190"/>
            <p:cNvSpPr/>
            <p:nvPr/>
          </p:nvSpPr>
          <p:spPr>
            <a:xfrm>
              <a:off x="3422180" y="1150240"/>
              <a:ext cx="2890520" cy="1224952"/>
            </a:xfrm>
            <a:prstGeom prst="rect">
              <a:avLst/>
            </a:prstGeom>
            <a:noFill/>
            <a:ln>
              <a:noFill/>
            </a:ln>
          </p:spPr>
          <p:txBody>
            <a:bodyPr wrap="square" anchor="t">
              <a:spAutoFit/>
            </a:bodyPr>
            <a:lstStyle/>
            <a:p>
              <a:pPr defTabSz="914400">
                <a:lnSpc>
                  <a:spcPct val="120000"/>
                </a:lnSpc>
                <a:defRPr/>
              </a:pPr>
              <a:r>
                <a:rPr lang="zh-CN" altLang="en-US" sz="1400" dirty="0">
                  <a:solidFill>
                    <a:srgbClr val="2F2F2F"/>
                  </a:solidFill>
                  <a:latin typeface="Arial" panose="020B0604020202020204" pitchFamily="34" charset="0"/>
                  <a:ea typeface="微软雅黑" panose="020B0503020204020204" charset="-122"/>
                  <a:sym typeface="Arial" panose="020B0604020202020204" pitchFamily="34" charset="0"/>
                </a:rPr>
                <a:t>海量原创模版 </a:t>
              </a:r>
              <a:r>
                <a:rPr lang="en-US" altLang="zh-CN" sz="1400" dirty="0">
                  <a:solidFill>
                    <a:srgbClr val="2F2F2F"/>
                  </a:solidFill>
                  <a:latin typeface="Arial" panose="020B0604020202020204" pitchFamily="34" charset="0"/>
                  <a:ea typeface="微软雅黑" panose="020B0503020204020204" charset="-122"/>
                  <a:sym typeface="Arial" panose="020B0604020202020204" pitchFamily="34" charset="0"/>
                </a:rPr>
                <a:t>+ </a:t>
              </a:r>
              <a:r>
                <a:rPr lang="zh-CN" altLang="en-US" sz="1400" dirty="0">
                  <a:solidFill>
                    <a:srgbClr val="2F2F2F"/>
                  </a:solidFill>
                  <a:latin typeface="Arial" panose="020B0604020202020204" pitchFamily="34" charset="0"/>
                  <a:ea typeface="微软雅黑" panose="020B0503020204020204" charset="-122"/>
                  <a:sym typeface="Arial" panose="020B0604020202020204" pitchFamily="34" charset="0"/>
                </a:rPr>
                <a:t>一键优化功能</a:t>
              </a:r>
              <a:endParaRPr lang="en-US" altLang="zh-CN" sz="1400" dirty="0">
                <a:solidFill>
                  <a:srgbClr val="2F2F2F"/>
                </a:solidFill>
                <a:latin typeface="Arial" panose="020B0604020202020204" pitchFamily="34" charset="0"/>
                <a:ea typeface="微软雅黑" panose="020B0503020204020204" charset="-122"/>
                <a:sym typeface="Arial" panose="020B0604020202020204" pitchFamily="34" charset="0"/>
              </a:endParaRPr>
            </a:p>
            <a:p>
              <a:pPr defTabSz="914400">
                <a:lnSpc>
                  <a:spcPct val="120000"/>
                </a:lnSpc>
                <a:defRPr/>
              </a:pPr>
              <a:r>
                <a:rPr lang="en-US" altLang="zh-CN" sz="1400" dirty="0">
                  <a:solidFill>
                    <a:srgbClr val="2F2F2F"/>
                  </a:solidFill>
                  <a:latin typeface="Arial" panose="020B0604020202020204" pitchFamily="34" charset="0"/>
                  <a:ea typeface="微软雅黑" panose="020B0503020204020204" charset="-122"/>
                  <a:sym typeface="Arial" panose="020B0604020202020204" pitchFamily="34" charset="0"/>
                </a:rPr>
                <a:t>iSlide</a:t>
              </a:r>
              <a:r>
                <a:rPr lang="zh-CN" altLang="en-US" sz="1400" dirty="0">
                  <a:solidFill>
                    <a:srgbClr val="2F2F2F"/>
                  </a:solidFill>
                  <a:latin typeface="Arial" panose="020B0604020202020204" pitchFamily="34" charset="0"/>
                  <a:ea typeface="微软雅黑" panose="020B0503020204020204" charset="-122"/>
                  <a:sym typeface="Arial" panose="020B0604020202020204" pitchFamily="34" charset="0"/>
                </a:rPr>
                <a:t>，让 </a:t>
              </a:r>
              <a:r>
                <a:rPr lang="en-US" altLang="zh-CN" sz="1400" dirty="0">
                  <a:solidFill>
                    <a:srgbClr val="2F2F2F"/>
                  </a:solidFill>
                  <a:latin typeface="Arial" panose="020B0604020202020204" pitchFamily="34" charset="0"/>
                  <a:ea typeface="微软雅黑" panose="020B0503020204020204" charset="-122"/>
                  <a:sym typeface="Arial" panose="020B0604020202020204" pitchFamily="34" charset="0"/>
                </a:rPr>
                <a:t>PPT </a:t>
              </a:r>
              <a:r>
                <a:rPr lang="zh-CN" altLang="en-US" sz="1400" dirty="0">
                  <a:solidFill>
                    <a:srgbClr val="2F2F2F"/>
                  </a:solidFill>
                  <a:latin typeface="Arial" panose="020B0604020202020204" pitchFamily="34" charset="0"/>
                  <a:ea typeface="微软雅黑" panose="020B0503020204020204" charset="-122"/>
                  <a:sym typeface="Arial" panose="020B0604020202020204" pitchFamily="34" charset="0"/>
                </a:rPr>
                <a:t>设计简单起来！</a:t>
              </a:r>
              <a:endParaRPr lang="en-US" altLang="zh-CN" sz="1400" dirty="0">
                <a:solidFill>
                  <a:srgbClr val="2F2F2F"/>
                </a:solidFill>
                <a:latin typeface="Arial" panose="020B0604020202020204" pitchFamily="34" charset="0"/>
                <a:ea typeface="微软雅黑" panose="020B0503020204020204" charset="-122"/>
                <a:sym typeface="Arial" panose="020B0604020202020204" pitchFamily="34" charset="0"/>
              </a:endParaRPr>
            </a:p>
            <a:p>
              <a:pPr defTabSz="914400">
                <a:defRPr/>
              </a:pPr>
              <a:endParaRPr lang="en-US" altLang="zh-CN" sz="1000" dirty="0">
                <a:solidFill>
                  <a:srgbClr val="000000"/>
                </a:solidFill>
                <a:latin typeface="Arial" panose="020B0604020202020204" pitchFamily="34" charset="0"/>
                <a:ea typeface="微软雅黑" panose="020B0503020204020204" charset="-122"/>
                <a:sym typeface="Arial" panose="020B0604020202020204" pitchFamily="34" charset="0"/>
              </a:endParaRPr>
            </a:p>
            <a:p>
              <a:pPr defTabSz="914400">
                <a:defRPr/>
              </a:pPr>
              <a:r>
                <a:rPr lang="en-US" altLang="zh-CN" sz="1000" dirty="0">
                  <a:solidFill>
                    <a:schemeClr val="bg1">
                      <a:lumMod val="65000"/>
                    </a:schemeClr>
                  </a:solidFill>
                  <a:latin typeface="Arial" panose="020B0604020202020204" pitchFamily="34" charset="0"/>
                  <a:ea typeface="微软雅黑" panose="020B0503020204020204" charset="-122"/>
                  <a:sym typeface="Arial" panose="020B0604020202020204" pitchFamily="34" charset="0"/>
                </a:rPr>
                <a:t>One-click </a:t>
              </a:r>
              <a:r>
                <a:rPr lang="en-US" altLang="zh-CN" sz="1000">
                  <a:solidFill>
                    <a:schemeClr val="bg1">
                      <a:lumMod val="65000"/>
                    </a:schemeClr>
                  </a:solidFill>
                  <a:latin typeface="Arial" panose="020B0604020202020204" pitchFamily="34" charset="0"/>
                  <a:ea typeface="微软雅黑" panose="020B0503020204020204" charset="-122"/>
                  <a:sym typeface="Arial" panose="020B0604020202020204" pitchFamily="34" charset="0"/>
                </a:rPr>
                <a:t>Optimization Feat</a:t>
              </a:r>
              <a:r>
                <a:rPr lang="en-US" altLang="zh-CN" sz="100">
                  <a:solidFill>
                    <a:schemeClr val="bg1">
                      <a:lumMod val="65000"/>
                    </a:schemeClr>
                  </a:solidFill>
                  <a:latin typeface="Arial" panose="020B0604020202020204" pitchFamily="34" charset="0"/>
                  <a:ea typeface="微软雅黑" panose="020B0503020204020204" charset="-122"/>
                  <a:sym typeface="Arial" panose="020B0604020202020204" pitchFamily="34" charset="0"/>
                </a:rPr>
                <a:t> </a:t>
              </a:r>
              <a:r>
                <a:rPr lang="en-US" altLang="zh-CN" sz="1000">
                  <a:solidFill>
                    <a:schemeClr val="bg1">
                      <a:lumMod val="65000"/>
                    </a:schemeClr>
                  </a:solidFill>
                  <a:latin typeface="Arial" panose="020B0604020202020204" pitchFamily="34" charset="0"/>
                  <a:ea typeface="微软雅黑" panose="020B0503020204020204" charset="-122"/>
                  <a:sym typeface="Arial" panose="020B0604020202020204" pitchFamily="34" charset="0"/>
                </a:rPr>
                <a:t>ures </a:t>
              </a:r>
              <a:r>
                <a:rPr lang="en-US" altLang="zh-CN" sz="1000" dirty="0">
                  <a:solidFill>
                    <a:schemeClr val="bg1">
                      <a:lumMod val="65000"/>
                    </a:schemeClr>
                  </a:solidFill>
                  <a:latin typeface="Arial" panose="020B0604020202020204" pitchFamily="34" charset="0"/>
                  <a:ea typeface="微软雅黑" panose="020B0503020204020204" charset="-122"/>
                  <a:sym typeface="Arial" panose="020B0604020202020204" pitchFamily="34" charset="0"/>
                </a:rPr>
                <a:t>&amp; </a:t>
              </a:r>
            </a:p>
            <a:p>
              <a:pPr defTabSz="914400">
                <a:defRPr/>
              </a:pPr>
              <a:r>
                <a:rPr lang="en-US" altLang="zh-CN" sz="1000" dirty="0">
                  <a:solidFill>
                    <a:schemeClr val="bg1">
                      <a:lumMod val="65000"/>
                    </a:schemeClr>
                  </a:solidFill>
                  <a:latin typeface="Arial" panose="020B0604020202020204" pitchFamily="34" charset="0"/>
                  <a:ea typeface="微软雅黑" panose="020B0503020204020204" charset="-122"/>
                  <a:sym typeface="Arial" panose="020B0604020202020204" pitchFamily="34" charset="0"/>
                </a:rPr>
                <a:t>Massive Presentation Resources</a:t>
              </a:r>
            </a:p>
            <a:p>
              <a:pPr defTabSz="914400">
                <a:defRPr/>
              </a:pPr>
              <a:r>
                <a:rPr lang="en-US" altLang="zh-CN" sz="1000" dirty="0">
                  <a:solidFill>
                    <a:schemeClr val="bg1">
                      <a:lumMod val="65000"/>
                    </a:schemeClr>
                  </a:solidFill>
                  <a:latin typeface="Arial" panose="020B0604020202020204" pitchFamily="34" charset="0"/>
                  <a:ea typeface="微软雅黑" panose="020B0503020204020204" charset="-122"/>
                  <a:sym typeface="Arial" panose="020B0604020202020204" pitchFamily="34" charset="0"/>
                </a:rPr>
                <a:t>Great Presentation Made Easy with iSlide</a:t>
              </a:r>
              <a:endParaRPr lang="zh-CN" altLang="en-US" sz="1000" dirty="0">
                <a:solidFill>
                  <a:schemeClr val="bg1">
                    <a:lumMod val="65000"/>
                  </a:schemeClr>
                </a:solidFill>
                <a:latin typeface="Arial" panose="020B0604020202020204" pitchFamily="34" charset="0"/>
                <a:ea typeface="微软雅黑" panose="020B0503020204020204" charset="-122"/>
                <a:sym typeface="Arial" panose="020B0604020202020204" pitchFamily="34" charset="0"/>
              </a:endParaRPr>
            </a:p>
          </p:txBody>
        </p:sp>
      </p:grpSp>
      <p:grpSp>
        <p:nvGrpSpPr>
          <p:cNvPr id="35" name="组合 34"/>
          <p:cNvGrpSpPr/>
          <p:nvPr/>
        </p:nvGrpSpPr>
        <p:grpSpPr>
          <a:xfrm>
            <a:off x="3937427" y="2352595"/>
            <a:ext cx="7581473" cy="3646763"/>
            <a:chOff x="3898800" y="2179738"/>
            <a:chExt cx="7619676" cy="3466182"/>
          </a:xfrm>
        </p:grpSpPr>
        <p:sp>
          <p:nvSpPr>
            <p:cNvPr id="20" name="矩形 19"/>
            <p:cNvSpPr/>
            <p:nvPr/>
          </p:nvSpPr>
          <p:spPr>
            <a:xfrm>
              <a:off x="3898800" y="2495332"/>
              <a:ext cx="7619676" cy="3150588"/>
            </a:xfrm>
            <a:prstGeom prst="rect">
              <a:avLst/>
            </a:prstGeom>
            <a:ln w="3175">
              <a:noFill/>
            </a:ln>
          </p:spPr>
          <p:txBody>
            <a:bodyPr wrap="square">
              <a:noAutofit/>
            </a:bodyPr>
            <a:lstStyle/>
            <a:p>
              <a:pPr>
                <a:lnSpc>
                  <a:spcPct val="150000"/>
                </a:lnSpc>
              </a:pPr>
              <a:r>
                <a:rPr lang="zh-CN" altLang="en-US" sz="900" dirty="0">
                  <a:solidFill>
                    <a:srgbClr val="2F2F2F"/>
                  </a:solidFill>
                  <a:latin typeface="Arial" panose="020B0604020202020204" pitchFamily="34" charset="0"/>
                  <a:ea typeface="微软雅黑" panose="020B0503020204020204" charset="-122"/>
                  <a:sym typeface="Arial" panose="020B0604020202020204" pitchFamily="34" charset="0"/>
                </a:rPr>
                <a:t>本 </a:t>
              </a:r>
              <a:r>
                <a:rPr lang="en-US" altLang="zh-CN" sz="900" dirty="0">
                  <a:solidFill>
                    <a:srgbClr val="2F2F2F"/>
                  </a:solidFill>
                  <a:latin typeface="Arial" panose="020B0604020202020204" pitchFamily="34" charset="0"/>
                  <a:ea typeface="微软雅黑" panose="020B0503020204020204" charset="-122"/>
                  <a:sym typeface="Arial" panose="020B0604020202020204" pitchFamily="34" charset="0"/>
                </a:rPr>
                <a:t>PPT </a:t>
              </a:r>
              <a:r>
                <a:rPr lang="zh-CN" altLang="en-US" sz="900" dirty="0">
                  <a:solidFill>
                    <a:srgbClr val="2F2F2F"/>
                  </a:solidFill>
                  <a:latin typeface="Arial" panose="020B0604020202020204" pitchFamily="34" charset="0"/>
                  <a:ea typeface="微软雅黑" panose="020B0503020204020204" charset="-122"/>
                  <a:sym typeface="Arial" panose="020B0604020202020204" pitchFamily="34" charset="0"/>
                </a:rPr>
                <a:t>文件由 </a:t>
              </a:r>
              <a:r>
                <a:rPr lang="en-US" altLang="zh-CN" sz="900" dirty="0">
                  <a:solidFill>
                    <a:srgbClr val="2F2F2F"/>
                  </a:solidFill>
                  <a:latin typeface="Arial" panose="020B0604020202020204" pitchFamily="34" charset="0"/>
                  <a:ea typeface="微软雅黑" panose="020B0503020204020204" charset="-122"/>
                  <a:sym typeface="Arial" panose="020B0604020202020204" pitchFamily="34" charset="0"/>
                </a:rPr>
                <a:t>iSlide </a:t>
              </a:r>
              <a:r>
                <a:rPr lang="zh-CN" altLang="en-US" sz="900" dirty="0">
                  <a:solidFill>
                    <a:srgbClr val="2F2F2F"/>
                  </a:solidFill>
                  <a:latin typeface="Arial" panose="020B0604020202020204" pitchFamily="34" charset="0"/>
                  <a:ea typeface="微软雅黑" panose="020B0503020204020204" charset="-122"/>
                  <a:sym typeface="Arial" panose="020B0604020202020204" pitchFamily="34" charset="0"/>
                </a:rPr>
                <a:t>提供</a:t>
              </a:r>
              <a:br>
                <a:rPr lang="zh-CN" altLang="en-US" sz="900" dirty="0">
                  <a:solidFill>
                    <a:srgbClr val="2F2F2F"/>
                  </a:solidFill>
                  <a:latin typeface="Arial" panose="020B0604020202020204" pitchFamily="34" charset="0"/>
                  <a:ea typeface="微软雅黑" panose="020B0503020204020204" charset="-122"/>
                  <a:sym typeface="Arial" panose="020B0604020202020204" pitchFamily="34" charset="0"/>
                </a:rPr>
              </a:br>
              <a:r>
                <a:rPr lang="en-US" altLang="zh-CN" sz="900" dirty="0">
                  <a:solidFill>
                    <a:srgbClr val="2F2F2F"/>
                  </a:solidFill>
                  <a:latin typeface="Arial" panose="020B0604020202020204" pitchFamily="34" charset="0"/>
                  <a:ea typeface="微软雅黑" panose="020B0503020204020204" charset="-122"/>
                  <a:sym typeface="Arial" panose="020B0604020202020204" pitchFamily="34" charset="0"/>
                </a:rPr>
                <a:t>iSlide </a:t>
              </a:r>
              <a:r>
                <a:rPr lang="zh-CN" altLang="en-US" sz="900" dirty="0">
                  <a:solidFill>
                    <a:srgbClr val="2F2F2F"/>
                  </a:solidFill>
                  <a:latin typeface="Arial" panose="020B0604020202020204" pitchFamily="34" charset="0"/>
                  <a:ea typeface="微软雅黑" panose="020B0503020204020204" charset="-122"/>
                  <a:sym typeface="Arial" panose="020B0604020202020204" pitchFamily="34" charset="0"/>
                </a:rPr>
                <a:t>尊重知识产权并注重保护用户享有的各项权利。</a:t>
              </a:r>
              <a:endParaRPr lang="en-US" altLang="zh-CN" sz="900" dirty="0">
                <a:solidFill>
                  <a:srgbClr val="2F2F2F"/>
                </a:solidFill>
                <a:latin typeface="Arial" panose="020B0604020202020204" pitchFamily="34" charset="0"/>
                <a:ea typeface="微软雅黑" panose="020B0503020204020204" charset="-122"/>
                <a:sym typeface="Arial" panose="020B0604020202020204" pitchFamily="34" charset="0"/>
              </a:endParaRPr>
            </a:p>
            <a:p>
              <a:pPr>
                <a:lnSpc>
                  <a:spcPct val="150000"/>
                </a:lnSpc>
              </a:pPr>
              <a:r>
                <a:rPr lang="zh-CN" altLang="en-US" sz="900" dirty="0">
                  <a:solidFill>
                    <a:srgbClr val="2F2F2F"/>
                  </a:solidFill>
                  <a:latin typeface="Arial" panose="020B0604020202020204" pitchFamily="34" charset="0"/>
                  <a:ea typeface="微软雅黑" panose="020B0503020204020204" charset="-122"/>
                  <a:sym typeface="Arial" panose="020B0604020202020204" pitchFamily="34" charset="0"/>
                </a:rPr>
                <a:t>郑重提醒您：</a:t>
              </a:r>
              <a:br>
                <a:rPr lang="zh-CN" altLang="en-US" sz="900" dirty="0">
                  <a:solidFill>
                    <a:srgbClr val="2F2F2F"/>
                  </a:solidFill>
                  <a:latin typeface="Arial" panose="020B0604020202020204" pitchFamily="34" charset="0"/>
                  <a:ea typeface="微软雅黑" panose="020B0503020204020204" charset="-122"/>
                  <a:sym typeface="Arial" panose="020B0604020202020204" pitchFamily="34" charset="0"/>
                </a:rPr>
              </a:br>
              <a:r>
                <a:rPr lang="zh-CN" altLang="en-US" sz="900" dirty="0">
                  <a:solidFill>
                    <a:srgbClr val="2F2F2F"/>
                  </a:solidFill>
                  <a:latin typeface="Arial" panose="020B0604020202020204" pitchFamily="34" charset="0"/>
                  <a:ea typeface="微软雅黑" panose="020B0503020204020204" charset="-122"/>
                  <a:sym typeface="Arial" panose="020B0604020202020204" pitchFamily="34" charset="0"/>
                </a:rPr>
                <a:t>本 </a:t>
              </a:r>
              <a:r>
                <a:rPr lang="en-US" altLang="zh-CN" sz="900" dirty="0">
                  <a:solidFill>
                    <a:srgbClr val="2F2F2F"/>
                  </a:solidFill>
                  <a:latin typeface="Arial" panose="020B0604020202020204" pitchFamily="34" charset="0"/>
                  <a:ea typeface="微软雅黑" panose="020B0503020204020204" charset="-122"/>
                  <a:sym typeface="Arial" panose="020B0604020202020204" pitchFamily="34" charset="0"/>
                </a:rPr>
                <a:t>PPT </a:t>
              </a:r>
              <a:r>
                <a:rPr lang="zh-CN" altLang="en-US" sz="900" dirty="0">
                  <a:solidFill>
                    <a:srgbClr val="2F2F2F"/>
                  </a:solidFill>
                  <a:latin typeface="Arial" panose="020B0604020202020204" pitchFamily="34" charset="0"/>
                  <a:ea typeface="微软雅黑" panose="020B0503020204020204" charset="-122"/>
                  <a:sym typeface="Arial" panose="020B0604020202020204" pitchFamily="34" charset="0"/>
                </a:rPr>
                <a:t>文件中提供的任何信息内容的所有权、知识产权归其原始权利人或权利受让人所有，您免费</a:t>
              </a:r>
              <a:r>
                <a:rPr lang="en-US" altLang="zh-CN" sz="900" dirty="0">
                  <a:solidFill>
                    <a:srgbClr val="2F2F2F"/>
                  </a:solidFill>
                  <a:latin typeface="Arial" panose="020B0604020202020204" pitchFamily="34" charset="0"/>
                  <a:ea typeface="微软雅黑" panose="020B0503020204020204" charset="-122"/>
                  <a:sym typeface="Arial" panose="020B0604020202020204" pitchFamily="34" charset="0"/>
                </a:rPr>
                <a:t>/</a:t>
              </a:r>
              <a:r>
                <a:rPr lang="zh-CN" altLang="en-US" sz="900" dirty="0">
                  <a:solidFill>
                    <a:srgbClr val="2F2F2F"/>
                  </a:solidFill>
                  <a:latin typeface="Arial" panose="020B0604020202020204" pitchFamily="34" charset="0"/>
                  <a:ea typeface="微软雅黑" panose="020B0503020204020204" charset="-122"/>
                  <a:sym typeface="Arial" panose="020B0604020202020204" pitchFamily="34" charset="0"/>
                </a:rPr>
                <a:t>付费获得的是信息内容的使用权，您的使用行为应当遵循 </a:t>
              </a:r>
              <a:r>
                <a:rPr lang="en-US" altLang="zh-CN" sz="900" dirty="0">
                  <a:solidFill>
                    <a:srgbClr val="2F2F2F"/>
                  </a:solidFill>
                  <a:latin typeface="Arial" panose="020B0604020202020204" pitchFamily="34" charset="0"/>
                  <a:ea typeface="微软雅黑" panose="020B0503020204020204" charset="-122"/>
                  <a:sym typeface="Arial" panose="020B0604020202020204" pitchFamily="34" charset="0"/>
                </a:rPr>
                <a:t>iSlide </a:t>
              </a:r>
              <a:r>
                <a:rPr lang="zh-CN" altLang="en-US" sz="900" dirty="0">
                  <a:solidFill>
                    <a:srgbClr val="2F2F2F"/>
                  </a:solidFill>
                  <a:latin typeface="Arial" panose="020B0604020202020204" pitchFamily="34" charset="0"/>
                  <a:ea typeface="微软雅黑" panose="020B0503020204020204" charset="-122"/>
                  <a:sym typeface="Arial" panose="020B0604020202020204" pitchFamily="34" charset="0"/>
                </a:rPr>
                <a:t>官方网站（ </a:t>
              </a:r>
              <a:r>
                <a:rPr lang="en-US" altLang="zh-CN" sz="900" dirty="0">
                  <a:solidFill>
                    <a:srgbClr val="2F2F2F"/>
                  </a:solidFill>
                  <a:latin typeface="Arial" panose="020B0604020202020204" pitchFamily="34" charset="0"/>
                  <a:ea typeface="微软雅黑" panose="020B0503020204020204" charset="-122"/>
                  <a:sym typeface="Arial" panose="020B0604020202020204" pitchFamily="34" charset="0"/>
                </a:rPr>
                <a:t>https://www.islide.cc </a:t>
              </a:r>
              <a:r>
                <a:rPr lang="zh-CN" altLang="en-US" sz="900" dirty="0">
                  <a:solidFill>
                    <a:srgbClr val="2F2F2F"/>
                  </a:solidFill>
                  <a:latin typeface="Arial" panose="020B0604020202020204" pitchFamily="34" charset="0"/>
                  <a:ea typeface="微软雅黑" panose="020B0503020204020204" charset="-122"/>
                  <a:sym typeface="Arial" panose="020B0604020202020204" pitchFamily="34" charset="0"/>
                </a:rPr>
                <a:t>）的“版权声明”、“用户协议”、“会员协议”等条款的约束。</a:t>
              </a:r>
              <a:br>
                <a:rPr lang="zh-CN" altLang="en-US" sz="900" dirty="0">
                  <a:solidFill>
                    <a:srgbClr val="2F2F2F"/>
                  </a:solidFill>
                  <a:latin typeface="Arial" panose="020B0604020202020204" pitchFamily="34" charset="0"/>
                  <a:ea typeface="微软雅黑" panose="020B0503020204020204" charset="-122"/>
                  <a:sym typeface="Arial" panose="020B0604020202020204" pitchFamily="34" charset="0"/>
                </a:rPr>
              </a:br>
              <a:r>
                <a:rPr lang="en-US" altLang="zh-CN" sz="900" dirty="0">
                  <a:solidFill>
                    <a:srgbClr val="2F2F2F"/>
                  </a:solidFill>
                  <a:latin typeface="Arial" panose="020B0604020202020204" pitchFamily="34" charset="0"/>
                  <a:ea typeface="微软雅黑" panose="020B0503020204020204" charset="-122"/>
                  <a:sym typeface="Arial" panose="020B0604020202020204" pitchFamily="34" charset="0"/>
                </a:rPr>
                <a:t>1</a:t>
              </a:r>
              <a:r>
                <a:rPr lang="zh-CN" altLang="en-US" sz="900" dirty="0">
                  <a:solidFill>
                    <a:srgbClr val="2F2F2F"/>
                  </a:solidFill>
                  <a:latin typeface="Arial" panose="020B0604020202020204" pitchFamily="34" charset="0"/>
                  <a:ea typeface="微软雅黑" panose="020B0503020204020204" charset="-122"/>
                  <a:sym typeface="Arial" panose="020B0604020202020204" pitchFamily="34" charset="0"/>
                </a:rPr>
                <a:t>、您不可将信息内容的全部或部分用于出售，或以出租、出借、发布等其他任何直接获利方式供他人使用；</a:t>
              </a:r>
              <a:br>
                <a:rPr lang="zh-CN" altLang="en-US" sz="900" dirty="0">
                  <a:solidFill>
                    <a:srgbClr val="2F2F2F"/>
                  </a:solidFill>
                  <a:latin typeface="Arial" panose="020B0604020202020204" pitchFamily="34" charset="0"/>
                  <a:ea typeface="微软雅黑" panose="020B0503020204020204" charset="-122"/>
                  <a:sym typeface="Arial" panose="020B0604020202020204" pitchFamily="34" charset="0"/>
                </a:rPr>
              </a:br>
              <a:r>
                <a:rPr lang="en-US" altLang="zh-CN" sz="900" dirty="0">
                  <a:solidFill>
                    <a:srgbClr val="2F2F2F"/>
                  </a:solidFill>
                  <a:latin typeface="Arial" panose="020B0604020202020204" pitchFamily="34" charset="0"/>
                  <a:ea typeface="微软雅黑" panose="020B0503020204020204" charset="-122"/>
                  <a:sym typeface="Arial" panose="020B0604020202020204" pitchFamily="34" charset="0"/>
                </a:rPr>
                <a:t>2</a:t>
              </a:r>
              <a:r>
                <a:rPr lang="zh-CN" altLang="en-US" sz="900" dirty="0">
                  <a:solidFill>
                    <a:srgbClr val="2F2F2F"/>
                  </a:solidFill>
                  <a:latin typeface="Arial" panose="020B0604020202020204" pitchFamily="34" charset="0"/>
                  <a:ea typeface="微软雅黑" panose="020B0503020204020204" charset="-122"/>
                  <a:sym typeface="Arial" panose="020B0604020202020204" pitchFamily="34" charset="0"/>
                </a:rPr>
                <a:t>、您不可在接入互联网或移动互联网的任何网站、平台、应用或程序上以任何方式为他人提供 </a:t>
              </a:r>
              <a:r>
                <a:rPr lang="en-US" altLang="zh-CN" sz="900" dirty="0">
                  <a:solidFill>
                    <a:srgbClr val="2F2F2F"/>
                  </a:solidFill>
                  <a:latin typeface="Arial" panose="020B0604020202020204" pitchFamily="34" charset="0"/>
                  <a:ea typeface="微软雅黑" panose="020B0503020204020204" charset="-122"/>
                  <a:sym typeface="Arial" panose="020B0604020202020204" pitchFamily="34" charset="0"/>
                </a:rPr>
                <a:t>iSlide </a:t>
              </a:r>
              <a:r>
                <a:rPr lang="zh-CN" altLang="en-US" sz="900" dirty="0">
                  <a:solidFill>
                    <a:srgbClr val="2F2F2F"/>
                  </a:solidFill>
                  <a:latin typeface="Arial" panose="020B0604020202020204" pitchFamily="34" charset="0"/>
                  <a:ea typeface="微软雅黑" panose="020B0503020204020204" charset="-122"/>
                  <a:sym typeface="Arial" panose="020B0604020202020204" pitchFamily="34" charset="0"/>
                </a:rPr>
                <a:t>工具 </a:t>
              </a:r>
              <a:r>
                <a:rPr lang="en-US" altLang="zh-CN" sz="900" dirty="0">
                  <a:solidFill>
                    <a:srgbClr val="2F2F2F"/>
                  </a:solidFill>
                  <a:latin typeface="Arial" panose="020B0604020202020204" pitchFamily="34" charset="0"/>
                  <a:ea typeface="微软雅黑" panose="020B0503020204020204" charset="-122"/>
                  <a:sym typeface="Arial" panose="020B0604020202020204" pitchFamily="34" charset="0"/>
                </a:rPr>
                <a:t>/ </a:t>
              </a:r>
              <a:r>
                <a:rPr lang="zh-CN" altLang="en-US" sz="900" dirty="0">
                  <a:solidFill>
                    <a:srgbClr val="2F2F2F"/>
                  </a:solidFill>
                  <a:latin typeface="Arial" panose="020B0604020202020204" pitchFamily="34" charset="0"/>
                  <a:ea typeface="微软雅黑" panose="020B0503020204020204" charset="-122"/>
                  <a:sym typeface="Arial" panose="020B0604020202020204" pitchFamily="34" charset="0"/>
                </a:rPr>
                <a:t>平台中的资源内容下载。</a:t>
              </a:r>
              <a:endParaRPr lang="en-US" altLang="zh-CN" sz="900" dirty="0">
                <a:solidFill>
                  <a:srgbClr val="2F2F2F"/>
                </a:solidFill>
                <a:latin typeface="Arial" panose="020B0604020202020204" pitchFamily="34" charset="0"/>
                <a:ea typeface="微软雅黑" panose="020B0503020204020204" charset="-122"/>
                <a:sym typeface="Arial" panose="020B0604020202020204" pitchFamily="34" charset="0"/>
              </a:endParaRPr>
            </a:p>
            <a:p>
              <a:pPr>
                <a:lnSpc>
                  <a:spcPct val="150000"/>
                </a:lnSpc>
              </a:pPr>
              <a:endParaRPr lang="en-US" altLang="zh-CN" sz="900" dirty="0">
                <a:solidFill>
                  <a:schemeClr val="accent3"/>
                </a:solidFill>
                <a:latin typeface="Arial" panose="020B0604020202020204" pitchFamily="34" charset="0"/>
                <a:ea typeface="微软雅黑" panose="020B0503020204020204" charset="-122"/>
                <a:sym typeface="Arial" panose="020B0604020202020204" pitchFamily="34" charset="0"/>
              </a:endParaRPr>
            </a:p>
            <a:p>
              <a:pPr>
                <a:lnSpc>
                  <a:spcPct val="150000"/>
                </a:lnSpc>
              </a:pPr>
              <a:r>
                <a:rPr lang="en-US" altLang="zh-CN" sz="900" dirty="0">
                  <a:solidFill>
                    <a:srgbClr val="A6A6A6"/>
                  </a:solidFill>
                  <a:latin typeface="Arial" panose="020B0604020202020204" pitchFamily="34" charset="0"/>
                  <a:ea typeface="微软雅黑" panose="020B0503020204020204" charset="-122"/>
                  <a:sym typeface="Arial" panose="020B0604020202020204" pitchFamily="34" charset="0"/>
                </a:rPr>
                <a:t>This presentation file is supplied by iSlide.</a:t>
              </a:r>
            </a:p>
            <a:p>
              <a:pPr>
                <a:lnSpc>
                  <a:spcPct val="150000"/>
                </a:lnSpc>
              </a:pPr>
              <a:r>
                <a:rPr lang="en-US" altLang="zh-CN" sz="900" dirty="0">
                  <a:solidFill>
                    <a:srgbClr val="A6A6A6"/>
                  </a:solidFill>
                  <a:latin typeface="Arial" panose="020B0604020202020204" pitchFamily="34" charset="0"/>
                  <a:ea typeface="微软雅黑" panose="020B0503020204020204" charset="-122"/>
                  <a:sym typeface="Arial" panose="020B0604020202020204" pitchFamily="34" charset="0"/>
                </a:rPr>
                <a:t>iSlide respects all intellectual property rights and protects all the rights its users acquired. Here iSlide solemnly reminds you:</a:t>
              </a:r>
            </a:p>
            <a:p>
              <a:pPr>
                <a:lnSpc>
                  <a:spcPct val="150000"/>
                </a:lnSpc>
              </a:pPr>
              <a:endParaRPr lang="en-US" altLang="zh-CN" sz="900" dirty="0">
                <a:solidFill>
                  <a:srgbClr val="A6A6A6"/>
                </a:solidFill>
                <a:latin typeface="Arial" panose="020B0604020202020204" pitchFamily="34" charset="0"/>
                <a:ea typeface="微软雅黑" panose="020B0503020204020204" charset="-122"/>
                <a:sym typeface="Arial" panose="020B0604020202020204" pitchFamily="34" charset="0"/>
              </a:endParaRPr>
            </a:p>
            <a:p>
              <a:pPr>
                <a:lnSpc>
                  <a:spcPct val="150000"/>
                </a:lnSpc>
              </a:pPr>
              <a:r>
                <a:rPr lang="en-US" altLang="zh-CN" sz="900" dirty="0">
                  <a:solidFill>
                    <a:srgbClr val="A6A6A6"/>
                  </a:solidFill>
                  <a:latin typeface="Arial" panose="020B0604020202020204" pitchFamily="34" charset="0"/>
                  <a:ea typeface="微软雅黑" panose="020B0503020204020204" charset="-122"/>
                  <a:sym typeface="Arial" panose="020B0604020202020204" pitchFamily="34" charset="0"/>
                </a:rPr>
                <a:t>The ownership and </a:t>
              </a:r>
              <a:r>
                <a:rPr lang="en-US" altLang="zh-CN" sz="900">
                  <a:solidFill>
                    <a:srgbClr val="A6A6A6"/>
                  </a:solidFill>
                  <a:latin typeface="Arial" panose="020B0604020202020204" pitchFamily="34" charset="0"/>
                  <a:ea typeface="微软雅黑" panose="020B0503020204020204" charset="-122"/>
                  <a:sym typeface="Arial" panose="020B0604020202020204" pitchFamily="34" charset="0"/>
                </a:rPr>
                <a:t>intellectual prop</a:t>
              </a:r>
              <a:r>
                <a:rPr lang="en-US" altLang="zh-CN" sz="100">
                  <a:solidFill>
                    <a:srgbClr val="A6A6A6"/>
                  </a:solidFill>
                  <a:latin typeface="Arial" panose="020B0604020202020204" pitchFamily="34" charset="0"/>
                  <a:ea typeface="微软雅黑" panose="020B0503020204020204" charset="-122"/>
                  <a:sym typeface="Arial" panose="020B0604020202020204" pitchFamily="34" charset="0"/>
                </a:rPr>
                <a:t> </a:t>
              </a:r>
              <a:r>
                <a:rPr lang="en-US" altLang="zh-CN" sz="900">
                  <a:solidFill>
                    <a:srgbClr val="A6A6A6"/>
                  </a:solidFill>
                  <a:latin typeface="Arial" panose="020B0604020202020204" pitchFamily="34" charset="0"/>
                  <a:ea typeface="微软雅黑" panose="020B0503020204020204" charset="-122"/>
                  <a:sym typeface="Arial" panose="020B0604020202020204" pitchFamily="34" charset="0"/>
                </a:rPr>
                <a:t>erty </a:t>
              </a:r>
              <a:r>
                <a:rPr lang="en-US" altLang="zh-CN" sz="900" dirty="0">
                  <a:solidFill>
                    <a:srgbClr val="A6A6A6"/>
                  </a:solidFill>
                  <a:latin typeface="Arial" panose="020B0604020202020204" pitchFamily="34" charset="0"/>
                  <a:ea typeface="微软雅黑" panose="020B0503020204020204" charset="-122"/>
                  <a:sym typeface="Arial" panose="020B0604020202020204" pitchFamily="34" charset="0"/>
                </a:rPr>
                <a:t>of any content in this PowerPoint presentation belongs to its owner or the assignee of this ownership. What you purchased or got for free is the right to use the content. The usage should be subject to the terms of “Copyright Notice”, “User License Agreement”, “Premium Agreement” and more Agreements of iSlide official website (https://www.islide.cc ) :</a:t>
              </a:r>
            </a:p>
            <a:p>
              <a:pPr>
                <a:lnSpc>
                  <a:spcPct val="150000"/>
                </a:lnSpc>
              </a:pPr>
              <a:r>
                <a:rPr lang="en-US" altLang="zh-CN" sz="900" dirty="0">
                  <a:solidFill>
                    <a:srgbClr val="A6A6A6"/>
                  </a:solidFill>
                  <a:latin typeface="Arial" panose="020B0604020202020204" pitchFamily="34" charset="0"/>
                  <a:ea typeface="微软雅黑" panose="020B0503020204020204" charset="-122"/>
                  <a:sym typeface="Arial" panose="020B0604020202020204" pitchFamily="34" charset="0"/>
                </a:rPr>
                <a:t>1.You may not use all or part of the content for sale; or rent, lend; or distribute it in any directly profitable way.</a:t>
              </a:r>
            </a:p>
            <a:p>
              <a:pPr>
                <a:lnSpc>
                  <a:spcPct val="150000"/>
                </a:lnSpc>
              </a:pPr>
              <a:r>
                <a:rPr lang="en-US" altLang="zh-CN" sz="900" dirty="0">
                  <a:solidFill>
                    <a:srgbClr val="A6A6A6"/>
                  </a:solidFill>
                  <a:latin typeface="Arial" panose="020B0604020202020204" pitchFamily="34" charset="0"/>
                  <a:ea typeface="微软雅黑" panose="020B0503020204020204" charset="-122"/>
                  <a:sym typeface="Arial" panose="020B0604020202020204" pitchFamily="34" charset="0"/>
                </a:rPr>
                <a:t>2.You may not provide the resource of iSlide add-in/platform to any website, platform, application in the Internet or mobile Internet in any way.</a:t>
              </a:r>
            </a:p>
          </p:txBody>
        </p:sp>
        <p:sp>
          <p:nvSpPr>
            <p:cNvPr id="34" name="矩形 33"/>
            <p:cNvSpPr/>
            <p:nvPr/>
          </p:nvSpPr>
          <p:spPr>
            <a:xfrm>
              <a:off x="3898800" y="2179738"/>
              <a:ext cx="2675812" cy="292536"/>
            </a:xfrm>
            <a:prstGeom prst="rect">
              <a:avLst/>
            </a:prstGeom>
          </p:spPr>
          <p:txBody>
            <a:bodyPr wrap="none">
              <a:spAutoFit/>
            </a:bodyPr>
            <a:lstStyle/>
            <a:p>
              <a:r>
                <a:rPr lang="zh-CN" altLang="en-US" sz="1400" b="1" dirty="0">
                  <a:solidFill>
                    <a:srgbClr val="F73434"/>
                  </a:solidFill>
                  <a:latin typeface="Arial" panose="020B0604020202020204" pitchFamily="34" charset="0"/>
                  <a:ea typeface="微软雅黑" panose="020B0503020204020204" charset="-122"/>
                  <a:sym typeface="Arial" panose="020B0604020202020204" pitchFamily="34" charset="0"/>
                </a:rPr>
                <a:t>重要</a:t>
              </a:r>
              <a:r>
                <a:rPr lang="zh-CN" altLang="en-US" sz="1400" b="1">
                  <a:solidFill>
                    <a:srgbClr val="F73434"/>
                  </a:solidFill>
                  <a:latin typeface="Arial" panose="020B0604020202020204" pitchFamily="34" charset="0"/>
                  <a:ea typeface="微软雅黑" panose="020B0503020204020204" charset="-122"/>
                  <a:sym typeface="Arial" panose="020B0604020202020204" pitchFamily="34" charset="0"/>
                </a:rPr>
                <a:t>提示 </a:t>
              </a:r>
              <a:r>
                <a:rPr lang="en-US" altLang="zh-CN" sz="1400" b="1">
                  <a:solidFill>
                    <a:srgbClr val="F73434"/>
                  </a:solidFill>
                  <a:latin typeface="Arial" panose="020B0604020202020204" pitchFamily="34" charset="0"/>
                  <a:ea typeface="微软雅黑" panose="020B0503020204020204" charset="-122"/>
                  <a:sym typeface="Arial" panose="020B0604020202020204" pitchFamily="34" charset="0"/>
                </a:rPr>
                <a:t>IMPO</a:t>
              </a:r>
              <a:r>
                <a:rPr lang="en-US" altLang="zh-CN" sz="100" b="1">
                  <a:solidFill>
                    <a:srgbClr val="F73434"/>
                  </a:solidFill>
                  <a:latin typeface="Arial" panose="020B0604020202020204" pitchFamily="34" charset="0"/>
                  <a:ea typeface="微软雅黑" panose="020B0503020204020204" charset="-122"/>
                  <a:sym typeface="Arial" panose="020B0604020202020204" pitchFamily="34" charset="0"/>
                </a:rPr>
                <a:t> </a:t>
              </a:r>
              <a:r>
                <a:rPr lang="en-US" altLang="zh-CN" sz="1400" b="1">
                  <a:solidFill>
                    <a:srgbClr val="F73434"/>
                  </a:solidFill>
                  <a:latin typeface="Arial" panose="020B0604020202020204" pitchFamily="34" charset="0"/>
                  <a:ea typeface="微软雅黑" panose="020B0503020204020204" charset="-122"/>
                  <a:sym typeface="Arial" panose="020B0604020202020204" pitchFamily="34" charset="0"/>
                </a:rPr>
                <a:t>RTANT </a:t>
              </a:r>
              <a:r>
                <a:rPr lang="en-US" altLang="zh-CN" sz="1400" b="1" dirty="0">
                  <a:solidFill>
                    <a:srgbClr val="F73434"/>
                  </a:solidFill>
                  <a:latin typeface="Arial" panose="020B0604020202020204" pitchFamily="34" charset="0"/>
                  <a:ea typeface="微软雅黑" panose="020B0503020204020204" charset="-122"/>
                  <a:sym typeface="Arial" panose="020B0604020202020204" pitchFamily="34" charset="0"/>
                </a:rPr>
                <a:t>NOTE:</a:t>
              </a:r>
              <a:endParaRPr lang="zh-CN" altLang="en-US" sz="1400" b="1" dirty="0">
                <a:solidFill>
                  <a:srgbClr val="F73434"/>
                </a:solidFill>
                <a:latin typeface="Arial" panose="020B0604020202020204" pitchFamily="34" charset="0"/>
                <a:ea typeface="微软雅黑" panose="020B0503020204020204" charset="-122"/>
                <a:sym typeface="Arial" panose="020B0604020202020204" pitchFamily="34" charset="0"/>
              </a:endParaRPr>
            </a:p>
          </p:txBody>
        </p:sp>
      </p:grpSp>
      <p:pic>
        <p:nvPicPr>
          <p:cNvPr id="130" name="图片 129"/>
          <p:cNvPicPr/>
          <p:nvPr/>
        </p:nvPicPr>
        <p:blipFill>
          <a:blip r:embed="rId4">
            <a:extLst>
              <a:ext uri="{28A0092B-C50C-407E-A947-70E740481C1C}">
                <a14:useLocalDpi xmlns:a14="http://schemas.microsoft.com/office/drawing/2010/main" val="0"/>
              </a:ext>
            </a:extLst>
          </a:blip>
          <a:srcRect/>
          <a:stretch>
            <a:fillRect/>
          </a:stretch>
        </p:blipFill>
        <p:spPr>
          <a:xfrm>
            <a:off x="660400" y="5031395"/>
            <a:ext cx="1048192" cy="1048192"/>
          </a:xfrm>
          <a:prstGeom prst="rect">
            <a:avLst/>
          </a:prstGeom>
        </p:spPr>
      </p:pic>
      <p:grpSp>
        <p:nvGrpSpPr>
          <p:cNvPr id="14" name="组合 13"/>
          <p:cNvGrpSpPr/>
          <p:nvPr/>
        </p:nvGrpSpPr>
        <p:grpSpPr>
          <a:xfrm>
            <a:off x="660400" y="1193800"/>
            <a:ext cx="1595567" cy="451484"/>
            <a:chOff x="683269" y="1142808"/>
            <a:chExt cx="1595567" cy="451484"/>
          </a:xfrm>
        </p:grpSpPr>
        <p:grpSp>
          <p:nvGrpSpPr>
            <p:cNvPr id="15" name="图形 2"/>
            <p:cNvGrpSpPr/>
            <p:nvPr/>
          </p:nvGrpSpPr>
          <p:grpSpPr>
            <a:xfrm>
              <a:off x="683269" y="1142808"/>
              <a:ext cx="450234" cy="451484"/>
              <a:chOff x="683269" y="1142808"/>
              <a:chExt cx="450234" cy="451484"/>
            </a:xfrm>
          </p:grpSpPr>
          <p:sp>
            <p:nvSpPr>
              <p:cNvPr id="17" name="任意多边形: 形状 16"/>
              <p:cNvSpPr/>
              <p:nvPr/>
            </p:nvSpPr>
            <p:spPr>
              <a:xfrm>
                <a:off x="683269" y="1142808"/>
                <a:ext cx="450234" cy="451484"/>
              </a:xfrm>
              <a:custGeom>
                <a:avLst/>
                <a:gdLst>
                  <a:gd name="connsiteX0" fmla="*/ 450234 w 450234"/>
                  <a:gd name="connsiteY0" fmla="*/ 225742 h 451484"/>
                  <a:gd name="connsiteX1" fmla="*/ 225117 w 450234"/>
                  <a:gd name="connsiteY1" fmla="*/ 451484 h 451484"/>
                  <a:gd name="connsiteX2" fmla="*/ 0 w 450234"/>
                  <a:gd name="connsiteY2" fmla="*/ 225742 h 451484"/>
                  <a:gd name="connsiteX3" fmla="*/ 225117 w 450234"/>
                  <a:gd name="connsiteY3" fmla="*/ 0 h 451484"/>
                  <a:gd name="connsiteX4" fmla="*/ 450234 w 450234"/>
                  <a:gd name="connsiteY4" fmla="*/ 225742 h 45148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0234" h="451484">
                    <a:moveTo>
                      <a:pt x="450234" y="225742"/>
                    </a:moveTo>
                    <a:cubicBezTo>
                      <a:pt x="450234" y="350416"/>
                      <a:pt x="349446" y="451484"/>
                      <a:pt x="225117" y="451484"/>
                    </a:cubicBezTo>
                    <a:cubicBezTo>
                      <a:pt x="100788" y="451484"/>
                      <a:pt x="0" y="350416"/>
                      <a:pt x="0" y="225742"/>
                    </a:cubicBezTo>
                    <a:cubicBezTo>
                      <a:pt x="0" y="101068"/>
                      <a:pt x="100788" y="0"/>
                      <a:pt x="225117" y="0"/>
                    </a:cubicBezTo>
                    <a:cubicBezTo>
                      <a:pt x="349446" y="0"/>
                      <a:pt x="450234" y="101068"/>
                      <a:pt x="450234" y="225742"/>
                    </a:cubicBezTo>
                    <a:close/>
                  </a:path>
                </a:pathLst>
              </a:custGeom>
              <a:solidFill>
                <a:srgbClr val="FFFFFF"/>
              </a:solidFill>
              <a:ln w="2462" cap="flat">
                <a:noFill/>
                <a:prstDash val="solid"/>
                <a:miter/>
              </a:ln>
            </p:spPr>
            <p:txBody>
              <a:bodyPr rtlCol="0" anchor="ctr"/>
              <a:lstStyle/>
              <a:p>
                <a:endParaRPr lang="zh-CN" altLang="en-US"/>
              </a:p>
            </p:txBody>
          </p:sp>
          <p:sp>
            <p:nvSpPr>
              <p:cNvPr id="18" name="任意多边形: 形状 17"/>
              <p:cNvSpPr/>
              <p:nvPr/>
            </p:nvSpPr>
            <p:spPr>
              <a:xfrm>
                <a:off x="683269" y="1142808"/>
                <a:ext cx="450234" cy="450003"/>
              </a:xfrm>
              <a:custGeom>
                <a:avLst/>
                <a:gdLst>
                  <a:gd name="connsiteX0" fmla="*/ 132059 w 450234"/>
                  <a:gd name="connsiteY0" fmla="*/ 431254 h 450003"/>
                  <a:gd name="connsiteX1" fmla="*/ 0 w 450234"/>
                  <a:gd name="connsiteY1" fmla="*/ 225495 h 450003"/>
                  <a:gd name="connsiteX2" fmla="*/ 225117 w 450234"/>
                  <a:gd name="connsiteY2" fmla="*/ 0 h 450003"/>
                  <a:gd name="connsiteX3" fmla="*/ 450234 w 450234"/>
                  <a:gd name="connsiteY3" fmla="*/ 225495 h 450003"/>
                  <a:gd name="connsiteX4" fmla="*/ 248320 w 450234"/>
                  <a:gd name="connsiteY4" fmla="*/ 450004 h 450003"/>
                  <a:gd name="connsiteX5" fmla="*/ 282384 w 450234"/>
                  <a:gd name="connsiteY5" fmla="*/ 289394 h 450003"/>
                  <a:gd name="connsiteX6" fmla="*/ 274238 w 450234"/>
                  <a:gd name="connsiteY6" fmla="*/ 244986 h 450003"/>
                  <a:gd name="connsiteX7" fmla="*/ 236965 w 450234"/>
                  <a:gd name="connsiteY7" fmla="*/ 219327 h 450003"/>
                  <a:gd name="connsiteX8" fmla="*/ 236719 w 450234"/>
                  <a:gd name="connsiteY8" fmla="*/ 219327 h 450003"/>
                  <a:gd name="connsiteX9" fmla="*/ 192534 w 450234"/>
                  <a:gd name="connsiteY9" fmla="*/ 227469 h 450003"/>
                  <a:gd name="connsiteX10" fmla="*/ 166863 w 450234"/>
                  <a:gd name="connsiteY10" fmla="*/ 264723 h 450003"/>
                  <a:gd name="connsiteX11" fmla="*/ 132059 w 450234"/>
                  <a:gd name="connsiteY11" fmla="*/ 431254 h 450003"/>
                  <a:gd name="connsiteX12" fmla="*/ 255478 w 450234"/>
                  <a:gd name="connsiteY12" fmla="*/ 75741 h 450003"/>
                  <a:gd name="connsiteX13" fmla="*/ 314473 w 450234"/>
                  <a:gd name="connsiteY13" fmla="*/ 134705 h 450003"/>
                  <a:gd name="connsiteX14" fmla="*/ 255478 w 450234"/>
                  <a:gd name="connsiteY14" fmla="*/ 193669 h 450003"/>
                  <a:gd name="connsiteX15" fmla="*/ 196484 w 450234"/>
                  <a:gd name="connsiteY15" fmla="*/ 134705 h 450003"/>
                  <a:gd name="connsiteX16" fmla="*/ 255478 w 450234"/>
                  <a:gd name="connsiteY16" fmla="*/ 75741 h 4500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0234" h="450003">
                    <a:moveTo>
                      <a:pt x="132059" y="431254"/>
                    </a:moveTo>
                    <a:cubicBezTo>
                      <a:pt x="54058" y="395727"/>
                      <a:pt x="0" y="317026"/>
                      <a:pt x="0" y="225495"/>
                    </a:cubicBezTo>
                    <a:cubicBezTo>
                      <a:pt x="0" y="101152"/>
                      <a:pt x="100957" y="0"/>
                      <a:pt x="225117" y="0"/>
                    </a:cubicBezTo>
                    <a:cubicBezTo>
                      <a:pt x="349277" y="0"/>
                      <a:pt x="450234" y="101152"/>
                      <a:pt x="450234" y="225495"/>
                    </a:cubicBezTo>
                    <a:cubicBezTo>
                      <a:pt x="450234" y="342190"/>
                      <a:pt x="361866" y="438162"/>
                      <a:pt x="248320" y="450004"/>
                    </a:cubicBezTo>
                    <a:lnTo>
                      <a:pt x="282384" y="289394"/>
                    </a:lnTo>
                    <a:cubicBezTo>
                      <a:pt x="285593" y="274098"/>
                      <a:pt x="282631" y="258061"/>
                      <a:pt x="274238" y="244986"/>
                    </a:cubicBezTo>
                    <a:cubicBezTo>
                      <a:pt x="265599" y="231910"/>
                      <a:pt x="252269" y="222535"/>
                      <a:pt x="236965" y="219327"/>
                    </a:cubicBezTo>
                    <a:cubicBezTo>
                      <a:pt x="236965" y="219327"/>
                      <a:pt x="236965" y="219327"/>
                      <a:pt x="236719" y="219327"/>
                    </a:cubicBezTo>
                    <a:cubicBezTo>
                      <a:pt x="221415" y="216120"/>
                      <a:pt x="205370" y="219081"/>
                      <a:pt x="192534" y="227469"/>
                    </a:cubicBezTo>
                    <a:cubicBezTo>
                      <a:pt x="179452" y="236104"/>
                      <a:pt x="170072" y="249426"/>
                      <a:pt x="166863" y="264723"/>
                    </a:cubicBezTo>
                    <a:lnTo>
                      <a:pt x="132059" y="431254"/>
                    </a:lnTo>
                    <a:close/>
                    <a:moveTo>
                      <a:pt x="255478" y="75741"/>
                    </a:moveTo>
                    <a:cubicBezTo>
                      <a:pt x="288061" y="75741"/>
                      <a:pt x="314473" y="102386"/>
                      <a:pt x="314473" y="134705"/>
                    </a:cubicBezTo>
                    <a:cubicBezTo>
                      <a:pt x="314473" y="167024"/>
                      <a:pt x="288061" y="193669"/>
                      <a:pt x="255478" y="193669"/>
                    </a:cubicBezTo>
                    <a:cubicBezTo>
                      <a:pt x="222896" y="193669"/>
                      <a:pt x="196484" y="167024"/>
                      <a:pt x="196484" y="134705"/>
                    </a:cubicBezTo>
                    <a:cubicBezTo>
                      <a:pt x="196484" y="102386"/>
                      <a:pt x="222896" y="75741"/>
                      <a:pt x="255478" y="75741"/>
                    </a:cubicBezTo>
                    <a:close/>
                  </a:path>
                </a:pathLst>
              </a:custGeom>
              <a:gradFill flip="none" rotWithShape="1">
                <a:gsLst>
                  <a:gs pos="0">
                    <a:srgbClr val="F93E36"/>
                  </a:gs>
                  <a:gs pos="100000">
                    <a:srgbClr val="FE6440"/>
                  </a:gs>
                </a:gsLst>
                <a:lin ang="18900000" scaled="1"/>
                <a:tileRect/>
              </a:gradFill>
              <a:ln w="2462" cap="flat">
                <a:noFill/>
                <a:prstDash val="solid"/>
                <a:miter/>
              </a:ln>
            </p:spPr>
            <p:txBody>
              <a:bodyPr rtlCol="0" anchor="ctr"/>
              <a:lstStyle/>
              <a:p>
                <a:endParaRPr lang="zh-CN" altLang="en-US" dirty="0"/>
              </a:p>
            </p:txBody>
          </p:sp>
        </p:grpSp>
        <p:sp>
          <p:nvSpPr>
            <p:cNvPr id="16" name="任意多边形: 形状 15"/>
            <p:cNvSpPr/>
            <p:nvPr/>
          </p:nvSpPr>
          <p:spPr>
            <a:xfrm>
              <a:off x="1223599" y="1212380"/>
              <a:ext cx="1055237" cy="315374"/>
            </a:xfrm>
            <a:custGeom>
              <a:avLst/>
              <a:gdLst>
                <a:gd name="connsiteX0" fmla="*/ 952120 w 1055237"/>
                <a:gd name="connsiteY0" fmla="*/ 133688 h 315374"/>
                <a:gd name="connsiteX1" fmla="*/ 916514 w 1055237"/>
                <a:gd name="connsiteY1" fmla="*/ 136186 h 315374"/>
                <a:gd name="connsiteX2" fmla="*/ 874304 w 1055237"/>
                <a:gd name="connsiteY2" fmla="*/ 188982 h 315374"/>
                <a:gd name="connsiteX3" fmla="*/ 982913 w 1055237"/>
                <a:gd name="connsiteY3" fmla="*/ 149508 h 315374"/>
                <a:gd name="connsiteX4" fmla="*/ 952120 w 1055237"/>
                <a:gd name="connsiteY4" fmla="*/ 133688 h 315374"/>
                <a:gd name="connsiteX5" fmla="*/ 657333 w 1055237"/>
                <a:gd name="connsiteY5" fmla="*/ 128044 h 315374"/>
                <a:gd name="connsiteX6" fmla="*/ 588218 w 1055237"/>
                <a:gd name="connsiteY6" fmla="*/ 197123 h 315374"/>
                <a:gd name="connsiteX7" fmla="*/ 657333 w 1055237"/>
                <a:gd name="connsiteY7" fmla="*/ 266203 h 315374"/>
                <a:gd name="connsiteX8" fmla="*/ 726448 w 1055237"/>
                <a:gd name="connsiteY8" fmla="*/ 201071 h 315374"/>
                <a:gd name="connsiteX9" fmla="*/ 726448 w 1055237"/>
                <a:gd name="connsiteY9" fmla="*/ 193423 h 315374"/>
                <a:gd name="connsiteX10" fmla="*/ 657333 w 1055237"/>
                <a:gd name="connsiteY10" fmla="*/ 128044 h 315374"/>
                <a:gd name="connsiteX11" fmla="*/ 944739 w 1055237"/>
                <a:gd name="connsiteY11" fmla="*/ 79018 h 315374"/>
                <a:gd name="connsiteX12" fmla="*/ 1050054 w 1055237"/>
                <a:gd name="connsiteY12" fmla="*/ 156663 h 315374"/>
                <a:gd name="connsiteX13" fmla="*/ 1055237 w 1055237"/>
                <a:gd name="connsiteY13" fmla="*/ 175660 h 315374"/>
                <a:gd name="connsiteX14" fmla="*/ 1004142 w 1055237"/>
                <a:gd name="connsiteY14" fmla="*/ 194163 h 315374"/>
                <a:gd name="connsiteX15" fmla="*/ 887387 w 1055237"/>
                <a:gd name="connsiteY15" fmla="*/ 236598 h 315374"/>
                <a:gd name="connsiteX16" fmla="*/ 960945 w 1055237"/>
                <a:gd name="connsiteY16" fmla="*/ 257815 h 315374"/>
                <a:gd name="connsiteX17" fmla="*/ 1000933 w 1055237"/>
                <a:gd name="connsiteY17" fmla="*/ 215381 h 315374"/>
                <a:gd name="connsiteX18" fmla="*/ 1052275 w 1055237"/>
                <a:gd name="connsiteY18" fmla="*/ 230677 h 315374"/>
                <a:gd name="connsiteX19" fmla="*/ 979211 w 1055237"/>
                <a:gd name="connsiteY19" fmla="*/ 308145 h 315374"/>
                <a:gd name="connsiteX20" fmla="*/ 827405 w 1055237"/>
                <a:gd name="connsiteY20" fmla="*/ 237585 h 315374"/>
                <a:gd name="connsiteX21" fmla="*/ 898248 w 1055237"/>
                <a:gd name="connsiteY21" fmla="*/ 86103 h 315374"/>
                <a:gd name="connsiteX22" fmla="*/ 944739 w 1055237"/>
                <a:gd name="connsiteY22" fmla="*/ 79018 h 315374"/>
                <a:gd name="connsiteX23" fmla="*/ 451469 w 1055237"/>
                <a:gd name="connsiteY23" fmla="*/ 78948 h 315374"/>
                <a:gd name="connsiteX24" fmla="*/ 500837 w 1055237"/>
                <a:gd name="connsiteY24" fmla="*/ 78948 h 315374"/>
                <a:gd name="connsiteX25" fmla="*/ 500837 w 1055237"/>
                <a:gd name="connsiteY25" fmla="*/ 315299 h 315374"/>
                <a:gd name="connsiteX26" fmla="*/ 451469 w 1055237"/>
                <a:gd name="connsiteY26" fmla="*/ 315299 h 315374"/>
                <a:gd name="connsiteX27" fmla="*/ 4937 w 1055237"/>
                <a:gd name="connsiteY27" fmla="*/ 78948 h 315374"/>
                <a:gd name="connsiteX28" fmla="*/ 54305 w 1055237"/>
                <a:gd name="connsiteY28" fmla="*/ 78948 h 315374"/>
                <a:gd name="connsiteX29" fmla="*/ 54305 w 1055237"/>
                <a:gd name="connsiteY29" fmla="*/ 315299 h 315374"/>
                <a:gd name="connsiteX30" fmla="*/ 4937 w 1055237"/>
                <a:gd name="connsiteY30" fmla="*/ 315299 h 315374"/>
                <a:gd name="connsiteX31" fmla="*/ 775815 w 1055237"/>
                <a:gd name="connsiteY31" fmla="*/ 0 h 315374"/>
                <a:gd name="connsiteX32" fmla="*/ 775815 w 1055237"/>
                <a:gd name="connsiteY32" fmla="*/ 315299 h 315374"/>
                <a:gd name="connsiteX33" fmla="*/ 726448 w 1055237"/>
                <a:gd name="connsiteY33" fmla="*/ 315299 h 315374"/>
                <a:gd name="connsiteX34" fmla="*/ 726448 w 1055237"/>
                <a:gd name="connsiteY34" fmla="*/ 293095 h 315374"/>
                <a:gd name="connsiteX35" fmla="*/ 657333 w 1055237"/>
                <a:gd name="connsiteY35" fmla="*/ 315299 h 315374"/>
                <a:gd name="connsiteX36" fmla="*/ 538850 w 1055237"/>
                <a:gd name="connsiteY36" fmla="*/ 197123 h 315374"/>
                <a:gd name="connsiteX37" fmla="*/ 657333 w 1055237"/>
                <a:gd name="connsiteY37" fmla="*/ 78948 h 315374"/>
                <a:gd name="connsiteX38" fmla="*/ 726448 w 1055237"/>
                <a:gd name="connsiteY38" fmla="*/ 101152 h 315374"/>
                <a:gd name="connsiteX39" fmla="*/ 726448 w 1055237"/>
                <a:gd name="connsiteY39" fmla="*/ 247 h 315374"/>
                <a:gd name="connsiteX40" fmla="*/ 476153 w 1055237"/>
                <a:gd name="connsiteY40" fmla="*/ 0 h 315374"/>
                <a:gd name="connsiteX41" fmla="*/ 505773 w 1055237"/>
                <a:gd name="connsiteY41" fmla="*/ 29606 h 315374"/>
                <a:gd name="connsiteX42" fmla="*/ 476153 w 1055237"/>
                <a:gd name="connsiteY42" fmla="*/ 59211 h 315374"/>
                <a:gd name="connsiteX43" fmla="*/ 446532 w 1055237"/>
                <a:gd name="connsiteY43" fmla="*/ 29606 h 315374"/>
                <a:gd name="connsiteX44" fmla="*/ 476153 w 1055237"/>
                <a:gd name="connsiteY44" fmla="*/ 0 h 315374"/>
                <a:gd name="connsiteX45" fmla="*/ 352733 w 1055237"/>
                <a:gd name="connsiteY45" fmla="*/ 0 h 315374"/>
                <a:gd name="connsiteX46" fmla="*/ 402101 w 1055237"/>
                <a:gd name="connsiteY46" fmla="*/ 0 h 315374"/>
                <a:gd name="connsiteX47" fmla="*/ 402101 w 1055237"/>
                <a:gd name="connsiteY47" fmla="*/ 315299 h 315374"/>
                <a:gd name="connsiteX48" fmla="*/ 352733 w 1055237"/>
                <a:gd name="connsiteY48" fmla="*/ 315299 h 315374"/>
                <a:gd name="connsiteX49" fmla="*/ 205370 w 1055237"/>
                <a:gd name="connsiteY49" fmla="*/ 0 h 315374"/>
                <a:gd name="connsiteX50" fmla="*/ 297194 w 1055237"/>
                <a:gd name="connsiteY50" fmla="*/ 29112 h 315374"/>
                <a:gd name="connsiteX51" fmla="*/ 300897 w 1055237"/>
                <a:gd name="connsiteY51" fmla="*/ 32319 h 315374"/>
                <a:gd name="connsiteX52" fmla="*/ 271523 w 1055237"/>
                <a:gd name="connsiteY52" fmla="*/ 67599 h 315374"/>
                <a:gd name="connsiteX53" fmla="*/ 268808 w 1055237"/>
                <a:gd name="connsiteY53" fmla="*/ 65132 h 315374"/>
                <a:gd name="connsiteX54" fmla="*/ 267573 w 1055237"/>
                <a:gd name="connsiteY54" fmla="*/ 63899 h 315374"/>
                <a:gd name="connsiteX55" fmla="*/ 203149 w 1055237"/>
                <a:gd name="connsiteY55" fmla="*/ 44408 h 315374"/>
                <a:gd name="connsiteX56" fmla="*/ 148844 w 1055237"/>
                <a:gd name="connsiteY56" fmla="*/ 90050 h 315374"/>
                <a:gd name="connsiteX57" fmla="*/ 159952 w 1055237"/>
                <a:gd name="connsiteY57" fmla="*/ 116942 h 315374"/>
                <a:gd name="connsiteX58" fmla="*/ 192288 w 1055237"/>
                <a:gd name="connsiteY58" fmla="*/ 130758 h 315374"/>
                <a:gd name="connsiteX59" fmla="*/ 230054 w 1055237"/>
                <a:gd name="connsiteY59" fmla="*/ 136185 h 315374"/>
                <a:gd name="connsiteX60" fmla="*/ 288308 w 1055237"/>
                <a:gd name="connsiteY60" fmla="*/ 159376 h 315374"/>
                <a:gd name="connsiteX61" fmla="*/ 311511 w 1055237"/>
                <a:gd name="connsiteY61" fmla="*/ 223275 h 315374"/>
                <a:gd name="connsiteX62" fmla="*/ 279422 w 1055237"/>
                <a:gd name="connsiteY62" fmla="*/ 291121 h 315374"/>
                <a:gd name="connsiteX63" fmla="*/ 198459 w 1055237"/>
                <a:gd name="connsiteY63" fmla="*/ 315299 h 315374"/>
                <a:gd name="connsiteX64" fmla="*/ 92071 w 1055237"/>
                <a:gd name="connsiteY64" fmla="*/ 280512 h 315374"/>
                <a:gd name="connsiteX65" fmla="*/ 122432 w 1055237"/>
                <a:gd name="connsiteY65" fmla="*/ 244739 h 315374"/>
                <a:gd name="connsiteX66" fmla="*/ 199199 w 1055237"/>
                <a:gd name="connsiteY66" fmla="*/ 269657 h 315374"/>
                <a:gd name="connsiteX67" fmla="*/ 260909 w 1055237"/>
                <a:gd name="connsiteY67" fmla="*/ 225002 h 315374"/>
                <a:gd name="connsiteX68" fmla="*/ 249307 w 1055237"/>
                <a:gd name="connsiteY68" fmla="*/ 194410 h 315374"/>
                <a:gd name="connsiteX69" fmla="*/ 218206 w 1055237"/>
                <a:gd name="connsiteY69" fmla="*/ 181827 h 315374"/>
                <a:gd name="connsiteX70" fmla="*/ 179699 w 1055237"/>
                <a:gd name="connsiteY70" fmla="*/ 176399 h 315374"/>
                <a:gd name="connsiteX71" fmla="*/ 120704 w 1055237"/>
                <a:gd name="connsiteY71" fmla="*/ 151235 h 315374"/>
                <a:gd name="connsiteX72" fmla="*/ 99229 w 1055237"/>
                <a:gd name="connsiteY72" fmla="*/ 91777 h 315374"/>
                <a:gd name="connsiteX73" fmla="*/ 205370 w 1055237"/>
                <a:gd name="connsiteY73" fmla="*/ 0 h 315374"/>
                <a:gd name="connsiteX74" fmla="*/ 29621 w 1055237"/>
                <a:gd name="connsiteY74" fmla="*/ 0 h 315374"/>
                <a:gd name="connsiteX75" fmla="*/ 59241 w 1055237"/>
                <a:gd name="connsiteY75" fmla="*/ 29606 h 315374"/>
                <a:gd name="connsiteX76" fmla="*/ 29621 w 1055237"/>
                <a:gd name="connsiteY76" fmla="*/ 59211 h 315374"/>
                <a:gd name="connsiteX77" fmla="*/ 0 w 1055237"/>
                <a:gd name="connsiteY77" fmla="*/ 29606 h 315374"/>
                <a:gd name="connsiteX78" fmla="*/ 29621 w 1055237"/>
                <a:gd name="connsiteY78" fmla="*/ 0 h 3153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Lst>
              <a:rect l="l" t="t" r="r" b="b"/>
              <a:pathLst>
                <a:path w="1055237" h="315374">
                  <a:moveTo>
                    <a:pt x="952120" y="133688"/>
                  </a:moveTo>
                  <a:cubicBezTo>
                    <a:pt x="940642" y="131252"/>
                    <a:pt x="928362" y="131869"/>
                    <a:pt x="916514" y="136186"/>
                  </a:cubicBezTo>
                  <a:cubicBezTo>
                    <a:pt x="892817" y="144821"/>
                    <a:pt x="877266" y="165791"/>
                    <a:pt x="874304" y="188982"/>
                  </a:cubicBezTo>
                  <a:lnTo>
                    <a:pt x="982913" y="149508"/>
                  </a:lnTo>
                  <a:cubicBezTo>
                    <a:pt x="974274" y="141614"/>
                    <a:pt x="963598" y="136124"/>
                    <a:pt x="952120" y="133688"/>
                  </a:cubicBezTo>
                  <a:close/>
                  <a:moveTo>
                    <a:pt x="657333" y="128044"/>
                  </a:moveTo>
                  <a:cubicBezTo>
                    <a:pt x="619073" y="128044"/>
                    <a:pt x="588218" y="158883"/>
                    <a:pt x="588218" y="197123"/>
                  </a:cubicBezTo>
                  <a:cubicBezTo>
                    <a:pt x="588218" y="235364"/>
                    <a:pt x="619319" y="266203"/>
                    <a:pt x="657333" y="266203"/>
                  </a:cubicBezTo>
                  <a:cubicBezTo>
                    <a:pt x="694359" y="266203"/>
                    <a:pt x="724473" y="237338"/>
                    <a:pt x="726448" y="201071"/>
                  </a:cubicBezTo>
                  <a:lnTo>
                    <a:pt x="726448" y="193423"/>
                  </a:lnTo>
                  <a:cubicBezTo>
                    <a:pt x="724473" y="156909"/>
                    <a:pt x="694359" y="128044"/>
                    <a:pt x="657333" y="128044"/>
                  </a:cubicBezTo>
                  <a:close/>
                  <a:moveTo>
                    <a:pt x="944739" y="79018"/>
                  </a:moveTo>
                  <a:cubicBezTo>
                    <a:pt x="990813" y="81308"/>
                    <a:pt x="1033207" y="110590"/>
                    <a:pt x="1050054" y="156663"/>
                  </a:cubicBezTo>
                  <a:cubicBezTo>
                    <a:pt x="1052275" y="162831"/>
                    <a:pt x="1054003" y="169245"/>
                    <a:pt x="1055237" y="175660"/>
                  </a:cubicBezTo>
                  <a:lnTo>
                    <a:pt x="1004142" y="194163"/>
                  </a:lnTo>
                  <a:lnTo>
                    <a:pt x="887387" y="236598"/>
                  </a:lnTo>
                  <a:cubicBezTo>
                    <a:pt x="904172" y="258309"/>
                    <a:pt x="933792" y="267684"/>
                    <a:pt x="960945" y="257815"/>
                  </a:cubicBezTo>
                  <a:cubicBezTo>
                    <a:pt x="980198" y="250907"/>
                    <a:pt x="995009" y="235118"/>
                    <a:pt x="1000933" y="215381"/>
                  </a:cubicBezTo>
                  <a:lnTo>
                    <a:pt x="1052275" y="230677"/>
                  </a:lnTo>
                  <a:cubicBezTo>
                    <a:pt x="1041661" y="266697"/>
                    <a:pt x="1014509" y="295315"/>
                    <a:pt x="979211" y="308145"/>
                  </a:cubicBezTo>
                  <a:cubicBezTo>
                    <a:pt x="917748" y="330595"/>
                    <a:pt x="849867" y="299016"/>
                    <a:pt x="827405" y="237585"/>
                  </a:cubicBezTo>
                  <a:cubicBezTo>
                    <a:pt x="804942" y="176400"/>
                    <a:pt x="836785" y="108307"/>
                    <a:pt x="898248" y="86103"/>
                  </a:cubicBezTo>
                  <a:cubicBezTo>
                    <a:pt x="913614" y="80490"/>
                    <a:pt x="929381" y="78255"/>
                    <a:pt x="944739" y="79018"/>
                  </a:cubicBezTo>
                  <a:close/>
                  <a:moveTo>
                    <a:pt x="451469" y="78948"/>
                  </a:moveTo>
                  <a:lnTo>
                    <a:pt x="500837" y="78948"/>
                  </a:lnTo>
                  <a:lnTo>
                    <a:pt x="500837" y="315299"/>
                  </a:lnTo>
                  <a:lnTo>
                    <a:pt x="451469" y="315299"/>
                  </a:lnTo>
                  <a:close/>
                  <a:moveTo>
                    <a:pt x="4937" y="78948"/>
                  </a:moveTo>
                  <a:lnTo>
                    <a:pt x="54305" y="78948"/>
                  </a:lnTo>
                  <a:lnTo>
                    <a:pt x="54305" y="315299"/>
                  </a:lnTo>
                  <a:lnTo>
                    <a:pt x="4937" y="315299"/>
                  </a:lnTo>
                  <a:close/>
                  <a:moveTo>
                    <a:pt x="775815" y="0"/>
                  </a:moveTo>
                  <a:lnTo>
                    <a:pt x="775815" y="315299"/>
                  </a:lnTo>
                  <a:lnTo>
                    <a:pt x="726448" y="315299"/>
                  </a:lnTo>
                  <a:lnTo>
                    <a:pt x="726448" y="293095"/>
                  </a:lnTo>
                  <a:cubicBezTo>
                    <a:pt x="706947" y="307157"/>
                    <a:pt x="683004" y="315299"/>
                    <a:pt x="657333" y="315299"/>
                  </a:cubicBezTo>
                  <a:cubicBezTo>
                    <a:pt x="591920" y="315299"/>
                    <a:pt x="538850" y="262255"/>
                    <a:pt x="538850" y="197123"/>
                  </a:cubicBezTo>
                  <a:cubicBezTo>
                    <a:pt x="538850" y="131991"/>
                    <a:pt x="591920" y="78948"/>
                    <a:pt x="657333" y="78948"/>
                  </a:cubicBezTo>
                  <a:cubicBezTo>
                    <a:pt x="683004" y="78948"/>
                    <a:pt x="706947" y="87090"/>
                    <a:pt x="726448" y="101152"/>
                  </a:cubicBezTo>
                  <a:lnTo>
                    <a:pt x="726448" y="247"/>
                  </a:lnTo>
                  <a:close/>
                  <a:moveTo>
                    <a:pt x="476153" y="0"/>
                  </a:moveTo>
                  <a:cubicBezTo>
                    <a:pt x="492444" y="0"/>
                    <a:pt x="505773" y="13322"/>
                    <a:pt x="505773" y="29606"/>
                  </a:cubicBezTo>
                  <a:cubicBezTo>
                    <a:pt x="505773" y="45889"/>
                    <a:pt x="492444" y="59211"/>
                    <a:pt x="476153" y="59211"/>
                  </a:cubicBezTo>
                  <a:cubicBezTo>
                    <a:pt x="459861" y="59211"/>
                    <a:pt x="446532" y="45889"/>
                    <a:pt x="446532" y="29606"/>
                  </a:cubicBezTo>
                  <a:cubicBezTo>
                    <a:pt x="446532" y="13322"/>
                    <a:pt x="459861" y="0"/>
                    <a:pt x="476153" y="0"/>
                  </a:cubicBezTo>
                  <a:close/>
                  <a:moveTo>
                    <a:pt x="352733" y="0"/>
                  </a:moveTo>
                  <a:lnTo>
                    <a:pt x="402101" y="0"/>
                  </a:lnTo>
                  <a:lnTo>
                    <a:pt x="402101" y="315299"/>
                  </a:lnTo>
                  <a:lnTo>
                    <a:pt x="352733" y="315299"/>
                  </a:lnTo>
                  <a:close/>
                  <a:moveTo>
                    <a:pt x="205370" y="0"/>
                  </a:moveTo>
                  <a:cubicBezTo>
                    <a:pt x="245111" y="0"/>
                    <a:pt x="273004" y="8882"/>
                    <a:pt x="297194" y="29112"/>
                  </a:cubicBezTo>
                  <a:lnTo>
                    <a:pt x="300897" y="32319"/>
                  </a:lnTo>
                  <a:lnTo>
                    <a:pt x="271523" y="67599"/>
                  </a:lnTo>
                  <a:cubicBezTo>
                    <a:pt x="271523" y="67599"/>
                    <a:pt x="269795" y="66119"/>
                    <a:pt x="268808" y="65132"/>
                  </a:cubicBezTo>
                  <a:cubicBezTo>
                    <a:pt x="268314" y="64639"/>
                    <a:pt x="267820" y="63899"/>
                    <a:pt x="267573" y="63899"/>
                  </a:cubicBezTo>
                  <a:cubicBezTo>
                    <a:pt x="246839" y="46875"/>
                    <a:pt x="222402" y="44408"/>
                    <a:pt x="203149" y="44408"/>
                  </a:cubicBezTo>
                  <a:cubicBezTo>
                    <a:pt x="163161" y="44408"/>
                    <a:pt x="148844" y="69080"/>
                    <a:pt x="148844" y="90050"/>
                  </a:cubicBezTo>
                  <a:cubicBezTo>
                    <a:pt x="148844" y="100412"/>
                    <a:pt x="152793" y="110034"/>
                    <a:pt x="159952" y="116942"/>
                  </a:cubicBezTo>
                  <a:cubicBezTo>
                    <a:pt x="167604" y="124096"/>
                    <a:pt x="179205" y="129031"/>
                    <a:pt x="192288" y="130758"/>
                  </a:cubicBezTo>
                  <a:lnTo>
                    <a:pt x="230054" y="136185"/>
                  </a:lnTo>
                  <a:cubicBezTo>
                    <a:pt x="256466" y="139886"/>
                    <a:pt x="274485" y="147041"/>
                    <a:pt x="288308" y="159376"/>
                  </a:cubicBezTo>
                  <a:cubicBezTo>
                    <a:pt x="303612" y="173932"/>
                    <a:pt x="311264" y="195396"/>
                    <a:pt x="311511" y="223275"/>
                  </a:cubicBezTo>
                  <a:cubicBezTo>
                    <a:pt x="311511" y="251153"/>
                    <a:pt x="300403" y="274591"/>
                    <a:pt x="279422" y="291121"/>
                  </a:cubicBezTo>
                  <a:cubicBezTo>
                    <a:pt x="259428" y="306664"/>
                    <a:pt x="230548" y="315299"/>
                    <a:pt x="198459" y="315299"/>
                  </a:cubicBezTo>
                  <a:cubicBezTo>
                    <a:pt x="151066" y="315299"/>
                    <a:pt x="118730" y="304690"/>
                    <a:pt x="92071" y="280512"/>
                  </a:cubicBezTo>
                  <a:lnTo>
                    <a:pt x="122432" y="244739"/>
                  </a:lnTo>
                  <a:cubicBezTo>
                    <a:pt x="141192" y="261515"/>
                    <a:pt x="166369" y="269657"/>
                    <a:pt x="199199" y="269657"/>
                  </a:cubicBezTo>
                  <a:cubicBezTo>
                    <a:pt x="252763" y="269657"/>
                    <a:pt x="260909" y="241778"/>
                    <a:pt x="260909" y="225002"/>
                  </a:cubicBezTo>
                  <a:cubicBezTo>
                    <a:pt x="260909" y="212173"/>
                    <a:pt x="256959" y="201811"/>
                    <a:pt x="249307" y="194410"/>
                  </a:cubicBezTo>
                  <a:cubicBezTo>
                    <a:pt x="241902" y="187502"/>
                    <a:pt x="233757" y="184294"/>
                    <a:pt x="218206" y="181827"/>
                  </a:cubicBezTo>
                  <a:lnTo>
                    <a:pt x="179699" y="176399"/>
                  </a:lnTo>
                  <a:cubicBezTo>
                    <a:pt x="153534" y="172452"/>
                    <a:pt x="134034" y="164311"/>
                    <a:pt x="120704" y="151235"/>
                  </a:cubicBezTo>
                  <a:cubicBezTo>
                    <a:pt x="106388" y="136679"/>
                    <a:pt x="99229" y="117188"/>
                    <a:pt x="99229" y="91777"/>
                  </a:cubicBezTo>
                  <a:cubicBezTo>
                    <a:pt x="99476" y="36020"/>
                    <a:pt x="140945" y="0"/>
                    <a:pt x="205370" y="0"/>
                  </a:cubicBezTo>
                  <a:close/>
                  <a:moveTo>
                    <a:pt x="29621" y="0"/>
                  </a:moveTo>
                  <a:cubicBezTo>
                    <a:pt x="45980" y="0"/>
                    <a:pt x="59241" y="13255"/>
                    <a:pt x="59241" y="29606"/>
                  </a:cubicBezTo>
                  <a:cubicBezTo>
                    <a:pt x="59241" y="45956"/>
                    <a:pt x="45980" y="59211"/>
                    <a:pt x="29621" y="59211"/>
                  </a:cubicBezTo>
                  <a:cubicBezTo>
                    <a:pt x="13262" y="59211"/>
                    <a:pt x="0" y="45956"/>
                    <a:pt x="0" y="29606"/>
                  </a:cubicBezTo>
                  <a:cubicBezTo>
                    <a:pt x="0" y="13255"/>
                    <a:pt x="13262" y="0"/>
                    <a:pt x="29621" y="0"/>
                  </a:cubicBezTo>
                  <a:close/>
                </a:path>
              </a:pathLst>
            </a:custGeom>
            <a:solidFill>
              <a:srgbClr val="2F2F2F"/>
            </a:solidFill>
            <a:ln w="2462" cap="flat">
              <a:noFill/>
              <a:prstDash val="solid"/>
              <a:miter/>
            </a:ln>
          </p:spPr>
          <p:txBody>
            <a:bodyPr rtlCol="0" anchor="ctr"/>
            <a:lstStyle/>
            <a:p>
              <a:endParaRPr lang="zh-CN" altLang="en-US"/>
            </a:p>
          </p:txBody>
        </p:sp>
      </p:grpSp>
    </p:spTree>
    <p:custDataLst>
      <p:tags r:id="rId1"/>
    </p:custDataLst>
  </p:cSld>
  <p:clrMapOvr>
    <a:masterClrMapping/>
  </p:clrMapOvr>
  <p:transition/>
</p:sld>
</file>

<file path=ppt/tags/tag1.xml><?xml version="1.0" encoding="utf-8"?>
<p:tagLst xmlns:a="http://schemas.openxmlformats.org/drawingml/2006/main" xmlns:r="http://schemas.openxmlformats.org/officeDocument/2006/relationships" xmlns:p="http://schemas.openxmlformats.org/presentationml/2006/main">
  <p:tag name="ISLIDE.THEME" val="#23"/>
</p:tagLst>
</file>

<file path=ppt/tags/tag2.xml><?xml version="1.0" encoding="utf-8"?>
<p:tagLst xmlns:a="http://schemas.openxmlformats.org/drawingml/2006/main" xmlns:r="http://schemas.openxmlformats.org/officeDocument/2006/relationships" xmlns:p="http://schemas.openxmlformats.org/presentationml/2006/main">
  <p:tag name="ISLIDE.THEME" val="https://www.islide.cc;"/>
</p:tagLst>
</file>

<file path=ppt/tags/tag3.xml><?xml version="1.0" encoding="utf-8"?>
<p:tagLst xmlns:a="http://schemas.openxmlformats.org/drawingml/2006/main" xmlns:r="http://schemas.openxmlformats.org/officeDocument/2006/relationships" xmlns:p="http://schemas.openxmlformats.org/presentationml/2006/main">
  <p:tag name="ISLIDE.THEME" val="https://www.islide.cc;"/>
</p:tagLst>
</file>

<file path=ppt/tags/tag4.xml><?xml version="1.0" encoding="utf-8"?>
<p:tagLst xmlns:a="http://schemas.openxmlformats.org/drawingml/2006/main" xmlns:r="http://schemas.openxmlformats.org/officeDocument/2006/relationships" xmlns:p="http://schemas.openxmlformats.org/presentationml/2006/main">
  <p:tag name="ISLIDE.THEME" val="https://www.islide.cc;"/>
</p:tagLst>
</file>

<file path=ppt/tags/tag5.xml><?xml version="1.0" encoding="utf-8"?>
<p:tagLst xmlns:a="http://schemas.openxmlformats.org/drawingml/2006/main" xmlns:r="http://schemas.openxmlformats.org/officeDocument/2006/relationships" xmlns:p="http://schemas.openxmlformats.org/presentationml/2006/main">
  <p:tag name="ISLIDE.THEME" val="https://www.islide.cc;"/>
</p:tagLst>
</file>

<file path=ppt/tags/tag6.xml><?xml version="1.0" encoding="utf-8"?>
<p:tagLst xmlns:a="http://schemas.openxmlformats.org/drawingml/2006/main" xmlns:r="http://schemas.openxmlformats.org/officeDocument/2006/relationships" xmlns:p="http://schemas.openxmlformats.org/presentationml/2006/main">
  <p:tag name="ISLIDE.THEME" val="https://www.islide.cc;"/>
</p:tagLst>
</file>

<file path=ppt/tags/tag7.xml><?xml version="1.0" encoding="utf-8"?>
<p:tagLst xmlns:a="http://schemas.openxmlformats.org/drawingml/2006/main" xmlns:r="http://schemas.openxmlformats.org/officeDocument/2006/relationships" xmlns:p="http://schemas.openxmlformats.org/presentationml/2006/main">
  <p:tag name="ISLIDE.THEME" val="https://www.islide.cc;"/>
</p:tagLst>
</file>

<file path=ppt/tags/tag8.xml><?xml version="1.0" encoding="utf-8"?>
<p:tagLst xmlns:a="http://schemas.openxmlformats.org/drawingml/2006/main" xmlns:r="http://schemas.openxmlformats.org/officeDocument/2006/relationships" xmlns:p="http://schemas.openxmlformats.org/presentationml/2006/main">
  <p:tag name="ISLIDE.THEME" val="https://www.islide.cc;"/>
</p:tagLst>
</file>

<file path=ppt/tags/tag9.xml><?xml version="1.0" encoding="utf-8"?>
<p:tagLst xmlns:a="http://schemas.openxmlformats.org/drawingml/2006/main" xmlns:r="http://schemas.openxmlformats.org/officeDocument/2006/relationships" xmlns:p="http://schemas.openxmlformats.org/presentationml/2006/main">
  <p:tag name="ISLIDE.THEME" val="https://www.islide.cc;"/>
</p:tagLst>
</file>

<file path=ppt/tags/tag10.xml><?xml version="1.0" encoding="utf-8"?>
<p:tagLst xmlns:a="http://schemas.openxmlformats.org/drawingml/2006/main" xmlns:r="http://schemas.openxmlformats.org/officeDocument/2006/relationships" xmlns:p="http://schemas.openxmlformats.org/presentationml/2006/main">
  <p:tag name="ISLIDE.THEME" val="https://www.islide.cc;"/>
</p:tagLst>
</file>

<file path=ppt/tags/tag11.xml><?xml version="1.0" encoding="utf-8"?>
<p:tagLst xmlns:a="http://schemas.openxmlformats.org/drawingml/2006/main" xmlns:r="http://schemas.openxmlformats.org/officeDocument/2006/relationships" xmlns:p="http://schemas.openxmlformats.org/presentationml/2006/main">
  <p:tag name="ISLIDE.THEME" val="https://www.islide.cc;"/>
</p:tagLst>
</file>

<file path=ppt/tags/tag12.xml><?xml version="1.0" encoding="utf-8"?>
<p:tagLst xmlns:a="http://schemas.openxmlformats.org/drawingml/2006/main" xmlns:r="http://schemas.openxmlformats.org/officeDocument/2006/relationships" xmlns:p="http://schemas.openxmlformats.org/presentationml/2006/main">
  <p:tag name="ISLIDE.THEME" val="https://www.islide.cc;"/>
</p:tagLst>
</file>

<file path=ppt/tags/tag13.xml><?xml version="1.0" encoding="utf-8"?>
<p:tagLst xmlns:a="http://schemas.openxmlformats.org/drawingml/2006/main" xmlns:r="http://schemas.openxmlformats.org/officeDocument/2006/relationships" xmlns:p="http://schemas.openxmlformats.org/presentationml/2006/main">
  <p:tag name="ISLIDE.THEME" val="https://www.islide.cc;"/>
</p:tagLst>
</file>

<file path=ppt/tags/tag14.xml><?xml version="1.0" encoding="utf-8"?>
<p:tagLst xmlns:a="http://schemas.openxmlformats.org/drawingml/2006/main" xmlns:r="http://schemas.openxmlformats.org/officeDocument/2006/relationships" xmlns:p="http://schemas.openxmlformats.org/presentationml/2006/main">
  <p:tag name="ISLIDE.THEME" val="https://www.islide.cc;"/>
</p:tagLst>
</file>

<file path=ppt/tags/tag15.xml><?xml version="1.0" encoding="utf-8"?>
<p:tagLst xmlns:a="http://schemas.openxmlformats.org/drawingml/2006/main" xmlns:r="http://schemas.openxmlformats.org/officeDocument/2006/relationships" xmlns:p="http://schemas.openxmlformats.org/presentationml/2006/main">
  <p:tag name="ISLIDE.THEME" val="https://www.islide.cc;"/>
</p:tagLst>
</file>

<file path=ppt/tags/tag16.xml><?xml version="1.0" encoding="utf-8"?>
<p:tagLst xmlns:a="http://schemas.openxmlformats.org/drawingml/2006/main" xmlns:r="http://schemas.openxmlformats.org/officeDocument/2006/relationships" xmlns:p="http://schemas.openxmlformats.org/presentationml/2006/main">
  <p:tag name="ISLIDE.THEME" val="https://www.islide.cc;"/>
</p:tagLst>
</file>

<file path=ppt/theme/theme1.xml><?xml version="1.0" encoding="utf-8"?>
<a:theme xmlns:a="http://schemas.openxmlformats.org/drawingml/2006/main" name="主题5">
  <a:themeElements>
    <a:clrScheme name="自定义 26">
      <a:dk1>
        <a:srgbClr val="000000"/>
      </a:dk1>
      <a:lt1>
        <a:srgbClr val="FFFFFF"/>
      </a:lt1>
      <a:dk2>
        <a:srgbClr val="778495"/>
      </a:dk2>
      <a:lt2>
        <a:srgbClr val="F0F0F0"/>
      </a:lt2>
      <a:accent1>
        <a:srgbClr val="698FCE"/>
      </a:accent1>
      <a:accent2>
        <a:srgbClr val="969EC2"/>
      </a:accent2>
      <a:accent3>
        <a:srgbClr val="85C2BC"/>
      </a:accent3>
      <a:accent4>
        <a:srgbClr val="FAD25F"/>
      </a:accent4>
      <a:accent5>
        <a:srgbClr val="99CAE6"/>
      </a:accent5>
      <a:accent6>
        <a:srgbClr val="8491CB"/>
      </a:accent6>
      <a:hlink>
        <a:srgbClr val="7DC8EB"/>
      </a:hlink>
      <a:folHlink>
        <a:srgbClr val="BFBFBF"/>
      </a:folHlink>
    </a:clrScheme>
    <a:fontScheme name="Temp">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自定义 26">
    <a:dk1>
      <a:srgbClr val="000000"/>
    </a:dk1>
    <a:lt1>
      <a:srgbClr val="FFFFFF"/>
    </a:lt1>
    <a:dk2>
      <a:srgbClr val="778495"/>
    </a:dk2>
    <a:lt2>
      <a:srgbClr val="F0F0F0"/>
    </a:lt2>
    <a:accent1>
      <a:srgbClr val="698FCE"/>
    </a:accent1>
    <a:accent2>
      <a:srgbClr val="969EC2"/>
    </a:accent2>
    <a:accent3>
      <a:srgbClr val="85C2BC"/>
    </a:accent3>
    <a:accent4>
      <a:srgbClr val="FAD25F"/>
    </a:accent4>
    <a:accent5>
      <a:srgbClr val="99CAE6"/>
    </a:accent5>
    <a:accent6>
      <a:srgbClr val="8491CB"/>
    </a:accent6>
    <a:hlink>
      <a:srgbClr val="7DC8EB"/>
    </a:hlink>
    <a:folHlink>
      <a:srgbClr val="BFBFBF"/>
    </a:folHlink>
  </a:clrScheme>
</a:themeOverride>
</file>

<file path=ppt/theme/themeOverride2.xml><?xml version="1.0" encoding="utf-8"?>
<a:themeOverride xmlns:a="http://schemas.openxmlformats.org/drawingml/2006/main">
  <a:clrScheme name="自定义 26">
    <a:dk1>
      <a:srgbClr val="000000"/>
    </a:dk1>
    <a:lt1>
      <a:srgbClr val="FFFFFF"/>
    </a:lt1>
    <a:dk2>
      <a:srgbClr val="778495"/>
    </a:dk2>
    <a:lt2>
      <a:srgbClr val="F0F0F0"/>
    </a:lt2>
    <a:accent1>
      <a:srgbClr val="698FCE"/>
    </a:accent1>
    <a:accent2>
      <a:srgbClr val="969EC2"/>
    </a:accent2>
    <a:accent3>
      <a:srgbClr val="85C2BC"/>
    </a:accent3>
    <a:accent4>
      <a:srgbClr val="FAD25F"/>
    </a:accent4>
    <a:accent5>
      <a:srgbClr val="99CAE6"/>
    </a:accent5>
    <a:accent6>
      <a:srgbClr val="8491CB"/>
    </a:accent6>
    <a:hlink>
      <a:srgbClr val="7DC8EB"/>
    </a:hlink>
    <a:folHlink>
      <a:srgbClr val="BFBFBF"/>
    </a:folHlink>
  </a:clrScheme>
</a:themeOverride>
</file>

<file path=ppt/theme/themeOverride3.xml><?xml version="1.0" encoding="utf-8"?>
<a:themeOverride xmlns:a="http://schemas.openxmlformats.org/drawingml/2006/main">
  <a:clrScheme name="自定义 26">
    <a:dk1>
      <a:srgbClr val="000000"/>
    </a:dk1>
    <a:lt1>
      <a:srgbClr val="FFFFFF"/>
    </a:lt1>
    <a:dk2>
      <a:srgbClr val="778495"/>
    </a:dk2>
    <a:lt2>
      <a:srgbClr val="F0F0F0"/>
    </a:lt2>
    <a:accent1>
      <a:srgbClr val="698FCE"/>
    </a:accent1>
    <a:accent2>
      <a:srgbClr val="969EC2"/>
    </a:accent2>
    <a:accent3>
      <a:srgbClr val="85C2BC"/>
    </a:accent3>
    <a:accent4>
      <a:srgbClr val="FAD25F"/>
    </a:accent4>
    <a:accent5>
      <a:srgbClr val="99CAE6"/>
    </a:accent5>
    <a:accent6>
      <a:srgbClr val="8491CB"/>
    </a:accent6>
    <a:hlink>
      <a:srgbClr val="7DC8EB"/>
    </a:hlink>
    <a:folHlink>
      <a:srgbClr val="BFBFBF"/>
    </a:folHlink>
  </a:clrScheme>
</a:themeOverride>
</file>

<file path=docProps/app.xml><?xml version="1.0" encoding="utf-8"?>
<Properties xmlns="http://schemas.openxmlformats.org/officeDocument/2006/extended-properties" xmlns:vt="http://schemas.openxmlformats.org/officeDocument/2006/docPropsVTypes">
  <Template>iSlide</Template>
  <TotalTime>1</TotalTime>
  <Words>1559</Words>
  <Application>Microsoft Office PowerPoint</Application>
  <PresentationFormat>宽屏</PresentationFormat>
  <Paragraphs>176</Paragraphs>
  <Slides>25</Slides>
  <Notes>1</Notes>
  <HiddenSlides>7</HiddenSlides>
  <MMClips>0</MMClips>
  <ScaleCrop>false</ScaleCrop>
  <HeadingPairs>
    <vt:vector size="6" baseType="variant">
      <vt:variant>
        <vt:lpstr>已用的字体</vt:lpstr>
      </vt:variant>
      <vt:variant>
        <vt:i4>4</vt:i4>
      </vt:variant>
      <vt:variant>
        <vt:lpstr>主题</vt:lpstr>
      </vt:variant>
      <vt:variant>
        <vt:i4>1</vt:i4>
      </vt:variant>
      <vt:variant>
        <vt:lpstr>幻灯片标题</vt:lpstr>
      </vt:variant>
      <vt:variant>
        <vt:i4>25</vt:i4>
      </vt:variant>
    </vt:vector>
  </HeadingPairs>
  <TitlesOfParts>
    <vt:vector size="30" baseType="lpstr">
      <vt:lpstr>-apple-system</vt:lpstr>
      <vt:lpstr>微软雅黑</vt:lpstr>
      <vt:lpstr>Arial</vt:lpstr>
      <vt:lpstr>Calibri</vt:lpstr>
      <vt:lpstr>主题5</vt:lpstr>
      <vt:lpstr>Horizon-Novel Dev Team</vt:lpstr>
      <vt:lpstr>项目团队</vt:lpstr>
      <vt:lpstr>团队成员介绍</vt:lpstr>
      <vt:lpstr>Web项目建议书</vt:lpstr>
      <vt:lpstr>Web项目建议书</vt:lpstr>
      <vt:lpstr>Web应用建模</vt:lpstr>
      <vt:lpstr>功能需求建模——静态</vt:lpstr>
      <vt:lpstr>功能需求建模——动态</vt:lpstr>
      <vt:lpstr>内容建模——静态</vt:lpstr>
      <vt:lpstr>内容建模——动态</vt:lpstr>
      <vt:lpstr>超文本建模——静态</vt:lpstr>
      <vt:lpstr>超文本建模——动态</vt:lpstr>
      <vt:lpstr>适应性建模——静态</vt:lpstr>
      <vt:lpstr>适应性建模——动态</vt:lpstr>
      <vt:lpstr>Web应用架构设计</vt:lpstr>
      <vt:lpstr>Web-架构设计</vt:lpstr>
      <vt:lpstr>Web-架构设计</vt:lpstr>
      <vt:lpstr>Thanks. </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Manager>iSlide</Manager>
  <Company>iSlide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iSlide</dc:creator>
  <cp:lastModifiedBy>贠 尧</cp:lastModifiedBy>
  <cp:revision>49</cp:revision>
  <cp:lastPrinted>2018-02-05T16:00:00Z</cp:lastPrinted>
  <dcterms:created xsi:type="dcterms:W3CDTF">2018-02-05T16:00:00Z</dcterms:created>
  <dcterms:modified xsi:type="dcterms:W3CDTF">2021-04-26T10:28:47Z</dcterms:modified>
  <cp:category>business proposal;oral defense;training courseware</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Slide.Theme">
    <vt:lpwstr>a18adb86-5929-4bf5-a1c6-bcf101f86030</vt:lpwstr>
  </property>
  <property fmtid="{D5CDD505-2E9C-101B-9397-08002B2CF9AE}" pid="3" name="ICV">
    <vt:lpwstr>40EB82AEF02640999F6F0DC55F37DA28</vt:lpwstr>
  </property>
  <property fmtid="{D5CDD505-2E9C-101B-9397-08002B2CF9AE}" pid="4" name="KSOProductBuildVer">
    <vt:lpwstr>2052-11.1.0.10356</vt:lpwstr>
  </property>
</Properties>
</file>