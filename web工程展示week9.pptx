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sldIdLst>
    <p:sldId id="256" r:id="rId3"/>
    <p:sldId id="258" r:id="rId5"/>
    <p:sldId id="262" r:id="rId6"/>
    <p:sldId id="270" r:id="rId7"/>
    <p:sldId id="274" r:id="rId8"/>
    <p:sldId id="272" r:id="rId9"/>
    <p:sldId id="278" r:id="rId10"/>
    <p:sldId id="276" r:id="rId11"/>
    <p:sldId id="280" r:id="rId12"/>
    <p:sldId id="279" r:id="rId13"/>
    <p:sldId id="282" r:id="rId14"/>
    <p:sldId id="281" r:id="rId15"/>
    <p:sldId id="284" r:id="rId16"/>
    <p:sldId id="285" r:id="rId17"/>
    <p:sldId id="273" r:id="rId18"/>
    <p:sldId id="277" r:id="rId19"/>
    <p:sldId id="261" r:id="rId20"/>
    <p:sldId id="263" r:id="rId21"/>
    <p:sldId id="264" r:id="rId22"/>
    <p:sldId id="265" r:id="rId23"/>
    <p:sldId id="266" r:id="rId24"/>
    <p:sldId id="267" r:id="rId25"/>
    <p:sldId id="268" r:id="rId26"/>
    <p:sldId id="269" r:id="rId27"/>
  </p:sldIdLst>
  <p:sldSz cx="12192000" cy="6858000"/>
  <p:notesSz cx="6858000" cy="9144000"/>
  <p:custDataLst>
    <p:tags r:id="rId3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4A4A"/>
    <a:srgbClr val="EAEC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710" autoAdjust="0"/>
  </p:normalViewPr>
  <p:slideViewPr>
    <p:cSldViewPr snapToGrid="0">
      <p:cViewPr varScale="1">
        <p:scale>
          <a:sx n="43" d="100"/>
          <a:sy n="43" d="100"/>
        </p:scale>
        <p:origin x="48" y="462"/>
      </p:cViewPr>
      <p:guideLst/>
    </p:cSldViewPr>
  </p:slideViewPr>
  <p:notesTextViewPr>
    <p:cViewPr>
      <p:scale>
        <a:sx n="3" d="2"/>
        <a:sy n="3" d="2"/>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gs" Target="tags/tag15.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606CF4-FA77-4E71-BDBB-B62F97D48318}"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7EA511-84E0-4AE0-9842-AB0E10994BF1}"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A7EA511-84E0-4AE0-9842-AB0E10994BF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pic>
        <p:nvPicPr>
          <p:cNvPr id="1102" name="图片 1101"/>
          <p:cNvPicPr>
            <a:picLocks noChangeAspect="1"/>
          </p:cNvPicPr>
          <p:nvPr userDrawn="1"/>
        </p:nvPicPr>
        <p:blipFill>
          <a:blip r:embed="rId2"/>
          <a:stretch>
            <a:fillRect/>
          </a:stretch>
        </p:blipFill>
        <p:spPr>
          <a:xfrm>
            <a:off x="0" y="3037350"/>
            <a:ext cx="7930836" cy="3820649"/>
          </a:xfrm>
          <a:prstGeom prst="rect">
            <a:avLst/>
          </a:prstGeom>
        </p:spPr>
      </p:pic>
      <p:sp>
        <p:nvSpPr>
          <p:cNvPr id="9801" name="副标题 2"/>
          <p:cNvSpPr>
            <a:spLocks noGrp="1"/>
          </p:cNvSpPr>
          <p:nvPr userDrawn="1">
            <p:ph type="subTitle" idx="1"/>
          </p:nvPr>
        </p:nvSpPr>
        <p:spPr>
          <a:xfrm>
            <a:off x="669925" y="3079043"/>
            <a:ext cx="10850563" cy="475132"/>
          </a:xfrm>
        </p:spPr>
        <p:txBody>
          <a:bodyPr anchor="ctr">
            <a:normAutofit/>
          </a:bodyPr>
          <a:lstStyle>
            <a:lvl1pPr marL="0" indent="0" algn="r">
              <a:buNone/>
              <a:defRPr sz="16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zh-CN" altLang="en-US" dirty="0"/>
          </a:p>
        </p:txBody>
      </p:sp>
      <p:sp>
        <p:nvSpPr>
          <p:cNvPr id="9802" name="标题 1"/>
          <p:cNvSpPr>
            <a:spLocks noGrp="1"/>
          </p:cNvSpPr>
          <p:nvPr userDrawn="1">
            <p:ph type="ctrTitle"/>
          </p:nvPr>
        </p:nvSpPr>
        <p:spPr>
          <a:xfrm>
            <a:off x="669926" y="2321170"/>
            <a:ext cx="10850562" cy="749082"/>
          </a:xfrm>
        </p:spPr>
        <p:txBody>
          <a:bodyPr anchor="ctr">
            <a:normAutofit/>
          </a:bodyPr>
          <a:lstStyle>
            <a:lvl1pPr algn="r">
              <a:defRPr sz="3600" b="1">
                <a:solidFill>
                  <a:schemeClr val="tx1"/>
                </a:solidFill>
              </a:defRPr>
            </a:lvl1pPr>
          </a:lstStyle>
          <a:p>
            <a:endParaRPr lang="zh-CN" alt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showMasterSp="0" userDrawn="1">
  <p:cSld name="节标题">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a:stretch>
            <a:fillRect/>
          </a:stretch>
        </p:blipFill>
        <p:spPr>
          <a:xfrm>
            <a:off x="46495" y="0"/>
            <a:ext cx="11473992" cy="2693989"/>
          </a:xfrm>
          <a:prstGeom prst="rect">
            <a:avLst/>
          </a:prstGeom>
        </p:spPr>
      </p:pic>
      <p:sp>
        <p:nvSpPr>
          <p:cNvPr id="20" name="标题 1"/>
          <p:cNvSpPr>
            <a:spLocks noGrp="1"/>
          </p:cNvSpPr>
          <p:nvPr userDrawn="1">
            <p:ph type="title" hasCustomPrompt="1"/>
          </p:nvPr>
        </p:nvSpPr>
        <p:spPr>
          <a:xfrm>
            <a:off x="669924" y="2927838"/>
            <a:ext cx="10850564" cy="501162"/>
          </a:xfrm>
          <a:noFill/>
        </p:spPr>
        <p:txBody>
          <a:bodyPr anchor="ctr">
            <a:normAutofit/>
          </a:bodyPr>
          <a:lstStyle>
            <a:lvl1pPr>
              <a:defRPr sz="2400" b="1">
                <a:solidFill>
                  <a:schemeClr val="tx1"/>
                </a:solidFill>
              </a:defRPr>
            </a:lvl1pPr>
          </a:lstStyle>
          <a:p>
            <a:r>
              <a:rPr lang="zh-CN" altLang="en-US" dirty="0"/>
              <a:t>单击此处添加幻灯片章节标题</a:t>
            </a:r>
            <a:endParaRPr lang="zh-CN" altLang="en-US" dirty="0"/>
          </a:p>
        </p:txBody>
      </p:sp>
      <p:sp>
        <p:nvSpPr>
          <p:cNvPr id="21" name="文本占位符 2"/>
          <p:cNvSpPr>
            <a:spLocks noGrp="1"/>
          </p:cNvSpPr>
          <p:nvPr userDrawn="1">
            <p:ph type="body" idx="1"/>
          </p:nvPr>
        </p:nvSpPr>
        <p:spPr>
          <a:xfrm>
            <a:off x="669924" y="3472000"/>
            <a:ext cx="10850564" cy="1082874"/>
          </a:xfrm>
          <a:noFill/>
        </p:spPr>
        <p:txBody>
          <a:bodyPr anchor="t">
            <a:normAutofit/>
          </a:bodyPr>
          <a:lstStyle>
            <a:lvl1pPr marL="0" indent="0">
              <a:lnSpc>
                <a:spcPct val="150000"/>
              </a:lnSpc>
              <a:spcBef>
                <a:spcPts val="0"/>
              </a:spcBef>
              <a:buNone/>
              <a:defRPr sz="1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cxnSp>
        <p:nvCxnSpPr>
          <p:cNvPr id="3" name="直接连接符 2"/>
          <p:cNvCxnSpPr/>
          <p:nvPr userDrawn="1"/>
        </p:nvCxnSpPr>
        <p:spPr>
          <a:xfrm>
            <a:off x="669925" y="3471306"/>
            <a:ext cx="10850563"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4" name="日期占位符 3"/>
          <p:cNvSpPr>
            <a:spLocks noGrp="1"/>
          </p:cNvSpPr>
          <p:nvPr>
            <p:ph type="dt" sz="half" idx="10"/>
          </p:nvPr>
        </p:nvSpPr>
        <p:spPr/>
        <p:txBody>
          <a:bodyPr/>
          <a:lstStyle/>
          <a:p>
            <a:fld id="{6489D9C7-5DC6-4263-87FF-7C99F6FB63C3}"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www.islide.cc</a:t>
            </a:r>
            <a:endParaRPr lang="zh-CN" altLang="en-US" dirty="0"/>
          </a:p>
        </p:txBody>
      </p:sp>
      <p:sp>
        <p:nvSpPr>
          <p:cNvPr id="6" name="灯片编号占位符 5"/>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6489D9C7-5DC6-4263-87FF-7C99F6FB63C3}" type="datetime1">
              <a:rPr lang="zh-CN" altLang="en-US" smtClean="0"/>
            </a:fld>
            <a:endParaRPr lang="zh-CN" altLang="en-US"/>
          </a:p>
        </p:txBody>
      </p:sp>
      <p:sp>
        <p:nvSpPr>
          <p:cNvPr id="5" name="页脚占位符 4"/>
          <p:cNvSpPr>
            <a:spLocks noGrp="1"/>
          </p:cNvSpPr>
          <p:nvPr>
            <p:ph type="ftr" sz="quarter" idx="11"/>
          </p:nvPr>
        </p:nvSpPr>
        <p:spPr/>
        <p:txBody>
          <a:bodyPr/>
          <a:lstStyle/>
          <a:p>
            <a:r>
              <a:rPr lang="en-US" altLang="zh-CN"/>
              <a:t>www.islide.cc</a:t>
            </a:r>
            <a:endParaRPr lang="zh-CN" altLang="en-US" dirty="0"/>
          </a:p>
        </p:txBody>
      </p:sp>
      <p:sp>
        <p:nvSpPr>
          <p:cNvPr id="6" name="灯片编号占位符 5"/>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6489D9C7-5DC6-4263-87FF-7C99F6FB63C3}" type="datetime1">
              <a:rPr lang="zh-CN" altLang="en-US" smtClean="0"/>
            </a:fld>
            <a:endParaRPr lang="zh-CN" altLang="en-US"/>
          </a:p>
        </p:txBody>
      </p:sp>
      <p:sp>
        <p:nvSpPr>
          <p:cNvPr id="4" name="页脚占位符 3"/>
          <p:cNvSpPr>
            <a:spLocks noGrp="1"/>
          </p:cNvSpPr>
          <p:nvPr>
            <p:ph type="ftr" sz="quarter" idx="11"/>
          </p:nvPr>
        </p:nvSpPr>
        <p:spPr/>
        <p:txBody>
          <a:bodyPr/>
          <a:lstStyle/>
          <a:p>
            <a:r>
              <a:rPr lang="en-US" altLang="zh-CN"/>
              <a:t>www.islide.cc</a:t>
            </a:r>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1129" name="图片 1128"/>
          <p:cNvPicPr>
            <a:picLocks noChangeAspect="1"/>
          </p:cNvPicPr>
          <p:nvPr userDrawn="1"/>
        </p:nvPicPr>
        <p:blipFill>
          <a:blip r:embed="rId2"/>
          <a:stretch>
            <a:fillRect/>
          </a:stretch>
        </p:blipFill>
        <p:spPr>
          <a:xfrm>
            <a:off x="0" y="3037350"/>
            <a:ext cx="7930836" cy="3820649"/>
          </a:xfrm>
          <a:prstGeom prst="rect">
            <a:avLst/>
          </a:prstGeom>
        </p:spPr>
      </p:pic>
      <p:sp>
        <p:nvSpPr>
          <p:cNvPr id="13" name="标题 1"/>
          <p:cNvSpPr>
            <a:spLocks noGrp="1"/>
          </p:cNvSpPr>
          <p:nvPr userDrawn="1">
            <p:ph type="ctrTitle" hasCustomPrompt="1"/>
          </p:nvPr>
        </p:nvSpPr>
        <p:spPr>
          <a:xfrm>
            <a:off x="6207126" y="2235084"/>
            <a:ext cx="4482645" cy="973538"/>
          </a:xfrm>
        </p:spPr>
        <p:txBody>
          <a:bodyPr anchor="b">
            <a:normAutofit/>
          </a:bodyPr>
          <a:lstStyle>
            <a:lvl1pPr marL="0" indent="0" algn="l">
              <a:buFont typeface="Arial" panose="020B0604020202020204" pitchFamily="34" charset="0"/>
              <a:buNone/>
              <a:defRPr sz="3200">
                <a:solidFill>
                  <a:schemeClr val="tx1"/>
                </a:solidFill>
              </a:defRPr>
            </a:lvl1pPr>
          </a:lstStyle>
          <a:p>
            <a:r>
              <a:rPr lang="zh-CN" altLang="en-US" dirty="0"/>
              <a:t>结束语</a:t>
            </a:r>
            <a:endParaRPr lang="zh-CN" altLang="en-US" dirty="0"/>
          </a:p>
        </p:txBody>
      </p:sp>
      <p:sp>
        <p:nvSpPr>
          <p:cNvPr id="14" name="文本占位符 62"/>
          <p:cNvSpPr>
            <a:spLocks noGrp="1"/>
          </p:cNvSpPr>
          <p:nvPr>
            <p:ph type="body" sz="quarter" idx="17" hasCustomPrompt="1"/>
          </p:nvPr>
        </p:nvSpPr>
        <p:spPr>
          <a:xfrm>
            <a:off x="6207126" y="3486125"/>
            <a:ext cx="4482645" cy="310871"/>
          </a:xfrm>
        </p:spPr>
        <p:txBody>
          <a:bodyPr vert="horz" lIns="91440" tIns="45720" rIns="91440" bIns="45720" rtlCol="0" anchor="b">
            <a:normAutofit/>
          </a:bodyPr>
          <a:lstStyle>
            <a:lvl1pPr marL="0" indent="0" algn="l">
              <a:buNone/>
              <a:defRPr lang="zh-CN" altLang="en-US" sz="14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zh-CN" altLang="en-US" dirty="0"/>
              <a:t>公司或署名</a:t>
            </a:r>
            <a:endParaRPr lang="en-US" altLang="zh-CN" dirty="0"/>
          </a:p>
        </p:txBody>
      </p:sp>
      <p:sp>
        <p:nvSpPr>
          <p:cNvPr id="15" name="文本占位符 62"/>
          <p:cNvSpPr>
            <a:spLocks noGrp="1"/>
          </p:cNvSpPr>
          <p:nvPr>
            <p:ph type="body" sz="quarter" idx="18" hasCustomPrompt="1"/>
          </p:nvPr>
        </p:nvSpPr>
        <p:spPr>
          <a:xfrm>
            <a:off x="6207126" y="3801759"/>
            <a:ext cx="4482645" cy="310871"/>
          </a:xfrm>
        </p:spPr>
        <p:txBody>
          <a:bodyPr vert="horz" lIns="91440" tIns="45720" rIns="91440" bIns="45720" rtlCol="0">
            <a:normAutofit/>
          </a:bodyPr>
          <a:lstStyle>
            <a:lvl1pPr marL="0" indent="0" algn="l">
              <a:buNone/>
              <a:defRPr lang="zh-CN" altLang="en-US" sz="1400" smtClean="0">
                <a:solidFill>
                  <a:schemeClr val="tx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marL="228600" marR="0" lvl="0" indent="-228600" fontAlgn="auto">
              <a:spcAft>
                <a:spcPts val="0"/>
              </a:spcAft>
              <a:buClrTx/>
              <a:buSzTx/>
            </a:pPr>
            <a:r>
              <a:rPr lang="zh-CN" altLang="en-US" dirty="0"/>
              <a:t>版权信息或网址</a:t>
            </a:r>
            <a:endParaRPr lang="en-US" altLang="zh-CN" dirty="0"/>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69924" y="1"/>
            <a:ext cx="10850563" cy="1028699"/>
          </a:xfrm>
          <a:prstGeom prst="rect">
            <a:avLst/>
          </a:prstGeom>
        </p:spPr>
        <p:txBody>
          <a:bodyPr vert="horz" lIns="91440" tIns="45720" rIns="91440" bIns="45720" rtlCol="0" anchor="b">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669924" y="1123950"/>
            <a:ext cx="10850563" cy="501967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5401732" y="6515100"/>
            <a:ext cx="1388536" cy="206381"/>
          </a:xfrm>
          <a:prstGeom prst="rect">
            <a:avLst/>
          </a:prstGeom>
        </p:spPr>
        <p:txBody>
          <a:bodyPr vert="horz" lIns="91440" tIns="45720" rIns="91440" bIns="45720" rtlCol="0" anchor="ctr"/>
          <a:lstStyle>
            <a:lvl1pPr algn="ctr">
              <a:defRPr sz="1000">
                <a:solidFill>
                  <a:schemeClr val="tx1"/>
                </a:solidFill>
              </a:defRPr>
            </a:lvl1pPr>
          </a:lstStyle>
          <a:p>
            <a:fld id="{6489D9C7-5DC6-4263-87FF-7C99F6FB63C3}" type="datetime1">
              <a:rPr lang="zh-CN" altLang="en-US" smtClean="0"/>
            </a:fld>
            <a:endParaRPr lang="zh-CN" altLang="en-US"/>
          </a:p>
        </p:txBody>
      </p:sp>
      <p:sp>
        <p:nvSpPr>
          <p:cNvPr id="5" name="页脚占位符 4"/>
          <p:cNvSpPr>
            <a:spLocks noGrp="1"/>
          </p:cNvSpPr>
          <p:nvPr>
            <p:ph type="ftr" sz="quarter" idx="3"/>
          </p:nvPr>
        </p:nvSpPr>
        <p:spPr>
          <a:xfrm>
            <a:off x="669924" y="6515100"/>
            <a:ext cx="4140201" cy="206381"/>
          </a:xfrm>
          <a:prstGeom prst="rect">
            <a:avLst/>
          </a:prstGeom>
        </p:spPr>
        <p:txBody>
          <a:bodyPr vert="horz" lIns="91440" tIns="45720" rIns="91440" bIns="45720" rtlCol="0" anchor="ctr"/>
          <a:lstStyle>
            <a:lvl1pPr algn="l">
              <a:defRPr sz="1000">
                <a:solidFill>
                  <a:schemeClr val="tx1"/>
                </a:solidFill>
              </a:defRPr>
            </a:lvl1pPr>
          </a:lstStyle>
          <a:p>
            <a:r>
              <a:rPr lang="en-US" altLang="zh-CN" dirty="0"/>
              <a:t>www.islide.cc</a:t>
            </a:r>
            <a:endParaRPr lang="zh-CN" altLang="en-US" dirty="0"/>
          </a:p>
        </p:txBody>
      </p:sp>
      <p:sp>
        <p:nvSpPr>
          <p:cNvPr id="6" name="灯片编号占位符 5"/>
          <p:cNvSpPr>
            <a:spLocks noGrp="1"/>
          </p:cNvSpPr>
          <p:nvPr>
            <p:ph type="sldNum" sz="quarter" idx="4"/>
          </p:nvPr>
        </p:nvSpPr>
        <p:spPr>
          <a:xfrm>
            <a:off x="8610599" y="6515100"/>
            <a:ext cx="2909888" cy="206381"/>
          </a:xfrm>
          <a:prstGeom prst="rect">
            <a:avLst/>
          </a:prstGeom>
        </p:spPr>
        <p:txBody>
          <a:bodyPr vert="horz" lIns="91440" tIns="45720" rIns="91440" bIns="45720" rtlCol="0" anchor="ctr"/>
          <a:lstStyle>
            <a:lvl1pPr algn="r">
              <a:defRPr sz="1000">
                <a:solidFill>
                  <a:schemeClr val="tx1"/>
                </a:solidFill>
              </a:defRPr>
            </a:lvl1pPr>
          </a:lstStyle>
          <a:p>
            <a:fld id="{5DD3DB80-B894-403A-B48E-6FDC1A72010E}" type="slidenum">
              <a:rPr lang="zh-CN" altLang="en-US" smtClean="0"/>
            </a:fld>
            <a:endParaRPr lang="zh-CN" altLang="en-US"/>
          </a:p>
        </p:txBody>
      </p:sp>
      <p:cxnSp>
        <p:nvCxnSpPr>
          <p:cNvPr id="8" name="直接连接符 7"/>
          <p:cNvCxnSpPr/>
          <p:nvPr userDrawn="1"/>
        </p:nvCxnSpPr>
        <p:spPr>
          <a:xfrm>
            <a:off x="669924" y="6240463"/>
            <a:ext cx="10850564"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2" name="矩形 11"/>
          <p:cNvSpPr/>
          <p:nvPr userDrawn="1"/>
        </p:nvSpPr>
        <p:spPr>
          <a:xfrm>
            <a:off x="669923" y="1028700"/>
            <a:ext cx="10850563" cy="72000"/>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hd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themeOverride" Target="../theme/themeOverride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hemeOverride" Target="../theme/themeOverride2.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tags" Target="../tags/tag3.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5.xml"/><Relationship Id="rId2" Type="http://schemas.openxmlformats.org/officeDocument/2006/relationships/image" Target="../media/image6.png"/><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hemeOverride" Target="../theme/themeOverride3.xml"/><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9.xml"/><Relationship Id="rId1" Type="http://schemas.openxmlformats.org/officeDocument/2006/relationships/hyperlink" Target="http://www.islide.cc/" TargetMode="Externa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0.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2.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3.x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14.xml"/><Relationship Id="rId2" Type="http://schemas.openxmlformats.org/officeDocument/2006/relationships/image" Target="../media/image14.png"/><Relationship Id="rId1" Type="http://schemas.openxmlformats.org/officeDocument/2006/relationships/hyperlink" Target="http://www.islide.c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副标题 18"/>
          <p:cNvSpPr>
            <a:spLocks noGrp="1"/>
          </p:cNvSpPr>
          <p:nvPr>
            <p:ph type="subTitle" idx="1"/>
          </p:nvPr>
        </p:nvSpPr>
        <p:spPr/>
        <p:txBody>
          <a:bodyPr/>
          <a:lstStyle/>
          <a:p>
            <a:r>
              <a:rPr lang="en-US" altLang="zh-CN" dirty="0"/>
              <a:t>Web</a:t>
            </a:r>
            <a:r>
              <a:rPr lang="zh-CN" altLang="en-US" dirty="0"/>
              <a:t>工程项目展示</a:t>
            </a:r>
            <a:endParaRPr lang="en-US" altLang="zh-CN" dirty="0"/>
          </a:p>
        </p:txBody>
      </p:sp>
      <p:sp>
        <p:nvSpPr>
          <p:cNvPr id="18" name="标题 17"/>
          <p:cNvSpPr>
            <a:spLocks noGrp="1"/>
          </p:cNvSpPr>
          <p:nvPr>
            <p:ph type="ctrTitle"/>
          </p:nvPr>
        </p:nvSpPr>
        <p:spPr/>
        <p:txBody>
          <a:bodyPr/>
          <a:lstStyle/>
          <a:p>
            <a:pPr algn="ctr"/>
            <a:r>
              <a:rPr lang="en-US" altLang="zh-CN" dirty="0"/>
              <a:t>Horizon-Novel Dev Team</a:t>
            </a:r>
            <a:endParaRPr lang="zh-CN" altLang="en-US" dirty="0"/>
          </a:p>
        </p:txBody>
      </p:sp>
      <p:cxnSp>
        <p:nvCxnSpPr>
          <p:cNvPr id="4" name="直接连接符 3"/>
          <p:cNvCxnSpPr/>
          <p:nvPr/>
        </p:nvCxnSpPr>
        <p:spPr>
          <a:xfrm>
            <a:off x="3256384" y="2383326"/>
            <a:ext cx="8264104"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项目团队</a:t>
            </a:r>
            <a:endParaRPr lang="zh-CN" altLang="en-US" dirty="0"/>
          </a:p>
        </p:txBody>
      </p:sp>
      <p:sp>
        <p:nvSpPr>
          <p:cNvPr id="3" name="文本占位符 2"/>
          <p:cNvSpPr>
            <a:spLocks noGrp="1"/>
          </p:cNvSpPr>
          <p:nvPr>
            <p:ph type="body" idx="1"/>
          </p:nvPr>
        </p:nvSpPr>
        <p:spPr/>
        <p:txBody>
          <a:bodyPr/>
          <a:lstStyle/>
          <a:p>
            <a:pPr lvl="0"/>
            <a:endParaRPr lang="zh-CN" altLang="en-US" dirty="0"/>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团队成员介绍</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3" name="文本框 2"/>
          <p:cNvSpPr txBox="1"/>
          <p:nvPr/>
        </p:nvSpPr>
        <p:spPr>
          <a:xfrm>
            <a:off x="2118290" y="5355425"/>
            <a:ext cx="7953829" cy="369332"/>
          </a:xfrm>
          <a:prstGeom prst="rect">
            <a:avLst/>
          </a:prstGeom>
          <a:noFill/>
        </p:spPr>
        <p:txBody>
          <a:bodyPr wrap="square" rtlCol="0">
            <a:spAutoFit/>
          </a:bodyPr>
          <a:lstStyle/>
          <a:p>
            <a:pPr algn="ctr"/>
            <a:r>
              <a:rPr lang="en-US" altLang="zh-CN" b="1" dirty="0" err="1"/>
              <a:t>Github</a:t>
            </a:r>
            <a:r>
              <a:rPr lang="zh-CN" altLang="en-US" b="1" dirty="0"/>
              <a:t>仓库链接</a:t>
            </a:r>
            <a:r>
              <a:rPr lang="en-US" altLang="zh-CN" b="1" dirty="0"/>
              <a:t>:https://github.com/Horizon-</a:t>
            </a:r>
            <a:r>
              <a:rPr lang="en-US" altLang="zh-CN" b="1" dirty="0" err="1"/>
              <a:t>NovelDevTeam</a:t>
            </a:r>
            <a:r>
              <a:rPr lang="en-US" altLang="zh-CN" b="1" dirty="0"/>
              <a:t>/</a:t>
            </a:r>
            <a:r>
              <a:rPr lang="en-US" altLang="zh-CN" b="1" dirty="0" err="1"/>
              <a:t>WebWork</a:t>
            </a:r>
            <a:endParaRPr lang="zh-CN" altLang="en-US" b="1" dirty="0"/>
          </a:p>
        </p:txBody>
      </p:sp>
      <p:pic>
        <p:nvPicPr>
          <p:cNvPr id="6" name="图片 5"/>
          <p:cNvPicPr>
            <a:picLocks noChangeAspect="1"/>
          </p:cNvPicPr>
          <p:nvPr/>
        </p:nvPicPr>
        <p:blipFill>
          <a:blip r:embed="rId1"/>
          <a:stretch>
            <a:fillRect/>
          </a:stretch>
        </p:blipFill>
        <p:spPr>
          <a:xfrm>
            <a:off x="2917062" y="2138546"/>
            <a:ext cx="6356284" cy="2580908"/>
          </a:xfrm>
          <a:prstGeom prst="rect">
            <a:avLst/>
          </a:prstGeom>
        </p:spPr>
      </p:pic>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Web</a:t>
            </a:r>
            <a:r>
              <a:rPr lang="zh-CN" altLang="en-US" dirty="0"/>
              <a:t>项目建议书</a:t>
            </a:r>
            <a:endParaRPr lang="zh-CN" altLang="en-US" dirty="0"/>
          </a:p>
        </p:txBody>
      </p:sp>
      <p:sp>
        <p:nvSpPr>
          <p:cNvPr id="3" name="文本占位符 2"/>
          <p:cNvSpPr>
            <a:spLocks noGrp="1"/>
          </p:cNvSpPr>
          <p:nvPr>
            <p:ph type="body" idx="1"/>
          </p:nvPr>
        </p:nvSpPr>
        <p:spPr/>
        <p:txBody>
          <a:bodyPr/>
          <a:lstStyle/>
          <a:p>
            <a:r>
              <a:rPr lang="zh-CN" altLang="en-US" dirty="0"/>
              <a:t>侧重业务建议，所属领域、目标、解决核心问题、带来效益等方面。</a:t>
            </a:r>
            <a:endParaRPr lang="zh-CN" altLang="en-US" dirty="0"/>
          </a:p>
          <a:p>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Web</a:t>
            </a:r>
            <a:r>
              <a:rPr lang="zh-CN" altLang="en-US" dirty="0"/>
              <a:t>项目建议书</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5" name="文本框 4"/>
          <p:cNvSpPr txBox="1"/>
          <p:nvPr/>
        </p:nvSpPr>
        <p:spPr>
          <a:xfrm>
            <a:off x="671195" y="2136775"/>
            <a:ext cx="10849610" cy="2584450"/>
          </a:xfrm>
          <a:prstGeom prst="rect">
            <a:avLst/>
          </a:prstGeom>
          <a:noFill/>
        </p:spPr>
        <p:txBody>
          <a:bodyPr wrap="square" rtlCol="0">
            <a:spAutoFit/>
          </a:bodyPr>
          <a:p>
            <a:r>
              <a:rPr lang="en-US" altLang="zh-CN"/>
              <a:t>1. </a:t>
            </a:r>
            <a:r>
              <a:rPr lang="zh-CN" altLang="en-US"/>
              <a:t>文档说明</a:t>
            </a:r>
            <a:endParaRPr lang="zh-CN" altLang="en-US"/>
          </a:p>
          <a:p>
            <a:pPr marL="742950" lvl="1" indent="-285750">
              <a:buFont typeface="Arial" panose="020B0604020202020204" pitchFamily="34" charset="0"/>
              <a:buChar char="•"/>
            </a:pPr>
            <a:r>
              <a:rPr lang="zh-CN" altLang="en-US"/>
              <a:t>开发一个用户可以线上阅读，具有充值打赏评论功能的小说网站，后台人员可以上传下架小说</a:t>
            </a:r>
            <a:endParaRPr lang="zh-CN" altLang="en-US"/>
          </a:p>
          <a:p>
            <a:pPr marL="742950" lvl="1" indent="-285750">
              <a:buFont typeface="Arial" panose="020B0604020202020204" pitchFamily="34" charset="0"/>
              <a:buChar char="•"/>
            </a:pPr>
            <a:r>
              <a:rPr lang="zh-CN" altLang="en-US"/>
              <a:t>随着网络的发展，电子设备的进步，传统纸质书籍花费大，不便携，成本大的缺点暴露，线上阅读的需求变大，因此一个线上小说阅读网站的存在十分必要。</a:t>
            </a:r>
            <a:endParaRPr lang="zh-CN" altLang="en-US"/>
          </a:p>
          <a:p>
            <a:r>
              <a:rPr lang="en-US" altLang="zh-CN"/>
              <a:t>2. </a:t>
            </a:r>
            <a:r>
              <a:rPr lang="zh-CN" altLang="en-US"/>
              <a:t>可行性分析</a:t>
            </a:r>
            <a:endParaRPr lang="zh-CN" altLang="en-US"/>
          </a:p>
          <a:p>
            <a:pPr marL="742950" lvl="1" indent="-285750">
              <a:buFont typeface="Arial" panose="020B0604020202020204" pitchFamily="34" charset="0"/>
              <a:buChar char="•"/>
            </a:pPr>
            <a:r>
              <a:rPr lang="zh-CN" altLang="en-US"/>
              <a:t>电子阅读飞速发展，线上小说网站有充足的市场</a:t>
            </a:r>
            <a:endParaRPr lang="zh-CN" altLang="en-US"/>
          </a:p>
          <a:p>
            <a:pPr marL="742950" lvl="1" indent="-285750">
              <a:buFont typeface="Arial" panose="020B0604020202020204" pitchFamily="34" charset="0"/>
              <a:buChar char="•"/>
            </a:pPr>
            <a:r>
              <a:rPr lang="zh-CN" altLang="en-US"/>
              <a:t>网络写手数量大增，不缺少优秀的原创作品</a:t>
            </a:r>
            <a:endParaRPr lang="zh-CN" altLang="en-US"/>
          </a:p>
          <a:p>
            <a:pPr marL="742950" lvl="1" indent="-285750">
              <a:buFont typeface="Arial" panose="020B0604020202020204" pitchFamily="34" charset="0"/>
              <a:buChar char="•"/>
            </a:pPr>
            <a:r>
              <a:rPr lang="zh-CN" altLang="en-US"/>
              <a:t>智能机普及，线上小说不缺用户</a:t>
            </a:r>
            <a:endParaRPr lang="zh-CN" altLang="en-US"/>
          </a:p>
          <a:p>
            <a:pPr marL="742950" lvl="1" indent="-285750">
              <a:buFont typeface="Arial" panose="020B0604020202020204" pitchFamily="34" charset="0"/>
              <a:buChar char="•"/>
            </a:pPr>
            <a:r>
              <a:rPr lang="zh-CN" altLang="en-US"/>
              <a:t>相较于纸质书籍的花费，线上阅读的成本更低</a:t>
            </a:r>
            <a:endParaRPr lang="zh-CN" altLang="en-US"/>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Web</a:t>
            </a:r>
            <a:r>
              <a:rPr lang="zh-CN" altLang="en-US" dirty="0"/>
              <a:t>应用建模</a:t>
            </a:r>
            <a:endParaRPr lang="zh-CN" altLang="en-US" dirty="0"/>
          </a:p>
        </p:txBody>
      </p:sp>
      <p:sp>
        <p:nvSpPr>
          <p:cNvPr id="3" name="文本占位符 2"/>
          <p:cNvSpPr>
            <a:spLocks noGrp="1"/>
          </p:cNvSpPr>
          <p:nvPr>
            <p:ph type="body" idx="1"/>
          </p:nvPr>
        </p:nvSpPr>
        <p:spPr/>
        <p:txBody>
          <a:bodyPr/>
          <a:lstStyle/>
          <a:p>
            <a:endParaRPr lang="zh-CN" altLang="en-US" dirty="0"/>
          </a:p>
        </p:txBody>
      </p:sp>
      <p:sp>
        <p:nvSpPr>
          <p:cNvPr id="5" name="灯片编号占位符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功能需求建模</a:t>
            </a:r>
            <a:r>
              <a:rPr lang="en-US" altLang="zh-CN" dirty="0"/>
              <a:t>——</a:t>
            </a:r>
            <a:r>
              <a:rPr lang="zh-CN" altLang="en-US" dirty="0"/>
              <a:t>静态</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21427" y="1125356"/>
            <a:ext cx="7175374" cy="5077735"/>
          </a:xfrm>
          <a:prstGeom prst="rect">
            <a:avLst/>
          </a:prstGeom>
        </p:spPr>
      </p:pic>
      <p:sp>
        <p:nvSpPr>
          <p:cNvPr id="6" name="文本占位符 2"/>
          <p:cNvSpPr txBox="1"/>
          <p:nvPr/>
        </p:nvSpPr>
        <p:spPr>
          <a:xfrm>
            <a:off x="669924" y="1660812"/>
            <a:ext cx="3951503" cy="1300722"/>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dirty="0"/>
              <a:t>确定用例</a:t>
            </a:r>
            <a:endParaRPr lang="en-US" altLang="zh-CN" dirty="0"/>
          </a:p>
          <a:p>
            <a:pPr marL="0" indent="0">
              <a:lnSpc>
                <a:spcPct val="100000"/>
              </a:lnSpc>
              <a:buNone/>
            </a:pPr>
            <a:r>
              <a:rPr lang="zh-CN" altLang="en-US" dirty="0"/>
              <a:t>小说网站的用例主要包括三方面：</a:t>
            </a:r>
            <a:endParaRPr lang="en-US" altLang="zh-CN" dirty="0"/>
          </a:p>
          <a:p>
            <a:pPr marL="0" indent="0">
              <a:lnSpc>
                <a:spcPct val="100000"/>
              </a:lnSpc>
              <a:buNone/>
            </a:pPr>
            <a:r>
              <a:rPr lang="en-US" altLang="zh-CN" dirty="0"/>
              <a:t>1.</a:t>
            </a:r>
            <a:r>
              <a:rPr lang="zh-CN" altLang="en-US" dirty="0"/>
              <a:t>用户的用例主要包括注册登录、互动、搜索以及充值。</a:t>
            </a:r>
            <a:endParaRPr lang="en-US" altLang="zh-CN" dirty="0"/>
          </a:p>
          <a:p>
            <a:pPr marL="0" indent="0">
              <a:lnSpc>
                <a:spcPct val="100000"/>
              </a:lnSpc>
              <a:buNone/>
            </a:pPr>
            <a:r>
              <a:rPr lang="en-US" altLang="zh-CN" dirty="0"/>
              <a:t>2.</a:t>
            </a:r>
            <a:r>
              <a:rPr lang="zh-CN" altLang="en-US" dirty="0"/>
              <a:t>作家的用例除了包括用户的所有用例外，还有上传小说的用例。</a:t>
            </a:r>
            <a:endParaRPr lang="en-US" altLang="zh-CN" dirty="0"/>
          </a:p>
          <a:p>
            <a:pPr marL="0" indent="0">
              <a:lnSpc>
                <a:spcPct val="100000"/>
              </a:lnSpc>
              <a:buNone/>
            </a:pPr>
            <a:r>
              <a:rPr lang="en-US" altLang="zh-CN" dirty="0"/>
              <a:t>3.</a:t>
            </a:r>
            <a:r>
              <a:rPr lang="zh-CN" altLang="en-US" dirty="0"/>
              <a:t>管理员的用例主要包括审核作品、管理用户以及维护。</a:t>
            </a:r>
            <a:endParaRPr lang="en-US" altLang="zh-CN" dirty="0"/>
          </a:p>
          <a:p>
            <a:pPr>
              <a:lnSpc>
                <a:spcPct val="100000"/>
              </a:lnSpc>
            </a:pPr>
            <a:r>
              <a:rPr lang="zh-CN" altLang="en-US" dirty="0"/>
              <a:t>创建用例图</a:t>
            </a:r>
            <a:endParaRPr lang="en-US" altLang="zh-CN" dirty="0"/>
          </a:p>
          <a:p>
            <a:pPr marL="0" indent="0">
              <a:lnSpc>
                <a:spcPct val="100000"/>
              </a:lnSpc>
              <a:buNone/>
            </a:pPr>
            <a:r>
              <a:rPr lang="zh-CN" altLang="en-US" dirty="0"/>
              <a:t>如右图所示</a:t>
            </a:r>
            <a:endParaRPr lang="en-US" altLang="zh-CN" dirty="0"/>
          </a:p>
          <a:p>
            <a:pPr>
              <a:lnSpc>
                <a:spcPct val="100000"/>
              </a:lnSpc>
            </a:pPr>
            <a:endParaRPr lang="zh-CN"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功能需求建模</a:t>
            </a:r>
            <a:r>
              <a:rPr lang="en-US" altLang="zh-CN" dirty="0"/>
              <a:t>——</a:t>
            </a:r>
            <a:r>
              <a:rPr lang="zh-CN" altLang="en-US" dirty="0"/>
              <a:t>动态</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8" name="文本占位符 2"/>
          <p:cNvSpPr txBox="1"/>
          <p:nvPr/>
        </p:nvSpPr>
        <p:spPr>
          <a:xfrm>
            <a:off x="669923" y="1445492"/>
            <a:ext cx="6415357" cy="10828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zh-CN" altLang="en-US" dirty="0"/>
              <a:t>活动图</a:t>
            </a:r>
            <a:endParaRPr lang="en-US" altLang="zh-CN" dirty="0"/>
          </a:p>
          <a:p>
            <a:pPr marL="0" indent="0">
              <a:lnSpc>
                <a:spcPct val="100000"/>
              </a:lnSpc>
              <a:buNone/>
            </a:pPr>
            <a:r>
              <a:rPr lang="zh-CN" altLang="en-US" dirty="0"/>
              <a:t>为表达该小说网站复杂业务逻辑的用例从而进一步精化建模。</a:t>
            </a:r>
            <a:endParaRPr lang="zh-CN" altLang="en-US" dirty="0"/>
          </a:p>
        </p:txBody>
      </p:sp>
      <p:pic>
        <p:nvPicPr>
          <p:cNvPr id="12" name="图片 11"/>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18933" y="2321985"/>
            <a:ext cx="3876272" cy="3876272"/>
          </a:xfrm>
          <a:prstGeom prst="rect">
            <a:avLst/>
          </a:prstGeom>
        </p:spPr>
      </p:pic>
      <p:pic>
        <p:nvPicPr>
          <p:cNvPr id="16" name="图片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85280" y="1239111"/>
            <a:ext cx="3983815" cy="4959146"/>
          </a:xfrm>
          <a:prstGeom prst="rect">
            <a:avLst/>
          </a:prstGeom>
        </p:spPr>
      </p:pic>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内容建模</a:t>
            </a:r>
            <a:r>
              <a:rPr lang="en-US" altLang="zh-CN" dirty="0"/>
              <a:t>——</a:t>
            </a:r>
            <a:r>
              <a:rPr lang="zh-CN" altLang="en-US" dirty="0"/>
              <a:t>静态</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250724" y="1109598"/>
            <a:ext cx="7269763" cy="5019353"/>
          </a:xfrm>
          <a:prstGeom prst="rect">
            <a:avLst/>
          </a:prstGeom>
        </p:spPr>
      </p:pic>
      <p:sp>
        <p:nvSpPr>
          <p:cNvPr id="9" name="文本占位符 2"/>
          <p:cNvSpPr txBox="1"/>
          <p:nvPr/>
        </p:nvSpPr>
        <p:spPr>
          <a:xfrm>
            <a:off x="669924" y="1420779"/>
            <a:ext cx="3580800" cy="10828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zh-CN" altLang="en-US" dirty="0"/>
              <a:t>类图</a:t>
            </a:r>
            <a:endParaRPr lang="en-US" altLang="zh-CN" dirty="0"/>
          </a:p>
          <a:p>
            <a:pPr marL="0" indent="0">
              <a:lnSpc>
                <a:spcPct val="150000"/>
              </a:lnSpc>
              <a:buNone/>
            </a:pPr>
            <a:r>
              <a:rPr lang="zh-CN" altLang="en-US" dirty="0"/>
              <a:t>本小说网站的主要页面有登录注册页面、小说目录及内容页面、打赏充值页面、作家页面。</a:t>
            </a:r>
            <a:endParaRPr lang="en-US" altLang="zh-CN" dirty="0"/>
          </a:p>
          <a:p>
            <a:pPr marL="0" indent="0">
              <a:lnSpc>
                <a:spcPct val="150000"/>
              </a:lnSpc>
              <a:buNone/>
            </a:pPr>
            <a:r>
              <a:rPr lang="zh-CN" altLang="en-US" dirty="0"/>
              <a:t>业务逻辑处理类有读者类、管理员类、作家类、小说类。</a:t>
            </a:r>
            <a:endParaRPr lang="en-US" altLang="zh-CN" dirty="0"/>
          </a:p>
          <a:p>
            <a:pPr>
              <a:lnSpc>
                <a:spcPct val="150000"/>
              </a:lnSpc>
            </a:pPr>
            <a:endParaRPr lang="en-US" altLang="zh-CN" dirty="0"/>
          </a:p>
          <a:p>
            <a:pPr marL="0" indent="0">
              <a:lnSpc>
                <a:spcPct val="150000"/>
              </a:lnSpc>
              <a:buNone/>
            </a:pPr>
            <a:endParaRPr lang="en-US" altLang="zh-CN" dirty="0"/>
          </a:p>
          <a:p>
            <a:pPr marL="0" indent="0">
              <a:lnSpc>
                <a:spcPct val="150000"/>
              </a:lnSpc>
              <a:buNone/>
            </a:pP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内容建模</a:t>
            </a:r>
            <a:r>
              <a:rPr lang="en-US" altLang="zh-CN" dirty="0"/>
              <a:t>——</a:t>
            </a:r>
            <a:r>
              <a:rPr lang="zh-CN" altLang="en-US" dirty="0"/>
              <a:t>动态</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99751" y="2562040"/>
            <a:ext cx="9992497" cy="3554227"/>
          </a:xfrm>
          <a:prstGeom prst="rect">
            <a:avLst/>
          </a:prstGeom>
        </p:spPr>
      </p:pic>
      <p:sp>
        <p:nvSpPr>
          <p:cNvPr id="7" name="文本占位符 2"/>
          <p:cNvSpPr txBox="1"/>
          <p:nvPr/>
        </p:nvSpPr>
        <p:spPr>
          <a:xfrm>
            <a:off x="669924" y="1253933"/>
            <a:ext cx="8671784" cy="10828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状态图</a:t>
            </a:r>
            <a:endParaRPr lang="en-US" altLang="zh-CN" dirty="0"/>
          </a:p>
          <a:p>
            <a:pPr marL="0" indent="0">
              <a:buNone/>
            </a:pPr>
            <a:r>
              <a:rPr lang="zh-CN" altLang="en-US" dirty="0"/>
              <a:t>对各个界面与类进行状态分析，绘制如下状态图反映各个状态的迁移情况。</a:t>
            </a:r>
            <a:endParaRPr lang="en-US" altLang="zh-C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超文本建模</a:t>
            </a:r>
            <a:r>
              <a:rPr lang="en-US" altLang="zh-CN" dirty="0"/>
              <a:t>——</a:t>
            </a:r>
            <a:r>
              <a:rPr lang="zh-CN" altLang="en-US" dirty="0"/>
              <a:t>静态</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pic>
        <p:nvPicPr>
          <p:cNvPr id="8" name="图片 7"/>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69924" y="2033576"/>
            <a:ext cx="10850563" cy="4012697"/>
          </a:xfrm>
          <a:prstGeom prst="rect">
            <a:avLst/>
          </a:prstGeom>
        </p:spPr>
      </p:pic>
      <p:sp>
        <p:nvSpPr>
          <p:cNvPr id="9" name="文本占位符 2"/>
          <p:cNvSpPr txBox="1"/>
          <p:nvPr/>
        </p:nvSpPr>
        <p:spPr>
          <a:xfrm>
            <a:off x="669924" y="1102655"/>
            <a:ext cx="8671784" cy="10828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超文本结构模型</a:t>
            </a:r>
            <a:endParaRPr lang="en-US" altLang="zh-CN" dirty="0"/>
          </a:p>
          <a:p>
            <a:pPr marL="0" indent="0">
              <a:buNone/>
            </a:pPr>
            <a:r>
              <a:rPr lang="zh-CN" altLang="en-US" dirty="0"/>
              <a:t>以之前的内容模型为基础，表述超文本的结构。</a:t>
            </a:r>
            <a:endParaRPr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超文本建模</a:t>
            </a:r>
            <a:r>
              <a:rPr lang="en-US" altLang="zh-CN" dirty="0"/>
              <a:t>——</a:t>
            </a:r>
            <a:r>
              <a:rPr lang="zh-CN" altLang="en-US" dirty="0"/>
              <a:t>动态</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pic>
        <p:nvPicPr>
          <p:cNvPr id="6" name="图片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89686" y="1952368"/>
            <a:ext cx="10330249" cy="4254456"/>
          </a:xfrm>
          <a:prstGeom prst="rect">
            <a:avLst/>
          </a:prstGeom>
        </p:spPr>
      </p:pic>
      <p:sp>
        <p:nvSpPr>
          <p:cNvPr id="7" name="文本占位符 2"/>
          <p:cNvSpPr txBox="1"/>
          <p:nvPr/>
        </p:nvSpPr>
        <p:spPr>
          <a:xfrm>
            <a:off x="669924" y="1102655"/>
            <a:ext cx="8671784" cy="10828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超文本访问模型</a:t>
            </a:r>
            <a:endParaRPr lang="en-US" altLang="zh-CN" dirty="0"/>
          </a:p>
          <a:p>
            <a:pPr marL="0" indent="0">
              <a:buNone/>
            </a:pPr>
            <a:r>
              <a:rPr lang="zh-CN" altLang="en-US" b="0" i="0" dirty="0">
                <a:solidFill>
                  <a:srgbClr val="4D4D4D"/>
                </a:solidFill>
                <a:effectLst/>
                <a:latin typeface="-apple-system"/>
              </a:rPr>
              <a:t>使用访问模型中的访问元素精化超文本结构模型，主要针对用户角色。</a:t>
            </a:r>
            <a:endParaRPr lang="en-US" altLang="zh-C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适应性建模</a:t>
            </a:r>
            <a:r>
              <a:rPr lang="en-US" altLang="zh-CN" dirty="0"/>
              <a:t>——</a:t>
            </a:r>
            <a:r>
              <a:rPr lang="zh-CN" altLang="en-US" dirty="0"/>
              <a:t>静态</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92521" y="2259484"/>
            <a:ext cx="10405365" cy="3848056"/>
          </a:xfrm>
          <a:prstGeom prst="rect">
            <a:avLst/>
          </a:prstGeom>
        </p:spPr>
      </p:pic>
      <p:sp>
        <p:nvSpPr>
          <p:cNvPr id="6" name="文本占位符 2"/>
          <p:cNvSpPr txBox="1"/>
          <p:nvPr/>
        </p:nvSpPr>
        <p:spPr>
          <a:xfrm>
            <a:off x="669923" y="1102655"/>
            <a:ext cx="10850563" cy="10828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不同上下文不同模型</a:t>
            </a:r>
            <a:endParaRPr lang="en-US" altLang="zh-CN" dirty="0"/>
          </a:p>
          <a:p>
            <a:pPr marL="0" indent="0">
              <a:buNone/>
            </a:pPr>
            <a:r>
              <a:rPr lang="zh-CN" altLang="en-US" dirty="0">
                <a:solidFill>
                  <a:srgbClr val="4D4D4D"/>
                </a:solidFill>
                <a:latin typeface="-apple-system"/>
              </a:rPr>
              <a:t>要适应多种模型的变化以及可能的模型数量的增加。总而言之，系统要能做到分析并适应各种具体情况。</a:t>
            </a:r>
            <a:endParaRPr lang="en-US" altLang="zh-C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适应性建模</a:t>
            </a:r>
            <a:r>
              <a:rPr lang="en-US" altLang="zh-CN" dirty="0"/>
              <a:t>——</a:t>
            </a:r>
            <a:r>
              <a:rPr lang="zh-CN" altLang="en-US" dirty="0"/>
              <a:t>动态</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pic>
        <p:nvPicPr>
          <p:cNvPr id="9" name="图片 8"/>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669924" y="1028700"/>
            <a:ext cx="2940720" cy="5322818"/>
          </a:xfrm>
          <a:prstGeom prst="rect">
            <a:avLst/>
          </a:prstGeom>
        </p:spPr>
      </p:pic>
      <p:sp>
        <p:nvSpPr>
          <p:cNvPr id="10" name="文本占位符 2"/>
          <p:cNvSpPr txBox="1"/>
          <p:nvPr/>
        </p:nvSpPr>
        <p:spPr>
          <a:xfrm>
            <a:off x="3610644" y="1515962"/>
            <a:ext cx="7909843" cy="10828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200000"/>
              </a:lnSpc>
            </a:pPr>
            <a:r>
              <a:rPr lang="zh-CN" altLang="en-US" dirty="0"/>
              <a:t>页面的动态适应模型</a:t>
            </a:r>
            <a:endParaRPr lang="en-US" altLang="zh-CN" dirty="0"/>
          </a:p>
          <a:p>
            <a:pPr>
              <a:lnSpc>
                <a:spcPct val="200000"/>
              </a:lnSpc>
            </a:pPr>
            <a:r>
              <a:rPr lang="zh-CN" altLang="en-US" dirty="0"/>
              <a:t>根据用户上下文特性，给用户提供合适的展示。</a:t>
            </a:r>
            <a:endParaRPr lang="en-US" altLang="zh-CN" dirty="0"/>
          </a:p>
          <a:p>
            <a:pPr>
              <a:lnSpc>
                <a:spcPct val="200000"/>
              </a:lnSpc>
            </a:pPr>
            <a:r>
              <a:rPr lang="zh-CN" altLang="en-US" dirty="0"/>
              <a:t>一个模型</a:t>
            </a:r>
            <a:r>
              <a:rPr lang="en-US" altLang="zh-CN" dirty="0"/>
              <a:t>+</a:t>
            </a:r>
            <a:r>
              <a:rPr lang="zh-CN" altLang="en-US" dirty="0"/>
              <a:t>适应性规则</a:t>
            </a:r>
            <a:endParaRPr lang="en-US" altLang="zh-CN" dirty="0"/>
          </a:p>
          <a:p>
            <a:pPr>
              <a:lnSpc>
                <a:spcPct val="200000"/>
              </a:lnSpc>
            </a:pPr>
            <a:r>
              <a:rPr lang="zh-CN" altLang="en-US" dirty="0"/>
              <a:t>使用系统功能和个性化方面系统地进行分离，并减少冗余。</a:t>
            </a:r>
            <a:endParaRPr lang="en-US" altLang="zh-CN" dirty="0"/>
          </a:p>
          <a:p>
            <a:pPr>
              <a:lnSpc>
                <a:spcPct val="200000"/>
              </a:lnSpc>
            </a:pPr>
            <a:endParaRPr lang="en-US" altLang="zh-CN" dirty="0"/>
          </a:p>
          <a:p>
            <a:pPr>
              <a:lnSpc>
                <a:spcPct val="200000"/>
              </a:lnSpc>
            </a:pPr>
            <a:endParaRPr lang="en-US" altLang="zh-C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Web</a:t>
            </a:r>
            <a:r>
              <a:rPr lang="zh-CN" altLang="en-US" dirty="0"/>
              <a:t>应用架构设计</a:t>
            </a:r>
            <a:endParaRPr lang="zh-CN" altLang="en-US" dirty="0"/>
          </a:p>
        </p:txBody>
      </p:sp>
      <p:sp>
        <p:nvSpPr>
          <p:cNvPr id="3" name="文本占位符 2"/>
          <p:cNvSpPr>
            <a:spLocks noGrp="1"/>
          </p:cNvSpPr>
          <p:nvPr>
            <p:ph type="body" idx="1"/>
          </p:nvPr>
        </p:nvSpPr>
        <p:spPr/>
        <p:txBody>
          <a:bodyPr/>
          <a:lstStyle/>
          <a:p>
            <a:endParaRPr lang="zh-CN" altLang="en-US"/>
          </a:p>
        </p:txBody>
      </p:sp>
      <p:sp>
        <p:nvSpPr>
          <p:cNvPr id="5" name="灯片编号占位符 4"/>
          <p:cNvSpPr>
            <a:spLocks noGrp="1"/>
          </p:cNvSpPr>
          <p:nvPr>
            <p:ph type="sldNum" sz="quarter" idx="12"/>
          </p:nvPr>
        </p:nvSpPr>
        <p:spPr/>
        <p:txBody>
          <a:bodyPr/>
          <a:lstStyle/>
          <a:p>
            <a:fld id="{5DD3DB80-B894-403A-B48E-6FDC1A72010E}" type="slidenum">
              <a:rPr lang="zh-CN" altLang="en-US" smtClean="0"/>
            </a:fld>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圆角矩形 19"/>
          <p:cNvSpPr/>
          <p:nvPr/>
        </p:nvSpPr>
        <p:spPr>
          <a:xfrm>
            <a:off x="1805305" y="4497705"/>
            <a:ext cx="6349365" cy="1678940"/>
          </a:xfrm>
          <a:prstGeom prst="round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 name="标题 1"/>
          <p:cNvSpPr>
            <a:spLocks noGrp="1"/>
          </p:cNvSpPr>
          <p:nvPr>
            <p:ph type="title"/>
          </p:nvPr>
        </p:nvSpPr>
        <p:spPr/>
        <p:txBody>
          <a:bodyPr/>
          <a:lstStyle/>
          <a:p>
            <a:r>
              <a:rPr lang="en-US" altLang="zh-CN" dirty="0"/>
              <a:t>Web-</a:t>
            </a:r>
            <a:r>
              <a:rPr lang="zh-CN" altLang="en-US" dirty="0"/>
              <a:t>架构设计</a:t>
            </a:r>
            <a:endParaRPr lang="zh-CN" altLang="en-US" dirty="0"/>
          </a:p>
        </p:txBody>
      </p:sp>
      <p:sp>
        <p:nvSpPr>
          <p:cNvPr id="4" name="灯片编号占位符 3"/>
          <p:cNvSpPr>
            <a:spLocks noGrp="1"/>
          </p:cNvSpPr>
          <p:nvPr>
            <p:ph type="sldNum" sz="quarter" idx="12"/>
          </p:nvPr>
        </p:nvSpPr>
        <p:spPr/>
        <p:txBody>
          <a:bodyPr/>
          <a:lstStyle/>
          <a:p>
            <a:fld id="{5DD3DB80-B894-403A-B48E-6FDC1A72010E}" type="slidenum">
              <a:rPr lang="zh-CN" altLang="en-US" smtClean="0"/>
            </a:fld>
            <a:endParaRPr lang="zh-CN" altLang="en-US"/>
          </a:p>
        </p:txBody>
      </p:sp>
      <p:sp>
        <p:nvSpPr>
          <p:cNvPr id="3" name="矩形 2"/>
          <p:cNvSpPr/>
          <p:nvPr/>
        </p:nvSpPr>
        <p:spPr>
          <a:xfrm>
            <a:off x="4207510" y="1274445"/>
            <a:ext cx="1544955" cy="7810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浏览器</a:t>
            </a:r>
            <a:endParaRPr lang="zh-CN" altLang="en-US">
              <a:solidFill>
                <a:schemeClr val="tx1"/>
              </a:solidFill>
            </a:endParaRPr>
          </a:p>
        </p:txBody>
      </p:sp>
      <p:sp>
        <p:nvSpPr>
          <p:cNvPr id="7" name="矩形 6"/>
          <p:cNvSpPr/>
          <p:nvPr/>
        </p:nvSpPr>
        <p:spPr>
          <a:xfrm>
            <a:off x="4208780" y="2346325"/>
            <a:ext cx="1544955" cy="7810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Nginx</a:t>
            </a:r>
            <a:endParaRPr lang="en-US" altLang="zh-CN">
              <a:solidFill>
                <a:schemeClr val="tx1"/>
              </a:solidFill>
            </a:endParaRPr>
          </a:p>
        </p:txBody>
      </p:sp>
      <p:sp>
        <p:nvSpPr>
          <p:cNvPr id="8" name="矩形 7"/>
          <p:cNvSpPr/>
          <p:nvPr/>
        </p:nvSpPr>
        <p:spPr>
          <a:xfrm>
            <a:off x="4208780" y="3417570"/>
            <a:ext cx="1544955" cy="6959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Tomcat</a:t>
            </a:r>
            <a:endParaRPr lang="en-US" altLang="zh-CN">
              <a:solidFill>
                <a:schemeClr val="tx1"/>
              </a:solidFill>
            </a:endParaRPr>
          </a:p>
        </p:txBody>
      </p:sp>
      <p:sp>
        <p:nvSpPr>
          <p:cNvPr id="9" name="矩形 8"/>
          <p:cNvSpPr/>
          <p:nvPr/>
        </p:nvSpPr>
        <p:spPr>
          <a:xfrm>
            <a:off x="8674735" y="1274445"/>
            <a:ext cx="1544955" cy="7810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DNS</a:t>
            </a:r>
            <a:r>
              <a:rPr lang="zh-CN" altLang="en-US">
                <a:solidFill>
                  <a:schemeClr val="tx1"/>
                </a:solidFill>
              </a:rPr>
              <a:t>服务器</a:t>
            </a:r>
            <a:endParaRPr lang="zh-CN" altLang="en-US">
              <a:solidFill>
                <a:schemeClr val="tx1"/>
              </a:solidFill>
            </a:endParaRPr>
          </a:p>
        </p:txBody>
      </p:sp>
      <p:sp>
        <p:nvSpPr>
          <p:cNvPr id="13" name="矩形 12"/>
          <p:cNvSpPr/>
          <p:nvPr/>
        </p:nvSpPr>
        <p:spPr>
          <a:xfrm>
            <a:off x="6158230" y="4946650"/>
            <a:ext cx="1544955" cy="7810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MYSQL(</a:t>
            </a:r>
            <a:r>
              <a:rPr lang="zh-CN" altLang="en-US">
                <a:solidFill>
                  <a:schemeClr val="tx1"/>
                </a:solidFill>
              </a:rPr>
              <a:t>写</a:t>
            </a:r>
            <a:r>
              <a:rPr lang="en-US" altLang="zh-CN">
                <a:solidFill>
                  <a:schemeClr val="tx1"/>
                </a:solidFill>
              </a:rPr>
              <a:t>)</a:t>
            </a:r>
            <a:endParaRPr lang="en-US" altLang="zh-CN">
              <a:solidFill>
                <a:schemeClr val="tx1"/>
              </a:solidFill>
            </a:endParaRPr>
          </a:p>
        </p:txBody>
      </p:sp>
      <p:sp>
        <p:nvSpPr>
          <p:cNvPr id="14" name="矩形 13"/>
          <p:cNvSpPr/>
          <p:nvPr/>
        </p:nvSpPr>
        <p:spPr>
          <a:xfrm>
            <a:off x="4038600" y="4946650"/>
            <a:ext cx="1544955" cy="7810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solidFill>
                  <a:schemeClr val="tx1"/>
                </a:solidFill>
              </a:rPr>
              <a:t>MYSQL(</a:t>
            </a:r>
            <a:r>
              <a:rPr lang="zh-CN" altLang="en-US">
                <a:solidFill>
                  <a:schemeClr val="tx1"/>
                </a:solidFill>
              </a:rPr>
              <a:t>读</a:t>
            </a:r>
            <a:r>
              <a:rPr lang="en-US" altLang="zh-CN">
                <a:solidFill>
                  <a:schemeClr val="tx1"/>
                </a:solidFill>
              </a:rPr>
              <a:t>)</a:t>
            </a:r>
            <a:endParaRPr lang="en-US" altLang="zh-CN">
              <a:solidFill>
                <a:schemeClr val="tx1"/>
              </a:solidFill>
            </a:endParaRPr>
          </a:p>
        </p:txBody>
      </p:sp>
      <p:cxnSp>
        <p:nvCxnSpPr>
          <p:cNvPr id="16" name="直接箭头连接符 15"/>
          <p:cNvCxnSpPr/>
          <p:nvPr/>
        </p:nvCxnSpPr>
        <p:spPr>
          <a:xfrm flipV="1">
            <a:off x="5596890" y="5167630"/>
            <a:ext cx="567690" cy="1016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a:stCxn id="13" idx="1"/>
            <a:endCxn id="14" idx="3"/>
          </p:cNvCxnSpPr>
          <p:nvPr/>
        </p:nvCxnSpPr>
        <p:spPr>
          <a:xfrm flipH="1">
            <a:off x="5583555" y="5337175"/>
            <a:ext cx="574675"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文本框 17"/>
          <p:cNvSpPr txBox="1"/>
          <p:nvPr/>
        </p:nvSpPr>
        <p:spPr>
          <a:xfrm>
            <a:off x="5544820" y="4809490"/>
            <a:ext cx="671830" cy="368300"/>
          </a:xfrm>
          <a:prstGeom prst="rect">
            <a:avLst/>
          </a:prstGeom>
          <a:noFill/>
        </p:spPr>
        <p:txBody>
          <a:bodyPr wrap="square" rtlCol="0">
            <a:spAutoFit/>
          </a:bodyPr>
          <a:p>
            <a:r>
              <a:rPr lang="zh-CN" altLang="en-US"/>
              <a:t>同步</a:t>
            </a:r>
            <a:endParaRPr lang="zh-CN" altLang="en-US"/>
          </a:p>
        </p:txBody>
      </p:sp>
      <p:sp>
        <p:nvSpPr>
          <p:cNvPr id="19" name="矩形 18"/>
          <p:cNvSpPr/>
          <p:nvPr/>
        </p:nvSpPr>
        <p:spPr>
          <a:xfrm>
            <a:off x="2058670" y="4946015"/>
            <a:ext cx="1552575" cy="78168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a:solidFill>
                  <a:schemeClr val="tx1"/>
                </a:solidFill>
              </a:rPr>
              <a:t>分布式缓存</a:t>
            </a:r>
            <a:endParaRPr lang="zh-CN" altLang="en-US">
              <a:solidFill>
                <a:schemeClr val="tx1"/>
              </a:solidFill>
            </a:endParaRPr>
          </a:p>
        </p:txBody>
      </p:sp>
      <p:cxnSp>
        <p:nvCxnSpPr>
          <p:cNvPr id="21" name="直接箭头连接符 20"/>
          <p:cNvCxnSpPr/>
          <p:nvPr/>
        </p:nvCxnSpPr>
        <p:spPr>
          <a:xfrm>
            <a:off x="5770880" y="1425575"/>
            <a:ext cx="2941320" cy="10160"/>
          </a:xfrm>
          <a:prstGeom prst="straightConnector1">
            <a:avLst/>
          </a:prstGeom>
          <a:ln>
            <a:tailEnd type="arrow" w="med" len="med"/>
          </a:ln>
        </p:spPr>
        <p:style>
          <a:lnRef idx="2">
            <a:schemeClr val="accent1"/>
          </a:lnRef>
          <a:fillRef idx="0">
            <a:schemeClr val="accent1"/>
          </a:fillRef>
          <a:effectRef idx="1">
            <a:schemeClr val="accent1"/>
          </a:effectRef>
          <a:fontRef idx="minor">
            <a:schemeClr val="tx1"/>
          </a:fontRef>
        </p:style>
      </p:cxnSp>
      <p:cxnSp>
        <p:nvCxnSpPr>
          <p:cNvPr id="22" name="直接箭头连接符 21"/>
          <p:cNvCxnSpPr>
            <a:stCxn id="3" idx="3"/>
          </p:cNvCxnSpPr>
          <p:nvPr/>
        </p:nvCxnSpPr>
        <p:spPr>
          <a:xfrm>
            <a:off x="5752465" y="1664970"/>
            <a:ext cx="2922270" cy="0"/>
          </a:xfrm>
          <a:prstGeom prst="straightConnector1">
            <a:avLst/>
          </a:prstGeom>
          <a:ln>
            <a:headEnd type="arrow" w="med" len="med"/>
            <a:tailEnd type="none" w="med" len="med"/>
          </a:ln>
        </p:spPr>
        <p:style>
          <a:lnRef idx="2">
            <a:schemeClr val="accent1"/>
          </a:lnRef>
          <a:fillRef idx="0">
            <a:schemeClr val="accent1"/>
          </a:fillRef>
          <a:effectRef idx="1">
            <a:schemeClr val="accent1"/>
          </a:effectRef>
          <a:fontRef idx="minor">
            <a:schemeClr val="tx1"/>
          </a:fontRef>
        </p:style>
      </p:cxnSp>
      <p:sp>
        <p:nvSpPr>
          <p:cNvPr id="26" name="下箭头 25"/>
          <p:cNvSpPr/>
          <p:nvPr/>
        </p:nvSpPr>
        <p:spPr>
          <a:xfrm>
            <a:off x="4870450" y="2055495"/>
            <a:ext cx="221615" cy="30226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7" name="下箭头 26"/>
          <p:cNvSpPr/>
          <p:nvPr/>
        </p:nvSpPr>
        <p:spPr>
          <a:xfrm>
            <a:off x="4869180" y="3115310"/>
            <a:ext cx="221615" cy="302260"/>
          </a:xfrm>
          <a:prstGeom prst="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8" name="上下箭头 27"/>
          <p:cNvSpPr/>
          <p:nvPr/>
        </p:nvSpPr>
        <p:spPr>
          <a:xfrm>
            <a:off x="4870450" y="4113530"/>
            <a:ext cx="223520" cy="384175"/>
          </a:xfrm>
          <a:prstGeom prst="upDown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29" name="文本框 28"/>
          <p:cNvSpPr txBox="1"/>
          <p:nvPr/>
        </p:nvSpPr>
        <p:spPr>
          <a:xfrm>
            <a:off x="6217285" y="1067435"/>
            <a:ext cx="1993265" cy="368300"/>
          </a:xfrm>
          <a:prstGeom prst="rect">
            <a:avLst/>
          </a:prstGeom>
          <a:noFill/>
        </p:spPr>
        <p:txBody>
          <a:bodyPr wrap="square" rtlCol="0">
            <a:spAutoFit/>
          </a:bodyPr>
          <a:p>
            <a:r>
              <a:rPr lang="en-US" altLang="zh-CN"/>
              <a:t>novel.shishc.icu</a:t>
            </a:r>
            <a:endParaRPr lang="en-US" altLang="zh-CN"/>
          </a:p>
        </p:txBody>
      </p:sp>
      <p:sp>
        <p:nvSpPr>
          <p:cNvPr id="30" name="文本框 29"/>
          <p:cNvSpPr txBox="1"/>
          <p:nvPr/>
        </p:nvSpPr>
        <p:spPr>
          <a:xfrm>
            <a:off x="6217285" y="1687195"/>
            <a:ext cx="1937385" cy="368300"/>
          </a:xfrm>
          <a:prstGeom prst="rect">
            <a:avLst/>
          </a:prstGeom>
          <a:noFill/>
        </p:spPr>
        <p:txBody>
          <a:bodyPr wrap="square" rtlCol="0">
            <a:spAutoFit/>
          </a:bodyPr>
          <a:p>
            <a:r>
              <a:rPr lang="en-US" altLang="zh-CN"/>
              <a:t>123.56.42.105</a:t>
            </a:r>
            <a:endParaRPr lang="en-US" altLang="zh-CN"/>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a:t>Thanks.</a:t>
            </a:r>
            <a:br>
              <a:rPr lang="en-US" altLang="zh-CN" dirty="0"/>
            </a:br>
            <a:endParaRPr lang="zh-CN" altLang="en-US" sz="2400" b="0" dirty="0"/>
          </a:p>
        </p:txBody>
      </p:sp>
      <p:sp>
        <p:nvSpPr>
          <p:cNvPr id="3" name="文本占位符 2"/>
          <p:cNvSpPr>
            <a:spLocks noGrp="1"/>
          </p:cNvSpPr>
          <p:nvPr>
            <p:ph type="body" sz="quarter" idx="17"/>
          </p:nvPr>
        </p:nvSpPr>
        <p:spPr/>
        <p:txBody>
          <a:bodyPr/>
          <a:lstStyle/>
          <a:p>
            <a:r>
              <a:rPr lang="en-US" altLang="zh-CN" dirty="0"/>
              <a:t>Less </a:t>
            </a:r>
            <a:r>
              <a:rPr lang="en-US" altLang="zh-CN"/>
              <a:t>is more.</a:t>
            </a:r>
            <a:endParaRPr lang="en-US" altLang="zh-CN" dirty="0"/>
          </a:p>
        </p:txBody>
      </p:sp>
      <p:sp>
        <p:nvSpPr>
          <p:cNvPr id="4" name="文本占位符 3"/>
          <p:cNvSpPr>
            <a:spLocks noGrp="1"/>
          </p:cNvSpPr>
          <p:nvPr>
            <p:ph type="body" sz="quarter" idx="18"/>
          </p:nvPr>
        </p:nvSpPr>
        <p:spPr/>
        <p:txBody>
          <a:bodyPr/>
          <a:lstStyle/>
          <a:p>
            <a:endParaRPr lang="zh-CN" altLang="en-US" dirty="0"/>
          </a:p>
        </p:txBody>
      </p:sp>
      <p:cxnSp>
        <p:nvCxnSpPr>
          <p:cNvPr id="5" name="直接连接符 4"/>
          <p:cNvCxnSpPr/>
          <p:nvPr/>
        </p:nvCxnSpPr>
        <p:spPr>
          <a:xfrm>
            <a:off x="6207126" y="2127252"/>
            <a:ext cx="531336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6207126" y="4112630"/>
            <a:ext cx="5313362"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6" name="组合 15"/>
          <p:cNvGrpSpPr/>
          <p:nvPr/>
        </p:nvGrpSpPr>
        <p:grpSpPr>
          <a:xfrm>
            <a:off x="1022814" y="2128462"/>
            <a:ext cx="4460537" cy="691252"/>
            <a:chOff x="1101012" y="2911151"/>
            <a:chExt cx="9573211" cy="1483567"/>
          </a:xfrm>
        </p:grpSpPr>
        <p:sp>
          <p:nvSpPr>
            <p:cNvPr id="2" name="椭圆 1"/>
            <p:cNvSpPr/>
            <p:nvPr/>
          </p:nvSpPr>
          <p:spPr>
            <a:xfrm>
              <a:off x="5551715" y="3069771"/>
              <a:ext cx="643813" cy="64381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7" name="椭圆 6"/>
            <p:cNvSpPr/>
            <p:nvPr/>
          </p:nvSpPr>
          <p:spPr>
            <a:xfrm>
              <a:off x="6447454" y="3069771"/>
              <a:ext cx="643813" cy="64381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8" name="椭圆 7"/>
            <p:cNvSpPr/>
            <p:nvPr/>
          </p:nvSpPr>
          <p:spPr>
            <a:xfrm>
              <a:off x="7343193" y="3069771"/>
              <a:ext cx="643813" cy="64381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9" name="椭圆 8"/>
            <p:cNvSpPr/>
            <p:nvPr/>
          </p:nvSpPr>
          <p:spPr>
            <a:xfrm>
              <a:off x="8238932" y="3069771"/>
              <a:ext cx="643813" cy="64381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0" name="椭圆 9"/>
            <p:cNvSpPr/>
            <p:nvPr/>
          </p:nvSpPr>
          <p:spPr>
            <a:xfrm>
              <a:off x="9134671" y="3069771"/>
              <a:ext cx="643813" cy="64381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1" name="椭圆 10"/>
            <p:cNvSpPr/>
            <p:nvPr/>
          </p:nvSpPr>
          <p:spPr>
            <a:xfrm>
              <a:off x="10030410" y="3069771"/>
              <a:ext cx="643813" cy="64381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2" name="椭圆 11"/>
            <p:cNvSpPr/>
            <p:nvPr/>
          </p:nvSpPr>
          <p:spPr>
            <a:xfrm>
              <a:off x="1101012" y="3069771"/>
              <a:ext cx="643813" cy="643813"/>
            </a:xfrm>
            <a:prstGeom prst="ellipse">
              <a:avLst/>
            </a:prstGeom>
            <a:solidFill>
              <a:schemeClr val="bg1"/>
            </a:solid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3" name="椭圆 12"/>
            <p:cNvSpPr/>
            <p:nvPr/>
          </p:nvSpPr>
          <p:spPr>
            <a:xfrm>
              <a:off x="1996751" y="3069771"/>
              <a:ext cx="643813" cy="64381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4" name="椭圆 13"/>
            <p:cNvSpPr/>
            <p:nvPr/>
          </p:nvSpPr>
          <p:spPr>
            <a:xfrm>
              <a:off x="2892490" y="3069771"/>
              <a:ext cx="643813" cy="643813"/>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sp>
          <p:nvSpPr>
            <p:cNvPr id="15" name="椭圆 14"/>
            <p:cNvSpPr/>
            <p:nvPr/>
          </p:nvSpPr>
          <p:spPr>
            <a:xfrm>
              <a:off x="3788229" y="3069771"/>
              <a:ext cx="643813" cy="64381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p>
          </p:txBody>
        </p:sp>
        <p:cxnSp>
          <p:nvCxnSpPr>
            <p:cNvPr id="4" name="直接连接符 3"/>
            <p:cNvCxnSpPr/>
            <p:nvPr/>
          </p:nvCxnSpPr>
          <p:spPr>
            <a:xfrm>
              <a:off x="4982546" y="2911151"/>
              <a:ext cx="0" cy="1483567"/>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8" name="文本框 17"/>
          <p:cNvSpPr txBox="1"/>
          <p:nvPr/>
        </p:nvSpPr>
        <p:spPr>
          <a:xfrm>
            <a:off x="660400" y="1512849"/>
            <a:ext cx="5852173" cy="276999"/>
          </a:xfrm>
          <a:prstGeom prst="rect">
            <a:avLst/>
          </a:prstGeom>
          <a:noFill/>
        </p:spPr>
        <p:txBody>
          <a:bodyPr wrap="square" rtlCol="0">
            <a:spAutoFit/>
          </a:bodyPr>
          <a:lstStyle/>
          <a:p>
            <a:r>
              <a:rPr lang="zh-CN" altLang="en-US" sz="1200" dirty="0"/>
              <a:t>主题色彩 </a:t>
            </a:r>
            <a:r>
              <a:rPr lang="en-US" altLang="zh-CN" sz="1200"/>
              <a:t>THEME </a:t>
            </a:r>
            <a:r>
              <a:rPr lang="en-US" altLang="zh-CN" sz="100"/>
              <a:t> </a:t>
            </a:r>
            <a:r>
              <a:rPr lang="en-US" altLang="zh-CN" sz="1200"/>
              <a:t>COLORS</a:t>
            </a:r>
            <a:endParaRPr lang="zh-CN" altLang="en-US" sz="1200" dirty="0"/>
          </a:p>
        </p:txBody>
      </p:sp>
      <p:cxnSp>
        <p:nvCxnSpPr>
          <p:cNvPr id="20" name="直接连接符 19"/>
          <p:cNvCxnSpPr/>
          <p:nvPr/>
        </p:nvCxnSpPr>
        <p:spPr>
          <a:xfrm>
            <a:off x="669931" y="1843079"/>
            <a:ext cx="5852175"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21" name="文本框 20"/>
          <p:cNvSpPr txBox="1"/>
          <p:nvPr/>
        </p:nvSpPr>
        <p:spPr>
          <a:xfrm>
            <a:off x="669929" y="2689501"/>
            <a:ext cx="2161443" cy="215444"/>
          </a:xfrm>
          <a:prstGeom prst="rect">
            <a:avLst/>
          </a:prstGeom>
          <a:noFill/>
        </p:spPr>
        <p:txBody>
          <a:bodyPr wrap="square" rtlCol="0">
            <a:spAutoFit/>
          </a:bodyPr>
          <a:lstStyle>
            <a:defPPr>
              <a:defRPr lang="zh-CN"/>
            </a:defPPr>
            <a:lvl1pPr algn="ctr">
              <a:defRPr sz="800"/>
            </a:lvl1pPr>
          </a:lstStyle>
          <a:p>
            <a:r>
              <a:rPr lang="zh-CN" altLang="en-US" dirty="0"/>
              <a:t>文字</a:t>
            </a:r>
            <a:r>
              <a:rPr lang="en-US" altLang="zh-CN" dirty="0"/>
              <a:t>/</a:t>
            </a:r>
            <a:r>
              <a:rPr lang="zh-CN" altLang="en-US" dirty="0"/>
              <a:t>背景 </a:t>
            </a:r>
            <a:r>
              <a:rPr lang="en-US" altLang="zh-CN" dirty="0"/>
              <a:t>Text</a:t>
            </a:r>
            <a:r>
              <a:rPr lang="en-US" altLang="zh-CN"/>
              <a:t>/Bac</a:t>
            </a:r>
            <a:r>
              <a:rPr lang="en-US" altLang="zh-CN" sz="100"/>
              <a:t> </a:t>
            </a:r>
            <a:r>
              <a:rPr lang="en-US" altLang="zh-CN"/>
              <a:t>kground</a:t>
            </a:r>
            <a:endParaRPr lang="zh-CN" altLang="en-US" dirty="0"/>
          </a:p>
        </p:txBody>
      </p:sp>
      <p:sp>
        <p:nvSpPr>
          <p:cNvPr id="22" name="文本框 21"/>
          <p:cNvSpPr txBox="1"/>
          <p:nvPr/>
        </p:nvSpPr>
        <p:spPr>
          <a:xfrm>
            <a:off x="2841871" y="2689501"/>
            <a:ext cx="2876627" cy="215444"/>
          </a:xfrm>
          <a:prstGeom prst="rect">
            <a:avLst/>
          </a:prstGeom>
          <a:noFill/>
        </p:spPr>
        <p:txBody>
          <a:bodyPr wrap="square" rtlCol="0">
            <a:spAutoFit/>
          </a:bodyPr>
          <a:lstStyle/>
          <a:p>
            <a:pPr algn="ctr"/>
            <a:r>
              <a:rPr lang="zh-CN" altLang="en-US" sz="800" dirty="0"/>
              <a:t>填充色 </a:t>
            </a:r>
            <a:r>
              <a:rPr lang="en-US" altLang="zh-CN" sz="800"/>
              <a:t>Fill C</a:t>
            </a:r>
            <a:r>
              <a:rPr lang="en-US" altLang="zh-CN" sz="100"/>
              <a:t> </a:t>
            </a:r>
            <a:r>
              <a:rPr lang="en-US" altLang="zh-CN" sz="800"/>
              <a:t>olors</a:t>
            </a:r>
            <a:endParaRPr lang="zh-CN" altLang="en-US" sz="800" dirty="0"/>
          </a:p>
        </p:txBody>
      </p:sp>
      <p:sp>
        <p:nvSpPr>
          <p:cNvPr id="25" name="文本框 24"/>
          <p:cNvSpPr txBox="1"/>
          <p:nvPr/>
        </p:nvSpPr>
        <p:spPr>
          <a:xfrm>
            <a:off x="660400" y="3943133"/>
            <a:ext cx="5852173" cy="276999"/>
          </a:xfrm>
          <a:prstGeom prst="rect">
            <a:avLst/>
          </a:prstGeom>
          <a:noFill/>
        </p:spPr>
        <p:txBody>
          <a:bodyPr wrap="square" rtlCol="0">
            <a:spAutoFit/>
          </a:bodyPr>
          <a:lstStyle/>
          <a:p>
            <a:r>
              <a:rPr lang="zh-CN" altLang="en-US" sz="1200" dirty="0"/>
              <a:t>主题</a:t>
            </a:r>
            <a:r>
              <a:rPr lang="zh-CN" altLang="en-US" sz="1200"/>
              <a:t>字体 </a:t>
            </a:r>
            <a:r>
              <a:rPr lang="en-US" altLang="zh-CN" sz="1200"/>
              <a:t>THEME</a:t>
            </a:r>
            <a:r>
              <a:rPr lang="en-US" altLang="zh-CN" sz="100"/>
              <a:t> </a:t>
            </a:r>
            <a:r>
              <a:rPr lang="en-US" altLang="zh-CN" sz="1200"/>
              <a:t> </a:t>
            </a:r>
            <a:r>
              <a:rPr lang="en-US" altLang="zh-CN" sz="1200" dirty="0"/>
              <a:t>FONTS</a:t>
            </a:r>
            <a:endParaRPr lang="zh-CN" altLang="en-US" sz="1200" dirty="0"/>
          </a:p>
        </p:txBody>
      </p:sp>
      <p:cxnSp>
        <p:nvCxnSpPr>
          <p:cNvPr id="26" name="直接连接符 25"/>
          <p:cNvCxnSpPr/>
          <p:nvPr/>
        </p:nvCxnSpPr>
        <p:spPr>
          <a:xfrm>
            <a:off x="669931" y="4273363"/>
            <a:ext cx="5852175"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sp>
        <p:nvSpPr>
          <p:cNvPr id="27" name="矩形 26"/>
          <p:cNvSpPr/>
          <p:nvPr/>
        </p:nvSpPr>
        <p:spPr>
          <a:xfrm>
            <a:off x="660400" y="4407104"/>
            <a:ext cx="5048569" cy="461665"/>
          </a:xfrm>
          <a:prstGeom prst="rect">
            <a:avLst/>
          </a:prstGeom>
          <a:noFill/>
        </p:spPr>
        <p:txBody>
          <a:bodyPr wrap="square" rtlCol="0">
            <a:spAutoFit/>
          </a:bodyPr>
          <a:lstStyle/>
          <a:p>
            <a:r>
              <a:rPr lang="zh-CN" altLang="en-US" sz="800" dirty="0"/>
              <a:t>中文字体：微软雅黑  </a:t>
            </a:r>
            <a:r>
              <a:rPr lang="en-US" altLang="zh-CN" sz="800" dirty="0"/>
              <a:t>East Asian Font: Microsoft </a:t>
            </a:r>
            <a:r>
              <a:rPr lang="en-US" altLang="zh-CN" sz="800" dirty="0" err="1"/>
              <a:t>YaHei</a:t>
            </a:r>
            <a:endParaRPr lang="en-US" altLang="zh-CN" sz="800" dirty="0"/>
          </a:p>
          <a:p>
            <a:endParaRPr lang="en-US" altLang="zh-CN" sz="800" dirty="0"/>
          </a:p>
          <a:p>
            <a:r>
              <a:rPr lang="zh-CN" altLang="en-US" sz="800" dirty="0"/>
              <a:t>英文字体</a:t>
            </a:r>
            <a:r>
              <a:rPr lang="zh-CN" altLang="en-US" sz="800"/>
              <a:t>：</a:t>
            </a:r>
            <a:r>
              <a:rPr lang="en-US" altLang="zh-CN" sz="800"/>
              <a:t>A</a:t>
            </a:r>
            <a:r>
              <a:rPr lang="en-US" altLang="zh-CN" sz="100"/>
              <a:t> </a:t>
            </a:r>
            <a:r>
              <a:rPr lang="en-US" altLang="zh-CN" sz="800"/>
              <a:t>rial  </a:t>
            </a:r>
            <a:r>
              <a:rPr lang="en-US" altLang="zh-CN" sz="800" dirty="0"/>
              <a:t>Latin Font: Arial</a:t>
            </a:r>
            <a:endParaRPr lang="zh-CN" altLang="en-US" sz="800" dirty="0"/>
          </a:p>
        </p:txBody>
      </p:sp>
      <p:sp>
        <p:nvSpPr>
          <p:cNvPr id="32" name="文本框 31"/>
          <p:cNvSpPr txBox="1"/>
          <p:nvPr/>
        </p:nvSpPr>
        <p:spPr>
          <a:xfrm>
            <a:off x="6959600" y="1512850"/>
            <a:ext cx="4559300" cy="276999"/>
          </a:xfrm>
          <a:prstGeom prst="rect">
            <a:avLst/>
          </a:prstGeom>
          <a:noFill/>
        </p:spPr>
        <p:txBody>
          <a:bodyPr wrap="square" rtlCol="0">
            <a:spAutoFit/>
          </a:bodyPr>
          <a:lstStyle/>
          <a:p>
            <a:r>
              <a:rPr lang="zh-CN" altLang="en-US" sz="1200" dirty="0"/>
              <a:t>预设参考线（</a:t>
            </a:r>
            <a:r>
              <a:rPr lang="en-US" altLang="zh-CN" sz="1200" dirty="0"/>
              <a:t>2016</a:t>
            </a:r>
            <a:r>
              <a:rPr lang="zh-CN" altLang="en-US" sz="1200" dirty="0"/>
              <a:t>版本及以上）</a:t>
            </a:r>
            <a:r>
              <a:rPr lang="en-US" altLang="zh-CN" sz="1200" dirty="0"/>
              <a:t> GUIDES (</a:t>
            </a:r>
            <a:r>
              <a:rPr lang="en-US" altLang="zh-CN" sz="1200"/>
              <a:t>Office </a:t>
            </a:r>
            <a:r>
              <a:rPr lang="en-US" altLang="zh-CN" sz="100"/>
              <a:t> </a:t>
            </a:r>
            <a:r>
              <a:rPr lang="en-US" altLang="zh-CN" sz="1200"/>
              <a:t>2016 </a:t>
            </a:r>
            <a:r>
              <a:rPr lang="en-US" altLang="zh-CN" sz="1200" dirty="0"/>
              <a:t>and later)</a:t>
            </a:r>
            <a:endParaRPr lang="zh-CN" altLang="en-US" sz="1200" dirty="0"/>
          </a:p>
        </p:txBody>
      </p:sp>
      <p:cxnSp>
        <p:nvCxnSpPr>
          <p:cNvPr id="33" name="直接连接符 32"/>
          <p:cNvCxnSpPr/>
          <p:nvPr/>
        </p:nvCxnSpPr>
        <p:spPr>
          <a:xfrm>
            <a:off x="6959600" y="1843079"/>
            <a:ext cx="4559300" cy="0"/>
          </a:xfrm>
          <a:prstGeom prst="line">
            <a:avLst/>
          </a:prstGeom>
          <a:ln>
            <a:solidFill>
              <a:srgbClr val="BFBFBF"/>
            </a:solidFill>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6959600" y="2103062"/>
            <a:ext cx="4559300" cy="2807437"/>
            <a:chOff x="7069136" y="2204131"/>
            <a:chExt cx="4449763" cy="2731768"/>
          </a:xfrm>
        </p:grpSpPr>
        <p:sp>
          <p:nvSpPr>
            <p:cNvPr id="35" name="矩形 34"/>
            <p:cNvSpPr/>
            <p:nvPr/>
          </p:nvSpPr>
          <p:spPr>
            <a:xfrm>
              <a:off x="7069136" y="2240063"/>
              <a:ext cx="4449763" cy="2502992"/>
            </a:xfrm>
            <a:prstGeom prst="rect">
              <a:avLst/>
            </a:prstGeom>
            <a:solidFill>
              <a:srgbClr val="B4B4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cxnSp>
          <p:nvCxnSpPr>
            <p:cNvPr id="37" name="直接连接符 36"/>
            <p:cNvCxnSpPr/>
            <p:nvPr/>
          </p:nvCxnSpPr>
          <p:spPr>
            <a:xfrm>
              <a:off x="7332272" y="2204131"/>
              <a:ext cx="0" cy="2731768"/>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a:off x="11279121" y="2204131"/>
              <a:ext cx="0" cy="2731768"/>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7069136" y="2667250"/>
              <a:ext cx="4449763"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a:off x="7069136" y="2746566"/>
              <a:ext cx="4449763"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7069136" y="4443013"/>
              <a:ext cx="4449763"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a:off x="7069136" y="4517658"/>
              <a:ext cx="4449763" cy="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a:off x="7332271" y="2741895"/>
              <a:ext cx="3946849" cy="1701118"/>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grpSp>
      <p:sp>
        <p:nvSpPr>
          <p:cNvPr id="47" name="矩形 46"/>
          <p:cNvSpPr/>
          <p:nvPr/>
        </p:nvSpPr>
        <p:spPr>
          <a:xfrm>
            <a:off x="6959600" y="4822368"/>
            <a:ext cx="4559300" cy="461665"/>
          </a:xfrm>
          <a:prstGeom prst="rect">
            <a:avLst/>
          </a:prstGeom>
          <a:noFill/>
        </p:spPr>
        <p:txBody>
          <a:bodyPr wrap="square" rtlCol="0">
            <a:spAutoFit/>
          </a:bodyPr>
          <a:lstStyle/>
          <a:p>
            <a:r>
              <a:rPr lang="en-US" altLang="zh-CN" sz="800" dirty="0"/>
              <a:t>ALT+F9 </a:t>
            </a:r>
            <a:r>
              <a:rPr lang="zh-CN" altLang="en-US" sz="800" dirty="0"/>
              <a:t>开启和查看本主题预设的参考线</a:t>
            </a:r>
            <a:endParaRPr lang="en-US" altLang="zh-CN" sz="800" dirty="0"/>
          </a:p>
          <a:p>
            <a:r>
              <a:rPr lang="en-US" altLang="zh-CN" sz="800" dirty="0"/>
              <a:t>Press Alt + </a:t>
            </a:r>
            <a:r>
              <a:rPr lang="en-US" altLang="zh-CN" sz="800"/>
              <a:t>F9 to</a:t>
            </a:r>
            <a:r>
              <a:rPr lang="en-US" altLang="zh-CN" sz="100"/>
              <a:t> </a:t>
            </a:r>
            <a:r>
              <a:rPr lang="zh-CN" altLang="en-US" sz="800"/>
              <a:t> </a:t>
            </a:r>
            <a:r>
              <a:rPr lang="en-US" altLang="zh-CN" sz="800" dirty="0"/>
              <a:t>show/hide guides</a:t>
            </a:r>
            <a:endParaRPr lang="en-US" altLang="zh-CN" sz="800" dirty="0"/>
          </a:p>
          <a:p>
            <a:endParaRPr lang="zh-CN" altLang="en-US" sz="800" dirty="0"/>
          </a:p>
        </p:txBody>
      </p:sp>
      <p:sp>
        <p:nvSpPr>
          <p:cNvPr id="39" name="文本框 38"/>
          <p:cNvSpPr txBox="1"/>
          <p:nvPr/>
        </p:nvSpPr>
        <p:spPr>
          <a:xfrm>
            <a:off x="660400" y="3104927"/>
            <a:ext cx="585217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800" dirty="0">
                <a:solidFill>
                  <a:srgbClr val="2F2F2F"/>
                </a:solidFill>
              </a:rPr>
              <a:t>可以通过</a:t>
            </a:r>
            <a:r>
              <a:rPr lang="en-US" altLang="zh-CN" sz="800" dirty="0">
                <a:solidFill>
                  <a:srgbClr val="2F2F2F"/>
                </a:solidFill>
              </a:rPr>
              <a:t>iSlide 【</a:t>
            </a:r>
            <a:r>
              <a:rPr lang="zh-CN" altLang="en-US" sz="800" dirty="0">
                <a:solidFill>
                  <a:srgbClr val="2F2F2F"/>
                </a:solidFill>
              </a:rPr>
              <a:t>色彩库</a:t>
            </a:r>
            <a:r>
              <a:rPr lang="en-US" altLang="zh-CN" sz="800" dirty="0">
                <a:solidFill>
                  <a:srgbClr val="2F2F2F"/>
                </a:solidFill>
              </a:rPr>
              <a:t>】</a:t>
            </a:r>
            <a:r>
              <a:rPr lang="zh-CN" altLang="en-US" sz="800" dirty="0">
                <a:solidFill>
                  <a:srgbClr val="2F2F2F"/>
                </a:solidFill>
              </a:rPr>
              <a:t>功能，快速应用更多色彩</a:t>
            </a:r>
            <a:endParaRPr lang="en-US" altLang="zh-CN" sz="800" dirty="0">
              <a:solidFill>
                <a:srgbClr val="2F2F2F"/>
              </a:solidFill>
            </a:endParaRPr>
          </a:p>
          <a:p>
            <a:r>
              <a:rPr lang="en-US" altLang="zh-CN" sz="800" dirty="0">
                <a:solidFill>
                  <a:srgbClr val="2F2F2F"/>
                </a:solidFill>
              </a:rPr>
              <a:t>More color schemes are optional in </a:t>
            </a:r>
            <a:r>
              <a:rPr lang="en-US" altLang="zh-CN" sz="800">
                <a:solidFill>
                  <a:srgbClr val="2F2F2F"/>
                </a:solidFill>
              </a:rPr>
              <a:t>iSlide Col</a:t>
            </a:r>
            <a:r>
              <a:rPr lang="en-US" altLang="zh-CN" sz="100">
                <a:solidFill>
                  <a:srgbClr val="2F2F2F"/>
                </a:solidFill>
              </a:rPr>
              <a:t> </a:t>
            </a:r>
            <a:r>
              <a:rPr lang="en-US" altLang="zh-CN" sz="800">
                <a:solidFill>
                  <a:srgbClr val="2F2F2F"/>
                </a:solidFill>
              </a:rPr>
              <a:t>or </a:t>
            </a:r>
            <a:r>
              <a:rPr lang="en-US" altLang="zh-CN" sz="800" dirty="0">
                <a:solidFill>
                  <a:srgbClr val="2F2F2F"/>
                </a:solidFill>
              </a:rPr>
              <a:t>Library. Just click to apply</a:t>
            </a:r>
            <a:endParaRPr lang="zh-CN" altLang="en-US" sz="800" dirty="0">
              <a:solidFill>
                <a:srgbClr val="2F2F2F"/>
              </a:solidFill>
            </a:endParaRPr>
          </a:p>
        </p:txBody>
      </p:sp>
      <p:sp>
        <p:nvSpPr>
          <p:cNvPr id="44" name="文本框 43"/>
          <p:cNvSpPr txBox="1"/>
          <p:nvPr/>
        </p:nvSpPr>
        <p:spPr>
          <a:xfrm>
            <a:off x="660400" y="5304245"/>
            <a:ext cx="5852173" cy="2769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defPPr>
            <a:lvl1pPr>
              <a:defRPr sz="1200">
                <a:solidFill>
                  <a:schemeClr val="tx1">
                    <a:lumMod val="50000"/>
                    <a:lumOff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zh-CN" altLang="en-US" sz="800" dirty="0">
                <a:solidFill>
                  <a:srgbClr val="2F2F2F"/>
                </a:solidFill>
              </a:rPr>
              <a:t>可以在</a:t>
            </a:r>
            <a:r>
              <a:rPr lang="en-US" altLang="zh-CN" sz="800" dirty="0">
                <a:solidFill>
                  <a:srgbClr val="2F2F2F"/>
                </a:solidFill>
              </a:rPr>
              <a:t>【</a:t>
            </a:r>
            <a:r>
              <a:rPr lang="zh-CN" altLang="en-US" sz="800" dirty="0">
                <a:solidFill>
                  <a:srgbClr val="2F2F2F"/>
                </a:solidFill>
              </a:rPr>
              <a:t>设计</a:t>
            </a:r>
            <a:r>
              <a:rPr lang="en-US" altLang="zh-CN" sz="800" dirty="0">
                <a:solidFill>
                  <a:srgbClr val="2F2F2F"/>
                </a:solidFill>
              </a:rPr>
              <a:t>】</a:t>
            </a:r>
            <a:r>
              <a:rPr lang="zh-CN" altLang="en-US" sz="800" dirty="0">
                <a:solidFill>
                  <a:srgbClr val="2F2F2F"/>
                </a:solidFill>
              </a:rPr>
              <a:t>菜单</a:t>
            </a:r>
            <a:r>
              <a:rPr lang="en-US" altLang="zh-CN" sz="800" dirty="0">
                <a:solidFill>
                  <a:srgbClr val="2F2F2F"/>
                </a:solidFill>
              </a:rPr>
              <a:t>【</a:t>
            </a:r>
            <a:r>
              <a:rPr lang="zh-CN" altLang="en-US" sz="800" dirty="0">
                <a:solidFill>
                  <a:srgbClr val="2F2F2F"/>
                </a:solidFill>
              </a:rPr>
              <a:t>字体</a:t>
            </a:r>
            <a:r>
              <a:rPr lang="en-US" altLang="zh-CN" sz="800" dirty="0">
                <a:solidFill>
                  <a:srgbClr val="2F2F2F"/>
                </a:solidFill>
              </a:rPr>
              <a:t>】</a:t>
            </a:r>
            <a:r>
              <a:rPr lang="zh-CN" altLang="en-US" sz="800" dirty="0">
                <a:solidFill>
                  <a:srgbClr val="2F2F2F"/>
                </a:solidFill>
              </a:rPr>
              <a:t>中改变，或应用</a:t>
            </a:r>
            <a:r>
              <a:rPr lang="en-US" altLang="zh-CN" sz="800" dirty="0">
                <a:solidFill>
                  <a:srgbClr val="2F2F2F"/>
                </a:solidFill>
              </a:rPr>
              <a:t>iSlide【</a:t>
            </a:r>
            <a:r>
              <a:rPr lang="zh-CN" altLang="en-US" sz="800" dirty="0">
                <a:solidFill>
                  <a:srgbClr val="2F2F2F"/>
                </a:solidFill>
              </a:rPr>
              <a:t>统一字体</a:t>
            </a:r>
            <a:r>
              <a:rPr lang="en-US" altLang="zh-CN" sz="800" dirty="0">
                <a:solidFill>
                  <a:srgbClr val="2F2F2F"/>
                </a:solidFill>
              </a:rPr>
              <a:t>】</a:t>
            </a:r>
            <a:r>
              <a:rPr lang="zh-CN" altLang="en-US" sz="800" dirty="0">
                <a:solidFill>
                  <a:srgbClr val="2F2F2F"/>
                </a:solidFill>
              </a:rPr>
              <a:t>功能改变设置</a:t>
            </a:r>
            <a:endParaRPr lang="en-US" altLang="zh-CN" sz="800" dirty="0">
              <a:solidFill>
                <a:srgbClr val="2F2F2F"/>
              </a:solidFill>
            </a:endParaRPr>
          </a:p>
          <a:p>
            <a:r>
              <a:rPr lang="en-US" altLang="zh-CN" sz="800" dirty="0">
                <a:solidFill>
                  <a:srgbClr val="2F2F2F"/>
                </a:solidFill>
              </a:rPr>
              <a:t>To change theme fonts, you can click Design &gt; Variants </a:t>
            </a:r>
            <a:r>
              <a:rPr lang="en-US" altLang="zh-CN" sz="800">
                <a:solidFill>
                  <a:srgbClr val="2F2F2F"/>
                </a:solidFill>
              </a:rPr>
              <a:t>&gt; Font</a:t>
            </a:r>
            <a:r>
              <a:rPr lang="en-US" altLang="zh-CN" sz="100">
                <a:solidFill>
                  <a:srgbClr val="2F2F2F"/>
                </a:solidFill>
              </a:rPr>
              <a:t> </a:t>
            </a:r>
            <a:r>
              <a:rPr lang="en-US" altLang="zh-CN" sz="800">
                <a:solidFill>
                  <a:srgbClr val="2F2F2F"/>
                </a:solidFill>
              </a:rPr>
              <a:t>s</a:t>
            </a:r>
            <a:r>
              <a:rPr lang="en-US" altLang="zh-CN" sz="800" dirty="0">
                <a:solidFill>
                  <a:srgbClr val="2F2F2F"/>
                </a:solidFill>
              </a:rPr>
              <a:t>, or use “Uniform Fonts” feature of </a:t>
            </a:r>
            <a:r>
              <a:rPr lang="en-US" altLang="zh-CN" sz="800" dirty="0" err="1">
                <a:solidFill>
                  <a:srgbClr val="2F2F2F"/>
                </a:solidFill>
              </a:rPr>
              <a:t>iSlide</a:t>
            </a:r>
            <a:endParaRPr lang="zh-CN" altLang="en-US" sz="800" dirty="0">
              <a:solidFill>
                <a:srgbClr val="2F2F2F"/>
              </a:solidFill>
            </a:endParaRPr>
          </a:p>
        </p:txBody>
      </p:sp>
      <p:sp>
        <p:nvSpPr>
          <p:cNvPr id="6" name="Rectangle 5"/>
          <p:cNvSpPr/>
          <p:nvPr/>
        </p:nvSpPr>
        <p:spPr>
          <a:xfrm>
            <a:off x="6959599" y="5304244"/>
            <a:ext cx="4559300" cy="4001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r>
              <a:rPr lang="zh-CN" altLang="en-US" sz="800" dirty="0">
                <a:solidFill>
                  <a:srgbClr val="2F2F2F"/>
                </a:solidFill>
              </a:rPr>
              <a:t>可以</a:t>
            </a:r>
            <a:r>
              <a:rPr lang="zh-CN" altLang="en-US" sz="800">
                <a:solidFill>
                  <a:srgbClr val="2F2F2F"/>
                </a:solidFill>
              </a:rPr>
              <a:t>通过</a:t>
            </a:r>
            <a:r>
              <a:rPr lang="en-US" altLang="zh-CN" sz="800">
                <a:solidFill>
                  <a:srgbClr val="2F2F2F"/>
                </a:solidFill>
              </a:rPr>
              <a:t>iSli</a:t>
            </a:r>
            <a:r>
              <a:rPr lang="en-US" altLang="zh-CN" sz="100">
                <a:solidFill>
                  <a:srgbClr val="2F2F2F"/>
                </a:solidFill>
              </a:rPr>
              <a:t> </a:t>
            </a:r>
            <a:r>
              <a:rPr lang="en-US" altLang="zh-CN" sz="800">
                <a:solidFill>
                  <a:srgbClr val="2F2F2F"/>
                </a:solidFill>
              </a:rPr>
              <a:t>de </a:t>
            </a:r>
            <a:r>
              <a:rPr lang="en-US" altLang="zh-CN" sz="800" dirty="0">
                <a:solidFill>
                  <a:srgbClr val="2F2F2F"/>
                </a:solidFill>
              </a:rPr>
              <a:t>【</a:t>
            </a:r>
            <a:r>
              <a:rPr lang="zh-CN" altLang="en-US" sz="800" dirty="0">
                <a:solidFill>
                  <a:srgbClr val="2F2F2F"/>
                </a:solidFill>
              </a:rPr>
              <a:t>一键优化</a:t>
            </a:r>
            <a:r>
              <a:rPr lang="en-US" altLang="zh-CN" sz="800" dirty="0">
                <a:solidFill>
                  <a:srgbClr val="2F2F2F"/>
                </a:solidFill>
              </a:rPr>
              <a:t>】</a:t>
            </a:r>
            <a:r>
              <a:rPr lang="zh-CN" altLang="en-US" sz="800" dirty="0">
                <a:solidFill>
                  <a:srgbClr val="2F2F2F"/>
                </a:solidFill>
              </a:rPr>
              <a:t>（智能参考线）功能，应用更多预设参考线</a:t>
            </a:r>
            <a:endParaRPr lang="en-US" altLang="zh-CN" sz="800" dirty="0">
              <a:solidFill>
                <a:srgbClr val="2F2F2F"/>
              </a:solidFill>
            </a:endParaRPr>
          </a:p>
          <a:p>
            <a:r>
              <a:rPr lang="en-US" altLang="zh-CN" sz="800" dirty="0">
                <a:solidFill>
                  <a:srgbClr val="2F2F2F"/>
                </a:solidFill>
              </a:rPr>
              <a:t>Use iSlide “Uniform Guides” feature to edit and apply more preset guides</a:t>
            </a:r>
            <a:endParaRPr lang="en-US" altLang="zh-CN" sz="800" dirty="0">
              <a:solidFill>
                <a:srgbClr val="2F2F2F"/>
              </a:solidFill>
            </a:endParaRPr>
          </a:p>
        </p:txBody>
      </p:sp>
      <p:sp>
        <p:nvSpPr>
          <p:cNvPr id="48" name="标题 1"/>
          <p:cNvSpPr txBox="1"/>
          <p:nvPr/>
        </p:nvSpPr>
        <p:spPr>
          <a:xfrm>
            <a:off x="660400" y="-1"/>
            <a:ext cx="10858500" cy="10287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400"/>
            <a:r>
              <a:rPr lang="zh-CN" altLang="en-US" sz="2800" b="1"/>
              <a:t>设计</a:t>
            </a:r>
            <a:r>
              <a:rPr lang="zh-CN" altLang="en-US" sz="100" b="1"/>
              <a:t> </a:t>
            </a:r>
            <a:r>
              <a:rPr lang="zh-CN" altLang="en-US" sz="2800" b="1"/>
              <a:t>标准 </a:t>
            </a:r>
            <a:r>
              <a:rPr lang="en-US" altLang="zh-CN" sz="2800" b="1" dirty="0"/>
              <a:t>Design Criteria</a:t>
            </a:r>
            <a:endParaRPr lang="zh-CN" altLang="en-US" sz="2800" b="1" dirty="0"/>
          </a:p>
        </p:txBody>
      </p:sp>
      <p:sp>
        <p:nvSpPr>
          <p:cNvPr id="51" name="矩形 50"/>
          <p:cNvSpPr/>
          <p:nvPr/>
        </p:nvSpPr>
        <p:spPr>
          <a:xfrm>
            <a:off x="8978025" y="128575"/>
            <a:ext cx="2540875" cy="771556"/>
          </a:xfrm>
          <a:prstGeom prst="rect">
            <a:avLst/>
          </a:prstGeom>
          <a:solidFill>
            <a:srgbClr val="F73434"/>
          </a:solidFill>
          <a:ln w="12700">
            <a:noFill/>
            <a:prstDash val="sysDash"/>
          </a:ln>
        </p:spPr>
        <p:txBody>
          <a:bodyPr wrap="square" lIns="91440" tIns="91440" rIns="91440" bIns="91440" rtlCol="0" anchor="ctr">
            <a:noAutofit/>
          </a:bodyPr>
          <a:lstStyle/>
          <a:p>
            <a:pPr>
              <a:lnSpc>
                <a:spcPct val="120000"/>
              </a:lnSpc>
            </a:pPr>
            <a:r>
              <a:rPr lang="en-US" altLang="zh-CN" sz="800" b="1" dirty="0">
                <a:solidFill>
                  <a:schemeClr val="bg1"/>
                </a:solidFill>
              </a:rPr>
              <a:t>Note:</a:t>
            </a:r>
            <a:endParaRPr lang="en-US" altLang="zh-CN" sz="800" b="1" dirty="0">
              <a:solidFill>
                <a:schemeClr val="bg1"/>
              </a:solidFill>
            </a:endParaRPr>
          </a:p>
          <a:p>
            <a:pPr>
              <a:lnSpc>
                <a:spcPct val="120000"/>
              </a:lnSpc>
            </a:pPr>
            <a:r>
              <a:rPr lang="zh-CN" altLang="en-US" sz="800">
                <a:solidFill>
                  <a:schemeClr val="bg1"/>
                </a:solidFill>
              </a:rPr>
              <a:t>本页</a:t>
            </a:r>
            <a:r>
              <a:rPr lang="zh-CN" altLang="en-US" sz="100">
                <a:solidFill>
                  <a:schemeClr val="bg1"/>
                </a:solidFill>
              </a:rPr>
              <a:t> </a:t>
            </a:r>
            <a:r>
              <a:rPr lang="zh-CN" altLang="en-US" sz="800">
                <a:solidFill>
                  <a:schemeClr val="bg1"/>
                </a:solidFill>
              </a:rPr>
              <a:t>为</a:t>
            </a:r>
            <a:r>
              <a:rPr lang="zh-CN" altLang="en-US" sz="800" dirty="0">
                <a:solidFill>
                  <a:schemeClr val="bg1"/>
                </a:solidFill>
              </a:rPr>
              <a:t>说明页，使用时请删除本页内容。</a:t>
            </a:r>
            <a:endParaRPr lang="zh-CN" altLang="en-US" sz="800" dirty="0">
              <a:solidFill>
                <a:schemeClr val="bg1"/>
              </a:solidFill>
            </a:endParaRPr>
          </a:p>
          <a:p>
            <a:pPr>
              <a:lnSpc>
                <a:spcPct val="120000"/>
              </a:lnSpc>
            </a:pPr>
            <a:r>
              <a:rPr lang="en-US" altLang="zh-CN" sz="800" dirty="0">
                <a:solidFill>
                  <a:schemeClr val="bg1"/>
                </a:solidFill>
              </a:rPr>
              <a:t>This slide is an instruction. Please delete this slide before using it for presentation.</a:t>
            </a:r>
            <a:endParaRPr lang="en-US" altLang="zh-CN" sz="800" dirty="0">
              <a:solidFill>
                <a:schemeClr val="bg1"/>
              </a:solidFill>
            </a:endParaRPr>
          </a:p>
        </p:txBody>
      </p:sp>
    </p:spTree>
    <p:custDataLst>
      <p:tags r:id="rId1"/>
    </p:custData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 name="副标题 9"/>
          <p:cNvSpPr txBox="1"/>
          <p:nvPr/>
        </p:nvSpPr>
        <p:spPr>
          <a:xfrm>
            <a:off x="660400" y="5074963"/>
            <a:ext cx="10858500" cy="706715"/>
          </a:xfrm>
          <a:prstGeom prst="rect">
            <a:avLst/>
          </a:prstGeom>
        </p:spPr>
        <p:txBody>
          <a:bodyPr vert="horz" lIns="91440" tIns="45720" rIns="91440" bIns="45720" rtlCol="0" anchor="t">
            <a:noAutofit/>
          </a:bodyPr>
          <a:lstStyle>
            <a:lvl1pPr marL="0" indent="0" algn="ctr" defTabSz="914400" rtl="0" eaLnBrk="1" latinLnBrk="0" hangingPunct="1">
              <a:lnSpc>
                <a:spcPct val="100000"/>
              </a:lnSpc>
              <a:spcBef>
                <a:spcPts val="0"/>
              </a:spcBef>
              <a:buFont typeface="Arial" panose="020B0604020202020204" pitchFamily="34" charset="0"/>
              <a:buNone/>
              <a:defRPr sz="800" kern="1200">
                <a:solidFill>
                  <a:schemeClr val="bg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defTabSz="914400">
              <a:defRPr/>
            </a:pPr>
            <a:r>
              <a:rPr lang="zh-CN" altLang="en-US" sz="1200">
                <a:solidFill>
                  <a:srgbClr val="2F2F2F"/>
                </a:solidFill>
                <a:latin typeface="Arial" panose="020B0604020202020204"/>
                <a:ea typeface="微软雅黑" panose="020B0503020204020204" charset="-122"/>
              </a:rPr>
              <a:t>免费下</a:t>
            </a:r>
            <a:r>
              <a:rPr lang="zh-CN" altLang="en-US" sz="100">
                <a:solidFill>
                  <a:srgbClr val="2F2F2F"/>
                </a:solidFill>
                <a:latin typeface="Arial" panose="020B0604020202020204"/>
                <a:ea typeface="微软雅黑" panose="020B0503020204020204" charset="-122"/>
              </a:rPr>
              <a:t> </a:t>
            </a:r>
            <a:r>
              <a:rPr lang="zh-CN" altLang="en-US" sz="1200">
                <a:solidFill>
                  <a:srgbClr val="2F2F2F"/>
                </a:solidFill>
                <a:latin typeface="Arial" panose="020B0604020202020204"/>
                <a:ea typeface="微软雅黑" panose="020B0503020204020204" charset="-122"/>
              </a:rPr>
              <a:t>载 </a:t>
            </a:r>
            <a:r>
              <a:rPr lang="en-US" altLang="zh-CN" sz="1200" dirty="0">
                <a:solidFill>
                  <a:srgbClr val="2F2F2F"/>
                </a:solidFill>
                <a:latin typeface="Arial" panose="020B0604020202020204"/>
                <a:ea typeface="微软雅黑" panose="020B0503020204020204" charset="-122"/>
              </a:rPr>
              <a:t>/ Download for FREE</a:t>
            </a:r>
            <a:endParaRPr lang="en-US" altLang="zh-CN" sz="1200" dirty="0">
              <a:solidFill>
                <a:srgbClr val="2F2F2F"/>
              </a:solidFill>
              <a:latin typeface="Arial" panose="020B0604020202020204"/>
              <a:ea typeface="微软雅黑" panose="020B0503020204020204" charset="-122"/>
            </a:endParaRPr>
          </a:p>
          <a:p>
            <a:pPr algn="l" defTabSz="914400">
              <a:defRPr/>
            </a:pPr>
            <a:r>
              <a:rPr lang="en-US" altLang="zh-CN" sz="1200" dirty="0">
                <a:solidFill>
                  <a:srgbClr val="FF4715"/>
                </a:solidFill>
                <a:latin typeface="Arial" panose="020B0604020202020204"/>
                <a:ea typeface="微软雅黑" panose="020B0503020204020204" charset="-122"/>
                <a:hlinkClick r:id="rId1"/>
              </a:rPr>
              <a:t>www.islide.cc</a:t>
            </a:r>
            <a:endParaRPr lang="en-US" altLang="zh-CN" sz="1200" dirty="0">
              <a:solidFill>
                <a:srgbClr val="FF4715"/>
              </a:solidFill>
              <a:latin typeface="Arial" panose="020B0604020202020204"/>
              <a:ea typeface="微软雅黑" panose="020B0503020204020204" charset="-122"/>
            </a:endParaRPr>
          </a:p>
        </p:txBody>
      </p:sp>
      <p:grpSp>
        <p:nvGrpSpPr>
          <p:cNvPr id="4" name="组合 3"/>
          <p:cNvGrpSpPr/>
          <p:nvPr/>
        </p:nvGrpSpPr>
        <p:grpSpPr>
          <a:xfrm>
            <a:off x="660400" y="2553342"/>
            <a:ext cx="10858500" cy="1751324"/>
            <a:chOff x="1853236" y="2525799"/>
            <a:chExt cx="10858500" cy="1751323"/>
          </a:xfrm>
        </p:grpSpPr>
        <p:sp>
          <p:nvSpPr>
            <p:cNvPr id="11" name="文本框 10"/>
            <p:cNvSpPr txBox="1"/>
            <p:nvPr/>
          </p:nvSpPr>
          <p:spPr>
            <a:xfrm>
              <a:off x="1853236" y="3760699"/>
              <a:ext cx="10858500" cy="516423"/>
            </a:xfrm>
            <a:prstGeom prst="rect">
              <a:avLst/>
            </a:prstGeom>
            <a:noFill/>
          </p:spPr>
          <p:txBody>
            <a:bodyPr wrap="square">
              <a:spAutoFit/>
            </a:bodyPr>
            <a:lstStyle/>
            <a:p>
              <a:pPr defTabSz="914400">
                <a:lnSpc>
                  <a:spcPct val="120000"/>
                </a:lnSpc>
                <a:spcBef>
                  <a:spcPct val="0"/>
                </a:spcBef>
                <a:defRPr/>
              </a:pPr>
              <a:r>
                <a:rPr lang="en-US" altLang="zh-CN" sz="1200">
                  <a:solidFill>
                    <a:srgbClr val="2F2F2F"/>
                  </a:solidFill>
                  <a:latin typeface="微软雅黑" panose="020B0503020204020204" charset="-122"/>
                  <a:ea typeface="微软雅黑" panose="020B0503020204020204" charset="-122"/>
                  <a:cs typeface="Arial" panose="020B0604020202020204" pitchFamily="34" charset="0"/>
                </a:rPr>
                <a:t>iSlid</a:t>
              </a:r>
              <a:r>
                <a:rPr lang="en-US" altLang="zh-CN" sz="100">
                  <a:solidFill>
                    <a:srgbClr val="2F2F2F"/>
                  </a:solidFill>
                  <a:latin typeface="微软雅黑" panose="020B0503020204020204" charset="-122"/>
                  <a:ea typeface="微软雅黑" panose="020B0503020204020204" charset="-122"/>
                  <a:cs typeface="Arial" panose="020B0604020202020204" pitchFamily="34" charset="0"/>
                </a:rPr>
                <a:t> </a:t>
              </a:r>
              <a:r>
                <a:rPr lang="en-US" altLang="zh-CN" sz="1200">
                  <a:solidFill>
                    <a:srgbClr val="2F2F2F"/>
                  </a:solidFill>
                  <a:latin typeface="微软雅黑" panose="020B0503020204020204" charset="-122"/>
                  <a:ea typeface="微软雅黑" panose="020B0503020204020204" charset="-122"/>
                  <a:cs typeface="Arial" panose="020B0604020202020204" pitchFamily="34" charset="0"/>
                </a:rPr>
                <a:t>e </a:t>
              </a:r>
              <a:r>
                <a:rPr lang="en-US" altLang="zh-CN" sz="1200" dirty="0">
                  <a:solidFill>
                    <a:srgbClr val="2F2F2F"/>
                  </a:solidFill>
                  <a:latin typeface="微软雅黑" panose="020B0503020204020204" charset="-122"/>
                  <a:ea typeface="微软雅黑" panose="020B0503020204020204" charset="-122"/>
                  <a:cs typeface="Arial" panose="020B0604020202020204" pitchFamily="34" charset="0"/>
                </a:rPr>
                <a:t>add-in saves you 90% of the time </a:t>
              </a:r>
              <a:endParaRPr lang="en-US" altLang="zh-CN" sz="1200" dirty="0">
                <a:solidFill>
                  <a:srgbClr val="2F2F2F"/>
                </a:solidFill>
                <a:latin typeface="微软雅黑" panose="020B0503020204020204" charset="-122"/>
                <a:ea typeface="微软雅黑" panose="020B0503020204020204" charset="-122"/>
                <a:cs typeface="Arial" panose="020B0604020202020204" pitchFamily="34" charset="0"/>
              </a:endParaRPr>
            </a:p>
            <a:p>
              <a:pPr defTabSz="914400">
                <a:lnSpc>
                  <a:spcPct val="120000"/>
                </a:lnSpc>
                <a:spcBef>
                  <a:spcPct val="0"/>
                </a:spcBef>
                <a:defRPr/>
              </a:pPr>
              <a:r>
                <a:rPr lang="en-US" altLang="zh-CN" sz="1200" dirty="0">
                  <a:solidFill>
                    <a:srgbClr val="2F2F2F"/>
                  </a:solidFill>
                  <a:latin typeface="微软雅黑" panose="020B0503020204020204" charset="-122"/>
                  <a:ea typeface="微软雅黑" panose="020B0503020204020204" charset="-122"/>
                  <a:cs typeface="Arial" panose="020B0604020202020204" pitchFamily="34" charset="0"/>
                </a:rPr>
                <a:t>in making presentation</a:t>
              </a:r>
              <a:endParaRPr lang="en-US" altLang="en-US" dirty="0">
                <a:solidFill>
                  <a:srgbClr val="2F2F2F"/>
                </a:solidFill>
                <a:ea typeface="微软雅黑" panose="020B0503020204020204" charset="-122"/>
                <a:cs typeface="Arial" panose="020B0604020202020204" pitchFamily="34" charset="0"/>
              </a:endParaRPr>
            </a:p>
          </p:txBody>
        </p:sp>
        <p:sp>
          <p:nvSpPr>
            <p:cNvPr id="2" name="矩形 1"/>
            <p:cNvSpPr/>
            <p:nvPr/>
          </p:nvSpPr>
          <p:spPr>
            <a:xfrm>
              <a:off x="1853236" y="2525799"/>
              <a:ext cx="10858500" cy="1001683"/>
            </a:xfrm>
            <a:prstGeom prst="rect">
              <a:avLst/>
            </a:prstGeom>
          </p:spPr>
          <p:txBody>
            <a:bodyPr wrap="square">
              <a:spAutoFit/>
            </a:bodyPr>
            <a:lstStyle/>
            <a:p>
              <a:pPr defTabSz="914400">
                <a:lnSpc>
                  <a:spcPct val="120000"/>
                </a:lnSpc>
                <a:spcBef>
                  <a:spcPct val="0"/>
                </a:spcBef>
                <a:defRPr/>
              </a:pPr>
              <a:r>
                <a:rPr lang="zh-CN" altLang="en-US" sz="2000">
                  <a:solidFill>
                    <a:srgbClr val="2F2F2F"/>
                  </a:solidFill>
                  <a:latin typeface="Arial" panose="020B0604020202020204" pitchFamily="34" charset="0"/>
                  <a:ea typeface="微软雅黑" panose="020B0503020204020204" charset="-122"/>
                  <a:cs typeface="Arial" panose="020B0604020202020204" pitchFamily="34" charset="0"/>
                </a:rPr>
                <a:t>使用 </a:t>
              </a:r>
              <a:r>
                <a:rPr lang="zh-CN" altLang="en-US" sz="100">
                  <a:solidFill>
                    <a:srgbClr val="2F2F2F"/>
                  </a:solidFill>
                  <a:latin typeface="Arial" panose="020B0604020202020204" pitchFamily="34" charset="0"/>
                  <a:ea typeface="微软雅黑" panose="020B0503020204020204" charset="-122"/>
                  <a:cs typeface="Arial" panose="020B0604020202020204" pitchFamily="34" charset="0"/>
                </a:rPr>
                <a:t> </a:t>
              </a:r>
              <a:r>
                <a:rPr lang="en-US" altLang="zh-CN" sz="2000">
                  <a:solidFill>
                    <a:srgbClr val="2F2F2F"/>
                  </a:solidFill>
                  <a:latin typeface="Arial" panose="020B0604020202020204" pitchFamily="34" charset="0"/>
                  <a:ea typeface="微软雅黑" panose="020B0503020204020204" charset="-122"/>
                  <a:cs typeface="Arial" panose="020B0604020202020204" pitchFamily="34" charset="0"/>
                </a:rPr>
                <a:t>iSlide </a:t>
              </a:r>
              <a:r>
                <a:rPr lang="en-US" altLang="zh-CN" sz="2000" dirty="0">
                  <a:solidFill>
                    <a:srgbClr val="2F2F2F"/>
                  </a:solidFill>
                  <a:latin typeface="Arial" panose="020B0604020202020204" pitchFamily="34" charset="0"/>
                  <a:ea typeface="微软雅黑" panose="020B0503020204020204" charset="-122"/>
                  <a:cs typeface="Arial" panose="020B0604020202020204" pitchFamily="34" charset="0"/>
                </a:rPr>
                <a:t>PPT </a:t>
              </a:r>
              <a:r>
                <a:rPr lang="zh-CN" altLang="en-US" sz="2000" dirty="0">
                  <a:solidFill>
                    <a:srgbClr val="2F2F2F"/>
                  </a:solidFill>
                  <a:latin typeface="Arial" panose="020B0604020202020204" pitchFamily="34" charset="0"/>
                  <a:ea typeface="微软雅黑" panose="020B0503020204020204" charset="-122"/>
                  <a:cs typeface="Arial" panose="020B0604020202020204" pitchFamily="34" charset="0"/>
                </a:rPr>
                <a:t>插件</a:t>
              </a:r>
              <a:br>
                <a:rPr lang="zh-CN" altLang="en-US" sz="2000" dirty="0">
                  <a:solidFill>
                    <a:srgbClr val="2F2F2F"/>
                  </a:solidFill>
                  <a:latin typeface="Arial" panose="020B0604020202020204" pitchFamily="34" charset="0"/>
                  <a:ea typeface="微软雅黑" panose="020B0503020204020204" charset="-122"/>
                  <a:cs typeface="Arial" panose="020B0604020202020204" pitchFamily="34" charset="0"/>
                </a:rPr>
              </a:br>
              <a:r>
                <a:rPr lang="zh-CN" altLang="en-US" sz="3200" b="1" dirty="0">
                  <a:solidFill>
                    <a:srgbClr val="2F2F2F"/>
                  </a:solidFill>
                  <a:latin typeface="微软雅黑" panose="020B0503020204020204" charset="-122"/>
                  <a:ea typeface="微软雅黑" panose="020B0503020204020204" charset="-122"/>
                  <a:cs typeface="Arial" panose="020B0604020202020204" pitchFamily="34" charset="0"/>
                </a:rPr>
                <a:t>为您节省 </a:t>
              </a:r>
              <a:r>
                <a:rPr lang="en-US" altLang="zh-CN" sz="3200" b="1" dirty="0">
                  <a:solidFill>
                    <a:srgbClr val="2F2F2F"/>
                  </a:solidFill>
                  <a:latin typeface="微软雅黑" panose="020B0503020204020204" charset="-122"/>
                  <a:ea typeface="微软雅黑" panose="020B0503020204020204" charset="-122"/>
                  <a:cs typeface="Arial" panose="020B0604020202020204" pitchFamily="34" charset="0"/>
                </a:rPr>
                <a:t>90% </a:t>
              </a:r>
              <a:r>
                <a:rPr lang="zh-CN" altLang="en-US" sz="3200" b="1" dirty="0">
                  <a:solidFill>
                    <a:srgbClr val="2F2F2F"/>
                  </a:solidFill>
                  <a:latin typeface="微软雅黑" panose="020B0503020204020204" charset="-122"/>
                  <a:ea typeface="微软雅黑" panose="020B0503020204020204" charset="-122"/>
                  <a:cs typeface="Arial" panose="020B0604020202020204" pitchFamily="34" charset="0"/>
                </a:rPr>
                <a:t>的 </a:t>
              </a:r>
              <a:r>
                <a:rPr lang="en-US" altLang="zh-CN" sz="3200" b="1" dirty="0">
                  <a:solidFill>
                    <a:srgbClr val="2F2F2F"/>
                  </a:solidFill>
                  <a:latin typeface="微软雅黑" panose="020B0503020204020204" charset="-122"/>
                  <a:ea typeface="微软雅黑" panose="020B0503020204020204" charset="-122"/>
                  <a:cs typeface="Arial" panose="020B0604020202020204" pitchFamily="34" charset="0"/>
                </a:rPr>
                <a:t>PPT </a:t>
              </a:r>
              <a:r>
                <a:rPr lang="zh-CN" altLang="en-US" sz="3200" b="1" dirty="0">
                  <a:solidFill>
                    <a:srgbClr val="2F2F2F"/>
                  </a:solidFill>
                  <a:latin typeface="微软雅黑" panose="020B0503020204020204" charset="-122"/>
                  <a:ea typeface="微软雅黑" panose="020B0503020204020204" charset="-122"/>
                  <a:cs typeface="Arial" panose="020B0604020202020204" pitchFamily="34" charset="0"/>
                </a:rPr>
                <a:t>设计时间</a:t>
              </a:r>
              <a:endParaRPr lang="en-US" altLang="en-US" sz="2800" dirty="0">
                <a:solidFill>
                  <a:srgbClr val="2F2F2F"/>
                </a:solidFill>
                <a:ea typeface="微软雅黑" panose="020B0503020204020204" charset="-122"/>
                <a:cs typeface="Arial" panose="020B0604020202020204" pitchFamily="34" charset="0"/>
              </a:endParaRPr>
            </a:p>
          </p:txBody>
        </p:sp>
      </p:grpSp>
      <p:grpSp>
        <p:nvGrpSpPr>
          <p:cNvPr id="6" name="组合 5"/>
          <p:cNvGrpSpPr/>
          <p:nvPr/>
        </p:nvGrpSpPr>
        <p:grpSpPr>
          <a:xfrm>
            <a:off x="5252647" y="0"/>
            <a:ext cx="6939359" cy="6858000"/>
            <a:chOff x="5252643" y="0"/>
            <a:chExt cx="6939358" cy="6858000"/>
          </a:xfrm>
          <a:solidFill>
            <a:srgbClr val="F7F7F7"/>
          </a:solidFill>
        </p:grpSpPr>
        <p:sp>
          <p:nvSpPr>
            <p:cNvPr id="7" name="任意多边形: 形状 6"/>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grpFill/>
            <a:ln w="14015" cap="flat">
              <a:noFill/>
              <a:prstDash val="solid"/>
              <a:miter/>
            </a:ln>
          </p:spPr>
          <p:txBody>
            <a:bodyPr rtlCol="0" anchor="ctr"/>
            <a:lstStyle/>
            <a:p>
              <a:pPr lvl="0"/>
              <a:endParaRPr lang="zh-CN" altLang="en-US"/>
            </a:p>
          </p:txBody>
        </p:sp>
        <p:sp>
          <p:nvSpPr>
            <p:cNvPr id="8" name="任意多边形: 形状 7"/>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grpFill/>
            <a:ln w="11088" cap="flat">
              <a:noFill/>
              <a:prstDash val="solid"/>
              <a:miter/>
            </a:ln>
          </p:spPr>
          <p:txBody>
            <a:bodyPr rtlCol="0" anchor="ctr"/>
            <a:lstStyle/>
            <a:p>
              <a:pPr lvl="0"/>
              <a:endParaRPr lang="zh-CN" altLang="en-US"/>
            </a:p>
          </p:txBody>
        </p:sp>
        <p:sp>
          <p:nvSpPr>
            <p:cNvPr id="9" name="任意多边形: 形状 8"/>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grpFill/>
            <a:ln w="14015" cap="flat">
              <a:noFill/>
              <a:prstDash val="solid"/>
              <a:miter/>
            </a:ln>
          </p:spPr>
          <p:txBody>
            <a:bodyPr rtlCol="0" anchor="ctr"/>
            <a:lstStyle/>
            <a:p>
              <a:pPr lvl="0"/>
              <a:endParaRPr lang="zh-CN" altLang="en-US"/>
            </a:p>
          </p:txBody>
        </p:sp>
      </p:grpSp>
    </p:spTree>
    <p:custDataLst>
      <p:tags r:id="rId2"/>
    </p:custData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05" name="文本框 604"/>
          <p:cNvSpPr txBox="1"/>
          <p:nvPr/>
        </p:nvSpPr>
        <p:spPr>
          <a:xfrm>
            <a:off x="985798" y="5464421"/>
            <a:ext cx="2558947" cy="400110"/>
          </a:xfrm>
          <a:prstGeom prst="rect">
            <a:avLst/>
          </a:prstGeom>
          <a:noFill/>
        </p:spPr>
        <p:txBody>
          <a:bodyPr wrap="square" rtlCol="0" anchor="ctr">
            <a:spAutoFit/>
          </a:bodyPr>
          <a:lstStyle/>
          <a:p>
            <a:r>
              <a:rPr lang="zh-CN" altLang="en-US" sz="1000">
                <a:solidFill>
                  <a:srgbClr val="2F2F2F"/>
                </a:solidFill>
              </a:rPr>
              <a:t>使用 </a:t>
            </a:r>
            <a:r>
              <a:rPr lang="en-US" altLang="zh-CN" sz="1000">
                <a:solidFill>
                  <a:srgbClr val="2F2F2F"/>
                </a:solidFill>
              </a:rPr>
              <a:t>i</a:t>
            </a:r>
            <a:r>
              <a:rPr lang="en-US" altLang="zh-CN" sz="100">
                <a:solidFill>
                  <a:srgbClr val="2F2F2F"/>
                </a:solidFill>
              </a:rPr>
              <a:t> </a:t>
            </a:r>
            <a:r>
              <a:rPr lang="en-US" altLang="zh-CN" sz="1000">
                <a:solidFill>
                  <a:srgbClr val="2F2F2F"/>
                </a:solidFill>
              </a:rPr>
              <a:t>Slide</a:t>
            </a:r>
            <a:r>
              <a:rPr lang="en-US" altLang="zh-CN" sz="1000" dirty="0">
                <a:solidFill>
                  <a:srgbClr val="2F2F2F"/>
                </a:solidFill>
              </a:rPr>
              <a:t>【</a:t>
            </a:r>
            <a:r>
              <a:rPr lang="zh-CN" altLang="en-US" sz="1000" dirty="0">
                <a:solidFill>
                  <a:srgbClr val="2F2F2F"/>
                </a:solidFill>
              </a:rPr>
              <a:t>图示库</a:t>
            </a:r>
            <a:r>
              <a:rPr lang="en-US" altLang="zh-CN" sz="1000" dirty="0">
                <a:solidFill>
                  <a:srgbClr val="2F2F2F"/>
                </a:solidFill>
              </a:rPr>
              <a:t>】</a:t>
            </a:r>
            <a:r>
              <a:rPr lang="zh-CN" altLang="en-US" sz="1000" dirty="0">
                <a:solidFill>
                  <a:srgbClr val="2F2F2F"/>
                </a:solidFill>
              </a:rPr>
              <a:t>筛选图示</a:t>
            </a:r>
            <a:endParaRPr lang="en-US" altLang="zh-CN" sz="1000" dirty="0">
              <a:solidFill>
                <a:srgbClr val="2F2F2F"/>
              </a:solidFill>
            </a:endParaRPr>
          </a:p>
          <a:p>
            <a:r>
              <a:rPr lang="en-US" altLang="zh-CN" sz="1000" dirty="0">
                <a:solidFill>
                  <a:srgbClr val="2F2F2F"/>
                </a:solidFill>
              </a:rPr>
              <a:t>Search diagrams in iSlide Diagram Library</a:t>
            </a:r>
            <a:endParaRPr lang="zh-CN" altLang="en-US" sz="1000" dirty="0">
              <a:solidFill>
                <a:srgbClr val="2F2F2F"/>
              </a:solidFill>
            </a:endParaRPr>
          </a:p>
        </p:txBody>
      </p:sp>
      <p:sp>
        <p:nvSpPr>
          <p:cNvPr id="606" name="椭圆 605"/>
          <p:cNvSpPr/>
          <p:nvPr/>
        </p:nvSpPr>
        <p:spPr>
          <a:xfrm>
            <a:off x="660400" y="5526305"/>
            <a:ext cx="276343" cy="276341"/>
          </a:xfrm>
          <a:prstGeom prst="ellipse">
            <a:avLst/>
          </a:prstGeom>
          <a:solidFill>
            <a:srgbClr val="2F2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1</a:t>
            </a:r>
            <a:endParaRPr lang="zh-CN" altLang="en-US" sz="1200" dirty="0"/>
          </a:p>
        </p:txBody>
      </p:sp>
      <p:sp>
        <p:nvSpPr>
          <p:cNvPr id="608" name="文本框 607"/>
          <p:cNvSpPr txBox="1"/>
          <p:nvPr/>
        </p:nvSpPr>
        <p:spPr>
          <a:xfrm>
            <a:off x="4677199" y="5464437"/>
            <a:ext cx="5284056" cy="400110"/>
          </a:xfrm>
          <a:prstGeom prst="rect">
            <a:avLst/>
          </a:prstGeom>
          <a:noFill/>
        </p:spPr>
        <p:txBody>
          <a:bodyPr wrap="square" rtlCol="0" anchor="ctr">
            <a:spAutoFit/>
          </a:bodyPr>
          <a:lstStyle/>
          <a:p>
            <a:r>
              <a:rPr lang="zh-CN" altLang="en-US" sz="1000" dirty="0">
                <a:solidFill>
                  <a:srgbClr val="2F2F2F"/>
                </a:solidFill>
              </a:rPr>
              <a:t>选择图示插入</a:t>
            </a:r>
            <a:r>
              <a:rPr lang="zh-CN" altLang="en-US" sz="1000">
                <a:solidFill>
                  <a:srgbClr val="2F2F2F"/>
                </a:solidFill>
              </a:rPr>
              <a:t>当前 </a:t>
            </a:r>
            <a:r>
              <a:rPr lang="zh-CN" altLang="en-US" sz="100">
                <a:solidFill>
                  <a:srgbClr val="2F2F2F"/>
                </a:solidFill>
              </a:rPr>
              <a:t> </a:t>
            </a:r>
            <a:r>
              <a:rPr lang="en-US" altLang="zh-CN" sz="1000">
                <a:solidFill>
                  <a:srgbClr val="2F2F2F"/>
                </a:solidFill>
              </a:rPr>
              <a:t>PPT </a:t>
            </a:r>
            <a:r>
              <a:rPr lang="zh-CN" altLang="en-US" sz="1000" dirty="0">
                <a:solidFill>
                  <a:srgbClr val="2F2F2F"/>
                </a:solidFill>
              </a:rPr>
              <a:t>主题，编辑修改文字，替换图标或填充图片</a:t>
            </a:r>
            <a:endParaRPr lang="en-US" altLang="zh-CN" sz="1000" dirty="0">
              <a:solidFill>
                <a:srgbClr val="2F2F2F"/>
              </a:solidFill>
            </a:endParaRPr>
          </a:p>
          <a:p>
            <a:r>
              <a:rPr lang="en-US" altLang="zh-CN" sz="1000" dirty="0">
                <a:solidFill>
                  <a:srgbClr val="2F2F2F"/>
                </a:solidFill>
              </a:rPr>
              <a:t>Click to insert diagram into current slide, then edit text, replace icons or fill pictures</a:t>
            </a:r>
            <a:endParaRPr lang="zh-CN" altLang="en-US" sz="1000" dirty="0">
              <a:solidFill>
                <a:srgbClr val="2F2F2F"/>
              </a:solidFill>
            </a:endParaRPr>
          </a:p>
        </p:txBody>
      </p:sp>
      <p:sp>
        <p:nvSpPr>
          <p:cNvPr id="609" name="椭圆 608"/>
          <p:cNvSpPr/>
          <p:nvPr/>
        </p:nvSpPr>
        <p:spPr>
          <a:xfrm>
            <a:off x="4355743" y="5526320"/>
            <a:ext cx="276343" cy="276343"/>
          </a:xfrm>
          <a:prstGeom prst="ellipse">
            <a:avLst/>
          </a:prstGeom>
          <a:solidFill>
            <a:srgbClr val="2F2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2</a:t>
            </a:r>
            <a:endParaRPr lang="zh-CN" altLang="en-US" sz="1200" dirty="0"/>
          </a:p>
        </p:txBody>
      </p:sp>
      <p:grpSp>
        <p:nvGrpSpPr>
          <p:cNvPr id="199" name="组合 198"/>
          <p:cNvGrpSpPr/>
          <p:nvPr/>
        </p:nvGrpSpPr>
        <p:grpSpPr>
          <a:xfrm>
            <a:off x="660400" y="1959182"/>
            <a:ext cx="3002400" cy="3002401"/>
            <a:chOff x="677034" y="1959176"/>
            <a:chExt cx="3002400" cy="3002401"/>
          </a:xfrm>
        </p:grpSpPr>
        <p:sp>
          <p:nvSpPr>
            <p:cNvPr id="854" name="矩形 853"/>
            <p:cNvSpPr/>
            <p:nvPr/>
          </p:nvSpPr>
          <p:spPr>
            <a:xfrm>
              <a:off x="677034" y="1959176"/>
              <a:ext cx="3002400" cy="3002400"/>
            </a:xfrm>
            <a:prstGeom prst="rect">
              <a:avLst/>
            </a:prstGeom>
            <a:gradFill>
              <a:gsLst>
                <a:gs pos="80000">
                  <a:schemeClr val="bg1"/>
                </a:gs>
                <a:gs pos="100000">
                  <a:schemeClr val="bg1">
                    <a:alpha val="0"/>
                  </a:schemeClr>
                </a:gs>
              </a:gsLst>
              <a:lin ang="5400000" scaled="1"/>
            </a:gradFill>
            <a:ln w="9525">
              <a:noFill/>
            </a:ln>
            <a:effectLst>
              <a:outerShdw blurRad="63500" sx="102000" sy="102000" algn="ctr" rotWithShape="0">
                <a:srgbClr val="E7E5EA">
                  <a:alpha val="5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175" name="组合 1174"/>
            <p:cNvGrpSpPr/>
            <p:nvPr/>
          </p:nvGrpSpPr>
          <p:grpSpPr>
            <a:xfrm>
              <a:off x="2237046" y="3541481"/>
              <a:ext cx="1322298" cy="743793"/>
              <a:chOff x="795891" y="2682194"/>
              <a:chExt cx="1322298" cy="743793"/>
            </a:xfrm>
          </p:grpSpPr>
          <p:sp>
            <p:nvSpPr>
              <p:cNvPr id="1176" name="矩形: 圆角 1175"/>
              <p:cNvSpPr>
                <a:spLocks noChangeAspect="1"/>
              </p:cNvSpPr>
              <p:nvPr/>
            </p:nvSpPr>
            <p:spPr>
              <a:xfrm>
                <a:off x="795891" y="2682194"/>
                <a:ext cx="1322298" cy="743793"/>
              </a:xfrm>
              <a:prstGeom prst="roundRect">
                <a:avLst>
                  <a:gd name="adj" fmla="val 4418"/>
                </a:avLst>
              </a:prstGeom>
              <a:solidFill>
                <a:schemeClr val="bg1"/>
              </a:solidFill>
              <a:ln w="12700">
                <a:solidFill>
                  <a:srgbClr val="F0EE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77" name="任意多边形: 形状 1176"/>
              <p:cNvSpPr/>
              <p:nvPr/>
            </p:nvSpPr>
            <p:spPr>
              <a:xfrm>
                <a:off x="795891" y="2682194"/>
                <a:ext cx="1322298" cy="382553"/>
              </a:xfrm>
              <a:custGeom>
                <a:avLst/>
                <a:gdLst>
                  <a:gd name="connsiteX0" fmla="*/ 29553 w 1189177"/>
                  <a:gd name="connsiteY0" fmla="*/ 0 h 385548"/>
                  <a:gd name="connsiteX1" fmla="*/ 1159624 w 1189177"/>
                  <a:gd name="connsiteY1" fmla="*/ 0 h 385548"/>
                  <a:gd name="connsiteX2" fmla="*/ 1189177 w 1189177"/>
                  <a:gd name="connsiteY2" fmla="*/ 29553 h 385548"/>
                  <a:gd name="connsiteX3" fmla="*/ 1189177 w 1189177"/>
                  <a:gd name="connsiteY3" fmla="*/ 385548 h 385548"/>
                  <a:gd name="connsiteX4" fmla="*/ 0 w 1189177"/>
                  <a:gd name="connsiteY4" fmla="*/ 385548 h 385548"/>
                  <a:gd name="connsiteX5" fmla="*/ 0 w 1189177"/>
                  <a:gd name="connsiteY5" fmla="*/ 29553 h 385548"/>
                  <a:gd name="connsiteX6" fmla="*/ 29553 w 1189177"/>
                  <a:gd name="connsiteY6" fmla="*/ 0 h 385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9177" h="385548">
                    <a:moveTo>
                      <a:pt x="29553" y="0"/>
                    </a:moveTo>
                    <a:lnTo>
                      <a:pt x="1159624" y="0"/>
                    </a:lnTo>
                    <a:cubicBezTo>
                      <a:pt x="1175946" y="0"/>
                      <a:pt x="1189177" y="13231"/>
                      <a:pt x="1189177" y="29553"/>
                    </a:cubicBezTo>
                    <a:lnTo>
                      <a:pt x="1189177" y="385548"/>
                    </a:lnTo>
                    <a:lnTo>
                      <a:pt x="0" y="385548"/>
                    </a:lnTo>
                    <a:lnTo>
                      <a:pt x="0" y="29553"/>
                    </a:lnTo>
                    <a:cubicBezTo>
                      <a:pt x="0" y="13231"/>
                      <a:pt x="13231" y="0"/>
                      <a:pt x="29553" y="0"/>
                    </a:cubicBezTo>
                    <a:close/>
                  </a:path>
                </a:pathLst>
              </a:custGeom>
              <a:solidFill>
                <a:srgbClr val="867D98">
                  <a:lumMod val="20000"/>
                  <a:lumOff val="80000"/>
                </a:srgbClr>
              </a:solidFill>
              <a:ln w="38100" cap="flat" cmpd="sng" algn="ctr">
                <a:no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dirty="0">
                  <a:solidFill>
                    <a:srgbClr val="44546A">
                      <a:lumMod val="60000"/>
                      <a:lumOff val="40000"/>
                    </a:srgbClr>
                  </a:solidFill>
                </a:endParaRPr>
              </a:p>
            </p:txBody>
          </p:sp>
          <p:grpSp>
            <p:nvGrpSpPr>
              <p:cNvPr id="1178" name="组合 1177"/>
              <p:cNvGrpSpPr/>
              <p:nvPr/>
            </p:nvGrpSpPr>
            <p:grpSpPr>
              <a:xfrm>
                <a:off x="903307" y="3161290"/>
                <a:ext cx="1107466" cy="151273"/>
                <a:chOff x="890763" y="3168433"/>
                <a:chExt cx="1107466" cy="151273"/>
              </a:xfrm>
            </p:grpSpPr>
            <p:grpSp>
              <p:nvGrpSpPr>
                <p:cNvPr id="1179" name="组合 1178"/>
                <p:cNvGrpSpPr/>
                <p:nvPr/>
              </p:nvGrpSpPr>
              <p:grpSpPr>
                <a:xfrm>
                  <a:off x="890763" y="3168433"/>
                  <a:ext cx="288000" cy="151273"/>
                  <a:chOff x="890763" y="3187237"/>
                  <a:chExt cx="288000" cy="151273"/>
                </a:xfrm>
              </p:grpSpPr>
              <p:sp>
                <p:nvSpPr>
                  <p:cNvPr id="1186" name="矩形 1185"/>
                  <p:cNvSpPr/>
                  <p:nvPr/>
                </p:nvSpPr>
                <p:spPr>
                  <a:xfrm>
                    <a:off x="890763" y="3187237"/>
                    <a:ext cx="288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7" name="矩形 1186"/>
                  <p:cNvSpPr/>
                  <p:nvPr/>
                </p:nvSpPr>
                <p:spPr>
                  <a:xfrm>
                    <a:off x="890763" y="3284510"/>
                    <a:ext cx="216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80" name="组合 1179"/>
                <p:cNvGrpSpPr/>
                <p:nvPr/>
              </p:nvGrpSpPr>
              <p:grpSpPr>
                <a:xfrm>
                  <a:off x="1300496" y="3168433"/>
                  <a:ext cx="288000" cy="151273"/>
                  <a:chOff x="890763" y="3187237"/>
                  <a:chExt cx="288000" cy="151273"/>
                </a:xfrm>
              </p:grpSpPr>
              <p:sp>
                <p:nvSpPr>
                  <p:cNvPr id="1184" name="矩形 1183"/>
                  <p:cNvSpPr/>
                  <p:nvPr/>
                </p:nvSpPr>
                <p:spPr>
                  <a:xfrm>
                    <a:off x="890763" y="3187237"/>
                    <a:ext cx="288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5" name="矩形 1184"/>
                  <p:cNvSpPr/>
                  <p:nvPr/>
                </p:nvSpPr>
                <p:spPr>
                  <a:xfrm>
                    <a:off x="890763" y="3284510"/>
                    <a:ext cx="216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81" name="组合 1180"/>
                <p:cNvGrpSpPr/>
                <p:nvPr/>
              </p:nvGrpSpPr>
              <p:grpSpPr>
                <a:xfrm>
                  <a:off x="1710229" y="3168433"/>
                  <a:ext cx="288000" cy="151273"/>
                  <a:chOff x="890763" y="3187237"/>
                  <a:chExt cx="288000" cy="151273"/>
                </a:xfrm>
              </p:grpSpPr>
              <p:sp>
                <p:nvSpPr>
                  <p:cNvPr id="1182" name="矩形 1181"/>
                  <p:cNvSpPr/>
                  <p:nvPr/>
                </p:nvSpPr>
                <p:spPr>
                  <a:xfrm>
                    <a:off x="890763" y="3187237"/>
                    <a:ext cx="288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3" name="矩形 1182"/>
                  <p:cNvSpPr/>
                  <p:nvPr/>
                </p:nvSpPr>
                <p:spPr>
                  <a:xfrm>
                    <a:off x="890763" y="3284510"/>
                    <a:ext cx="216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846" name="矩形 845"/>
            <p:cNvSpPr/>
            <p:nvPr/>
          </p:nvSpPr>
          <p:spPr>
            <a:xfrm>
              <a:off x="677034" y="1964334"/>
              <a:ext cx="3002400" cy="320240"/>
            </a:xfrm>
            <a:prstGeom prst="rect">
              <a:avLst/>
            </a:prstGeom>
            <a:solidFill>
              <a:srgbClr val="B4B4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dirty="0"/>
            </a:p>
          </p:txBody>
        </p:sp>
        <p:sp>
          <p:nvSpPr>
            <p:cNvPr id="847" name="矩形 846"/>
            <p:cNvSpPr/>
            <p:nvPr/>
          </p:nvSpPr>
          <p:spPr>
            <a:xfrm>
              <a:off x="797125" y="2038897"/>
              <a:ext cx="1436291" cy="153888"/>
            </a:xfrm>
            <a:prstGeom prst="rect">
              <a:avLst/>
            </a:prstGeom>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000" kern="0">
                  <a:solidFill>
                    <a:srgbClr val="FFFFFF"/>
                  </a:solidFill>
                </a:rPr>
                <a:t>图示</a:t>
              </a:r>
              <a:r>
                <a:rPr lang="zh-CN" altLang="en-US" sz="100" kern="0">
                  <a:solidFill>
                    <a:srgbClr val="FFFFFF"/>
                  </a:solidFill>
                </a:rPr>
                <a:t> </a:t>
              </a:r>
              <a:r>
                <a:rPr lang="zh-CN" altLang="en-US" sz="1000" kern="0">
                  <a:solidFill>
                    <a:srgbClr val="FFFFFF"/>
                  </a:solidFill>
                </a:rPr>
                <a:t>库 </a:t>
              </a:r>
              <a:r>
                <a:rPr lang="en-US" altLang="zh-CN" sz="1000" kern="0" dirty="0">
                  <a:solidFill>
                    <a:srgbClr val="FFFFFF"/>
                  </a:solidFill>
                </a:rPr>
                <a:t>/ Diagram Library</a:t>
              </a:r>
              <a:endParaRPr lang="zh-CN" altLang="en-US" sz="1000" dirty="0"/>
            </a:p>
          </p:txBody>
        </p:sp>
        <p:sp>
          <p:nvSpPr>
            <p:cNvPr id="848" name="Multiply 213"/>
            <p:cNvSpPr>
              <a:spLocks noChangeAspect="1"/>
            </p:cNvSpPr>
            <p:nvPr/>
          </p:nvSpPr>
          <p:spPr>
            <a:xfrm>
              <a:off x="3465543" y="2068412"/>
              <a:ext cx="112084" cy="112084"/>
            </a:xfrm>
            <a:custGeom>
              <a:avLst/>
              <a:gdLst>
                <a:gd name="T0" fmla="*/ 11040 w 11360"/>
                <a:gd name="T1" fmla="*/ 320 h 11360"/>
                <a:gd name="T2" fmla="*/ 11040 w 11360"/>
                <a:gd name="T3" fmla="*/ 1360 h 11360"/>
                <a:gd name="T4" fmla="*/ 6720 w 11360"/>
                <a:gd name="T5" fmla="*/ 5680 h 11360"/>
                <a:gd name="T6" fmla="*/ 11040 w 11360"/>
                <a:gd name="T7" fmla="*/ 10000 h 11360"/>
                <a:gd name="T8" fmla="*/ 11040 w 11360"/>
                <a:gd name="T9" fmla="*/ 11040 h 11360"/>
                <a:gd name="T10" fmla="*/ 10000 w 11360"/>
                <a:gd name="T11" fmla="*/ 11040 h 11360"/>
                <a:gd name="T12" fmla="*/ 5680 w 11360"/>
                <a:gd name="T13" fmla="*/ 6720 h 11360"/>
                <a:gd name="T14" fmla="*/ 1360 w 11360"/>
                <a:gd name="T15" fmla="*/ 11040 h 11360"/>
                <a:gd name="T16" fmla="*/ 320 w 11360"/>
                <a:gd name="T17" fmla="*/ 11040 h 11360"/>
                <a:gd name="T18" fmla="*/ 320 w 11360"/>
                <a:gd name="T19" fmla="*/ 10000 h 11360"/>
                <a:gd name="T20" fmla="*/ 4640 w 11360"/>
                <a:gd name="T21" fmla="*/ 5680 h 11360"/>
                <a:gd name="T22" fmla="*/ 320 w 11360"/>
                <a:gd name="T23" fmla="*/ 1360 h 11360"/>
                <a:gd name="T24" fmla="*/ 320 w 11360"/>
                <a:gd name="T25" fmla="*/ 320 h 11360"/>
                <a:gd name="T26" fmla="*/ 1360 w 11360"/>
                <a:gd name="T27" fmla="*/ 320 h 11360"/>
                <a:gd name="T28" fmla="*/ 5680 w 11360"/>
                <a:gd name="T29" fmla="*/ 4640 h 11360"/>
                <a:gd name="T30" fmla="*/ 10000 w 11360"/>
                <a:gd name="T31" fmla="*/ 320 h 11360"/>
                <a:gd name="T32" fmla="*/ 11040 w 11360"/>
                <a:gd name="T33" fmla="*/ 320 h 1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360" h="11360">
                  <a:moveTo>
                    <a:pt x="11040" y="320"/>
                  </a:moveTo>
                  <a:cubicBezTo>
                    <a:pt x="11360" y="640"/>
                    <a:pt x="11360" y="1120"/>
                    <a:pt x="11040" y="1360"/>
                  </a:cubicBezTo>
                  <a:lnTo>
                    <a:pt x="6720" y="5680"/>
                  </a:lnTo>
                  <a:lnTo>
                    <a:pt x="11040" y="10000"/>
                  </a:lnTo>
                  <a:cubicBezTo>
                    <a:pt x="11360" y="10320"/>
                    <a:pt x="11360" y="10800"/>
                    <a:pt x="11040" y="11040"/>
                  </a:cubicBezTo>
                  <a:cubicBezTo>
                    <a:pt x="10720" y="11360"/>
                    <a:pt x="10240" y="11360"/>
                    <a:pt x="10000" y="11040"/>
                  </a:cubicBezTo>
                  <a:lnTo>
                    <a:pt x="5680" y="6720"/>
                  </a:lnTo>
                  <a:lnTo>
                    <a:pt x="1360" y="11040"/>
                  </a:lnTo>
                  <a:cubicBezTo>
                    <a:pt x="1040" y="11360"/>
                    <a:pt x="560" y="11360"/>
                    <a:pt x="320" y="11040"/>
                  </a:cubicBezTo>
                  <a:cubicBezTo>
                    <a:pt x="0" y="10720"/>
                    <a:pt x="0" y="10240"/>
                    <a:pt x="320" y="10000"/>
                  </a:cubicBezTo>
                  <a:lnTo>
                    <a:pt x="4640" y="5680"/>
                  </a:lnTo>
                  <a:lnTo>
                    <a:pt x="320" y="1360"/>
                  </a:lnTo>
                  <a:cubicBezTo>
                    <a:pt x="0" y="1040"/>
                    <a:pt x="0" y="560"/>
                    <a:pt x="320" y="320"/>
                  </a:cubicBezTo>
                  <a:cubicBezTo>
                    <a:pt x="640" y="80"/>
                    <a:pt x="1120" y="0"/>
                    <a:pt x="1360" y="320"/>
                  </a:cubicBezTo>
                  <a:lnTo>
                    <a:pt x="5680" y="4640"/>
                  </a:lnTo>
                  <a:lnTo>
                    <a:pt x="10000" y="320"/>
                  </a:lnTo>
                  <a:cubicBezTo>
                    <a:pt x="10240" y="0"/>
                    <a:pt x="10800" y="0"/>
                    <a:pt x="11040" y="320"/>
                  </a:cubicBezTo>
                  <a:close/>
                </a:path>
              </a:pathLst>
            </a:custGeom>
            <a:solidFill>
              <a:schemeClr val="bg1"/>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defRPr/>
              </a:pPr>
              <a:endParaRPr lang="zh-CN" altLang="en-US" kern="0">
                <a:solidFill>
                  <a:srgbClr val="FFFFFF"/>
                </a:solidFill>
                <a:latin typeface="Arial" panose="020B0604020202020204"/>
                <a:ea typeface="微软雅黑" panose="020B0503020204020204" charset="-122"/>
              </a:endParaRPr>
            </a:p>
          </p:txBody>
        </p:sp>
        <p:grpSp>
          <p:nvGrpSpPr>
            <p:cNvPr id="850" name="组合 849"/>
            <p:cNvGrpSpPr/>
            <p:nvPr/>
          </p:nvGrpSpPr>
          <p:grpSpPr>
            <a:xfrm>
              <a:off x="797124" y="2404170"/>
              <a:ext cx="1205447" cy="160120"/>
              <a:chOff x="4248155" y="2141651"/>
              <a:chExt cx="1084090" cy="144000"/>
            </a:xfrm>
            <a:solidFill>
              <a:srgbClr val="E7E5EA"/>
            </a:solidFill>
          </p:grpSpPr>
          <p:sp>
            <p:nvSpPr>
              <p:cNvPr id="996" name="矩形 995"/>
              <p:cNvSpPr/>
              <p:nvPr/>
            </p:nvSpPr>
            <p:spPr>
              <a:xfrm>
                <a:off x="4248155"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97" name="矩形 996"/>
              <p:cNvSpPr/>
              <p:nvPr/>
            </p:nvSpPr>
            <p:spPr>
              <a:xfrm>
                <a:off x="4648245"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98" name="矩形 997"/>
              <p:cNvSpPr/>
              <p:nvPr/>
            </p:nvSpPr>
            <p:spPr>
              <a:xfrm>
                <a:off x="5044245"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grpSp>
        <p:grpSp>
          <p:nvGrpSpPr>
            <p:cNvPr id="851" name="组合 850"/>
            <p:cNvGrpSpPr/>
            <p:nvPr/>
          </p:nvGrpSpPr>
          <p:grpSpPr>
            <a:xfrm>
              <a:off x="2797927" y="2404170"/>
              <a:ext cx="761417" cy="160120"/>
              <a:chOff x="6047529" y="2141651"/>
              <a:chExt cx="684762" cy="144000"/>
            </a:xfrm>
            <a:solidFill>
              <a:srgbClr val="E7E5EA"/>
            </a:solidFill>
          </p:grpSpPr>
          <p:sp>
            <p:nvSpPr>
              <p:cNvPr id="994" name="矩形 993"/>
              <p:cNvSpPr/>
              <p:nvPr/>
            </p:nvSpPr>
            <p:spPr>
              <a:xfrm>
                <a:off x="6047529"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95" name="矩形 994"/>
              <p:cNvSpPr/>
              <p:nvPr/>
            </p:nvSpPr>
            <p:spPr>
              <a:xfrm>
                <a:off x="6444291"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865" name="矩形: 圆角 864"/>
            <p:cNvSpPr>
              <a:spLocks noChangeAspect="1"/>
            </p:cNvSpPr>
            <p:nvPr/>
          </p:nvSpPr>
          <p:spPr>
            <a:xfrm>
              <a:off x="2237046" y="2682194"/>
              <a:ext cx="1322298" cy="743793"/>
            </a:xfrm>
            <a:prstGeom prst="roundRect">
              <a:avLst>
                <a:gd name="adj" fmla="val 4418"/>
              </a:avLst>
            </a:prstGeom>
            <a:solidFill>
              <a:schemeClr val="bg1"/>
            </a:solidFill>
            <a:ln w="12700">
              <a:solidFill>
                <a:srgbClr val="F0EE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866" name="矩形: 圆角 865"/>
            <p:cNvSpPr>
              <a:spLocks noChangeAspect="1"/>
            </p:cNvSpPr>
            <p:nvPr/>
          </p:nvSpPr>
          <p:spPr>
            <a:xfrm>
              <a:off x="795891" y="3541481"/>
              <a:ext cx="1322298" cy="743793"/>
            </a:xfrm>
            <a:prstGeom prst="roundRect">
              <a:avLst>
                <a:gd name="adj" fmla="val 4418"/>
              </a:avLst>
            </a:prstGeom>
            <a:solidFill>
              <a:schemeClr val="bg1"/>
            </a:solidFill>
            <a:ln w="12700">
              <a:solidFill>
                <a:srgbClr val="F0EE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68" name="矩形: 圆角 867"/>
            <p:cNvSpPr>
              <a:spLocks noChangeAspect="1"/>
            </p:cNvSpPr>
            <p:nvPr/>
          </p:nvSpPr>
          <p:spPr>
            <a:xfrm>
              <a:off x="795891" y="4400769"/>
              <a:ext cx="1322298" cy="560808"/>
            </a:xfrm>
            <a:prstGeom prst="roundRect">
              <a:avLst>
                <a:gd name="adj" fmla="val 4418"/>
              </a:avLst>
            </a:prstGeom>
            <a:gradFill>
              <a:gsLst>
                <a:gs pos="50000">
                  <a:schemeClr val="bg1"/>
                </a:gs>
                <a:gs pos="100000">
                  <a:schemeClr val="bg1">
                    <a:alpha val="0"/>
                  </a:schemeClr>
                </a:gs>
              </a:gsLst>
              <a:lin ang="5400000" scaled="1"/>
            </a:gradFill>
            <a:ln w="12700">
              <a:gradFill>
                <a:gsLst>
                  <a:gs pos="0">
                    <a:srgbClr val="E7E5EA"/>
                  </a:gs>
                  <a:gs pos="100000">
                    <a:srgbClr val="E7E5EA">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69" name="矩形: 圆角 868"/>
            <p:cNvSpPr>
              <a:spLocks noChangeAspect="1"/>
            </p:cNvSpPr>
            <p:nvPr/>
          </p:nvSpPr>
          <p:spPr>
            <a:xfrm>
              <a:off x="2237046" y="4400769"/>
              <a:ext cx="1322298" cy="560808"/>
            </a:xfrm>
            <a:prstGeom prst="roundRect">
              <a:avLst>
                <a:gd name="adj" fmla="val 4418"/>
              </a:avLst>
            </a:prstGeom>
            <a:gradFill>
              <a:gsLst>
                <a:gs pos="50000">
                  <a:schemeClr val="bg1"/>
                </a:gs>
                <a:gs pos="100000">
                  <a:schemeClr val="bg1">
                    <a:alpha val="0"/>
                  </a:schemeClr>
                </a:gs>
              </a:gsLst>
              <a:lin ang="5400000" scaled="1"/>
            </a:gradFill>
            <a:ln w="12700">
              <a:gradFill>
                <a:gsLst>
                  <a:gs pos="0">
                    <a:srgbClr val="E7E5EA"/>
                  </a:gs>
                  <a:gs pos="100000">
                    <a:srgbClr val="E7E5EA">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874" name="组合 873"/>
            <p:cNvGrpSpPr/>
            <p:nvPr/>
          </p:nvGrpSpPr>
          <p:grpSpPr>
            <a:xfrm>
              <a:off x="957184" y="3664359"/>
              <a:ext cx="999712" cy="498037"/>
              <a:chOff x="7744090" y="1288932"/>
              <a:chExt cx="1833124" cy="913228"/>
            </a:xfrm>
          </p:grpSpPr>
          <p:cxnSp>
            <p:nvCxnSpPr>
              <p:cNvPr id="950" name="连接符: 肘形 949"/>
              <p:cNvCxnSpPr>
                <a:stCxn id="955" idx="1"/>
                <a:endCxn id="956" idx="0"/>
              </p:cNvCxnSpPr>
              <p:nvPr/>
            </p:nvCxnSpPr>
            <p:spPr>
              <a:xfrm rot="10800000" flipV="1">
                <a:off x="7949112" y="1465564"/>
                <a:ext cx="285973" cy="326552"/>
              </a:xfrm>
              <a:prstGeom prst="bentConnector2">
                <a:avLst/>
              </a:prstGeom>
              <a:solidFill>
                <a:srgbClr val="867D98">
                  <a:lumMod val="20000"/>
                  <a:lumOff val="80000"/>
                </a:srgbClr>
              </a:solidFill>
              <a:ln w="12700" cap="flat" cmpd="sng" algn="ctr">
                <a:solidFill>
                  <a:srgbClr val="E7E5EA"/>
                </a:solidFill>
                <a:prstDash val="solid"/>
                <a:miter lim="800000"/>
              </a:ln>
              <a:effectLst/>
            </p:spPr>
          </p:cxnSp>
          <p:cxnSp>
            <p:nvCxnSpPr>
              <p:cNvPr id="951" name="连接符: 肘形 950"/>
              <p:cNvCxnSpPr>
                <a:stCxn id="955" idx="3"/>
              </p:cNvCxnSpPr>
              <p:nvPr/>
            </p:nvCxnSpPr>
            <p:spPr>
              <a:xfrm>
                <a:off x="9135072" y="1465564"/>
                <a:ext cx="225522" cy="326552"/>
              </a:xfrm>
              <a:prstGeom prst="bentConnector2">
                <a:avLst/>
              </a:prstGeom>
              <a:solidFill>
                <a:srgbClr val="867D98">
                  <a:lumMod val="20000"/>
                  <a:lumOff val="80000"/>
                </a:srgbClr>
              </a:solidFill>
              <a:ln w="12700" cap="flat" cmpd="sng" algn="ctr">
                <a:solidFill>
                  <a:srgbClr val="E7E5EA"/>
                </a:solidFill>
                <a:prstDash val="solid"/>
                <a:miter lim="800000"/>
              </a:ln>
              <a:effectLst/>
            </p:spPr>
          </p:cxnSp>
          <p:grpSp>
            <p:nvGrpSpPr>
              <p:cNvPr id="952" name="组合 951"/>
              <p:cNvGrpSpPr/>
              <p:nvPr/>
            </p:nvGrpSpPr>
            <p:grpSpPr>
              <a:xfrm>
                <a:off x="7744090" y="1288932"/>
                <a:ext cx="1833124" cy="913228"/>
                <a:chOff x="7824356" y="1531238"/>
                <a:chExt cx="1725410" cy="859568"/>
              </a:xfrm>
            </p:grpSpPr>
            <p:sp>
              <p:nvSpPr>
                <p:cNvPr id="956" name="椭圆 23"/>
                <p:cNvSpPr/>
                <p:nvPr/>
              </p:nvSpPr>
              <p:spPr>
                <a:xfrm>
                  <a:off x="7824356" y="2004856"/>
                  <a:ext cx="385951" cy="385950"/>
                </a:xfrm>
                <a:prstGeom prst="roundRect">
                  <a:avLst>
                    <a:gd name="adj" fmla="val 13472"/>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a:solidFill>
                      <a:srgbClr val="44546A">
                        <a:lumMod val="60000"/>
                        <a:lumOff val="40000"/>
                      </a:srgbClr>
                    </a:solidFill>
                  </a:endParaRPr>
                </a:p>
              </p:txBody>
            </p:sp>
            <p:cxnSp>
              <p:nvCxnSpPr>
                <p:cNvPr id="954" name="连接符: 肘形 953"/>
                <p:cNvCxnSpPr/>
                <p:nvPr/>
              </p:nvCxnSpPr>
              <p:spPr>
                <a:xfrm rot="16200000" flipV="1">
                  <a:off x="8681605" y="1783431"/>
                  <a:ext cx="12700" cy="442850"/>
                </a:xfrm>
                <a:prstGeom prst="bentConnector3">
                  <a:avLst>
                    <a:gd name="adj1" fmla="val 1554551"/>
                  </a:avLst>
                </a:prstGeom>
                <a:solidFill>
                  <a:srgbClr val="867D98">
                    <a:lumMod val="20000"/>
                    <a:lumOff val="80000"/>
                  </a:srgbClr>
                </a:solidFill>
                <a:ln w="12700" cap="flat" cmpd="sng" algn="ctr">
                  <a:solidFill>
                    <a:srgbClr val="E7E5EA"/>
                  </a:solidFill>
                  <a:prstDash val="solid"/>
                  <a:miter lim="800000"/>
                </a:ln>
                <a:effectLst/>
              </p:spPr>
            </p:cxnSp>
            <p:sp>
              <p:nvSpPr>
                <p:cNvPr id="955" name="圆角矩形 13"/>
                <p:cNvSpPr/>
                <p:nvPr/>
              </p:nvSpPr>
              <p:spPr>
                <a:xfrm flipV="1">
                  <a:off x="8286501" y="1531238"/>
                  <a:ext cx="847108" cy="332509"/>
                </a:xfrm>
                <a:prstGeom prst="roundRect">
                  <a:avLst>
                    <a:gd name="adj" fmla="val 13146"/>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dirty="0">
                    <a:solidFill>
                      <a:srgbClr val="44546A">
                        <a:lumMod val="60000"/>
                        <a:lumOff val="40000"/>
                      </a:srgbClr>
                    </a:solidFill>
                  </a:endParaRPr>
                </a:p>
              </p:txBody>
            </p:sp>
            <p:sp>
              <p:nvSpPr>
                <p:cNvPr id="1054" name="椭圆 23"/>
                <p:cNvSpPr/>
                <p:nvPr/>
              </p:nvSpPr>
              <p:spPr>
                <a:xfrm>
                  <a:off x="8270843" y="2004856"/>
                  <a:ext cx="385950" cy="385950"/>
                </a:xfrm>
                <a:prstGeom prst="roundRect">
                  <a:avLst>
                    <a:gd name="adj" fmla="val 13472"/>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a:solidFill>
                      <a:srgbClr val="44546A">
                        <a:lumMod val="60000"/>
                        <a:lumOff val="40000"/>
                      </a:srgbClr>
                    </a:solidFill>
                  </a:endParaRPr>
                </a:p>
              </p:txBody>
            </p:sp>
            <p:sp>
              <p:nvSpPr>
                <p:cNvPr id="1055" name="椭圆 23"/>
                <p:cNvSpPr/>
                <p:nvPr/>
              </p:nvSpPr>
              <p:spPr>
                <a:xfrm>
                  <a:off x="8717329" y="2004856"/>
                  <a:ext cx="385950" cy="385950"/>
                </a:xfrm>
                <a:prstGeom prst="roundRect">
                  <a:avLst>
                    <a:gd name="adj" fmla="val 13472"/>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a:solidFill>
                      <a:srgbClr val="44546A">
                        <a:lumMod val="60000"/>
                        <a:lumOff val="40000"/>
                      </a:srgbClr>
                    </a:solidFill>
                  </a:endParaRPr>
                </a:p>
              </p:txBody>
            </p:sp>
            <p:sp>
              <p:nvSpPr>
                <p:cNvPr id="1056" name="椭圆 23"/>
                <p:cNvSpPr/>
                <p:nvPr/>
              </p:nvSpPr>
              <p:spPr>
                <a:xfrm>
                  <a:off x="9163816" y="2004856"/>
                  <a:ext cx="385950" cy="385950"/>
                </a:xfrm>
                <a:prstGeom prst="roundRect">
                  <a:avLst>
                    <a:gd name="adj" fmla="val 13472"/>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a:solidFill>
                      <a:srgbClr val="44546A">
                        <a:lumMod val="60000"/>
                        <a:lumOff val="40000"/>
                      </a:srgbClr>
                    </a:solidFill>
                  </a:endParaRPr>
                </a:p>
              </p:txBody>
            </p:sp>
          </p:grpSp>
        </p:grpSp>
        <p:sp>
          <p:nvSpPr>
            <p:cNvPr id="876" name="矩形: 圆角 875"/>
            <p:cNvSpPr>
              <a:spLocks noChangeAspect="1"/>
            </p:cNvSpPr>
            <p:nvPr/>
          </p:nvSpPr>
          <p:spPr>
            <a:xfrm>
              <a:off x="2237046" y="3541481"/>
              <a:ext cx="1322298" cy="743793"/>
            </a:xfrm>
            <a:prstGeom prst="roundRect">
              <a:avLst>
                <a:gd name="adj" fmla="val 4418"/>
              </a:avLst>
            </a:prstGeom>
            <a:noFill/>
            <a:ln w="19050">
              <a:solidFill>
                <a:srgbClr val="F734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877" name="组合 876"/>
            <p:cNvGrpSpPr/>
            <p:nvPr/>
          </p:nvGrpSpPr>
          <p:grpSpPr>
            <a:xfrm>
              <a:off x="932879" y="4540141"/>
              <a:ext cx="1048323" cy="258613"/>
              <a:chOff x="5400091" y="4685784"/>
              <a:chExt cx="1747512" cy="431123"/>
            </a:xfrm>
          </p:grpSpPr>
          <p:sp>
            <p:nvSpPr>
              <p:cNvPr id="933" name="圆角矩形 13"/>
              <p:cNvSpPr/>
              <p:nvPr/>
            </p:nvSpPr>
            <p:spPr>
              <a:xfrm>
                <a:off x="5400093" y="4935166"/>
                <a:ext cx="497744" cy="181741"/>
              </a:xfrm>
              <a:prstGeom prst="roundRect">
                <a:avLst>
                  <a:gd name="adj" fmla="val 7526"/>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dirty="0">
                  <a:solidFill>
                    <a:srgbClr val="44546A">
                      <a:lumMod val="60000"/>
                      <a:lumOff val="40000"/>
                    </a:srgbClr>
                  </a:solidFill>
                  <a:latin typeface="Arial" panose="020B0604020202020204"/>
                  <a:ea typeface="微软雅黑" panose="020B0503020204020204" charset="-122"/>
                </a:endParaRPr>
              </a:p>
            </p:txBody>
          </p:sp>
          <p:sp>
            <p:nvSpPr>
              <p:cNvPr id="936" name="圆角矩形 245"/>
              <p:cNvSpPr/>
              <p:nvPr/>
            </p:nvSpPr>
            <p:spPr>
              <a:xfrm>
                <a:off x="5400091" y="4685784"/>
                <a:ext cx="1747511" cy="152087"/>
              </a:xfrm>
              <a:prstGeom prst="roundRect">
                <a:avLst>
                  <a:gd name="adj" fmla="val 13146"/>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dirty="0">
                  <a:solidFill>
                    <a:srgbClr val="44546A">
                      <a:lumMod val="60000"/>
                      <a:lumOff val="40000"/>
                    </a:srgbClr>
                  </a:solidFill>
                  <a:latin typeface="Arial" panose="020B0604020202020204"/>
                  <a:ea typeface="微软雅黑" panose="020B0503020204020204" charset="-122"/>
                </a:endParaRPr>
              </a:p>
            </p:txBody>
          </p:sp>
          <p:sp>
            <p:nvSpPr>
              <p:cNvPr id="1078" name="圆角矩形 13"/>
              <p:cNvSpPr/>
              <p:nvPr/>
            </p:nvSpPr>
            <p:spPr>
              <a:xfrm>
                <a:off x="6024976" y="4935166"/>
                <a:ext cx="497744" cy="181741"/>
              </a:xfrm>
              <a:prstGeom prst="roundRect">
                <a:avLst>
                  <a:gd name="adj" fmla="val 7526"/>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dirty="0">
                  <a:solidFill>
                    <a:srgbClr val="44546A">
                      <a:lumMod val="60000"/>
                      <a:lumOff val="40000"/>
                    </a:srgbClr>
                  </a:solidFill>
                  <a:latin typeface="Arial" panose="020B0604020202020204"/>
                  <a:ea typeface="微软雅黑" panose="020B0503020204020204" charset="-122"/>
                </a:endParaRPr>
              </a:p>
            </p:txBody>
          </p:sp>
          <p:sp>
            <p:nvSpPr>
              <p:cNvPr id="1079" name="圆角矩形 13"/>
              <p:cNvSpPr/>
              <p:nvPr/>
            </p:nvSpPr>
            <p:spPr>
              <a:xfrm>
                <a:off x="6649859" y="4935166"/>
                <a:ext cx="497744" cy="181741"/>
              </a:xfrm>
              <a:prstGeom prst="roundRect">
                <a:avLst>
                  <a:gd name="adj" fmla="val 7526"/>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dirty="0">
                  <a:solidFill>
                    <a:srgbClr val="44546A">
                      <a:lumMod val="60000"/>
                      <a:lumOff val="40000"/>
                    </a:srgbClr>
                  </a:solidFill>
                  <a:latin typeface="Arial" panose="020B0604020202020204"/>
                  <a:ea typeface="微软雅黑" panose="020B0503020204020204" charset="-122"/>
                </a:endParaRPr>
              </a:p>
            </p:txBody>
          </p:sp>
        </p:grpSp>
        <p:grpSp>
          <p:nvGrpSpPr>
            <p:cNvPr id="16" name="组合 15"/>
            <p:cNvGrpSpPr/>
            <p:nvPr/>
          </p:nvGrpSpPr>
          <p:grpSpPr>
            <a:xfrm>
              <a:off x="2432734" y="2810541"/>
              <a:ext cx="930922" cy="487099"/>
              <a:chOff x="2346558" y="2871788"/>
              <a:chExt cx="856042" cy="447918"/>
            </a:xfrm>
          </p:grpSpPr>
          <p:sp>
            <p:nvSpPr>
              <p:cNvPr id="15" name="椭圆 14"/>
              <p:cNvSpPr>
                <a:spLocks noChangeAspect="1"/>
              </p:cNvSpPr>
              <p:nvPr/>
            </p:nvSpPr>
            <p:spPr>
              <a:xfrm>
                <a:off x="2346558" y="2871788"/>
                <a:ext cx="216000" cy="216000"/>
              </a:xfrm>
              <a:prstGeom prst="ellipse">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16" name="组合 1015"/>
              <p:cNvGrpSpPr/>
              <p:nvPr/>
            </p:nvGrpSpPr>
            <p:grpSpPr>
              <a:xfrm>
                <a:off x="2364558" y="3168433"/>
                <a:ext cx="180000" cy="151273"/>
                <a:chOff x="926763" y="3187237"/>
                <a:chExt cx="144000" cy="151273"/>
              </a:xfrm>
            </p:grpSpPr>
            <p:sp>
              <p:nvSpPr>
                <p:cNvPr id="1023" name="矩形 1022"/>
                <p:cNvSpPr/>
                <p:nvPr/>
              </p:nvSpPr>
              <p:spPr>
                <a:xfrm>
                  <a:off x="926763" y="3187237"/>
                  <a:ext cx="144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4" name="矩形 1023"/>
                <p:cNvSpPr/>
                <p:nvPr/>
              </p:nvSpPr>
              <p:spPr>
                <a:xfrm>
                  <a:off x="926763" y="3284510"/>
                  <a:ext cx="144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1" name="椭圆 1040"/>
              <p:cNvSpPr>
                <a:spLocks noChangeAspect="1"/>
              </p:cNvSpPr>
              <p:nvPr/>
            </p:nvSpPr>
            <p:spPr>
              <a:xfrm>
                <a:off x="2666579" y="2871788"/>
                <a:ext cx="216000" cy="216000"/>
              </a:xfrm>
              <a:prstGeom prst="ellipse">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42" name="组合 1041"/>
              <p:cNvGrpSpPr/>
              <p:nvPr/>
            </p:nvGrpSpPr>
            <p:grpSpPr>
              <a:xfrm>
                <a:off x="2684579" y="3168433"/>
                <a:ext cx="180000" cy="151273"/>
                <a:chOff x="926763" y="3187237"/>
                <a:chExt cx="144000" cy="151273"/>
              </a:xfrm>
            </p:grpSpPr>
            <p:sp>
              <p:nvSpPr>
                <p:cNvPr id="1043" name="矩形 1042"/>
                <p:cNvSpPr/>
                <p:nvPr/>
              </p:nvSpPr>
              <p:spPr>
                <a:xfrm>
                  <a:off x="926763" y="3187237"/>
                  <a:ext cx="144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4" name="矩形 1043"/>
                <p:cNvSpPr/>
                <p:nvPr/>
              </p:nvSpPr>
              <p:spPr>
                <a:xfrm>
                  <a:off x="926763" y="3284510"/>
                  <a:ext cx="144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45" name="椭圆 1044"/>
              <p:cNvSpPr>
                <a:spLocks noChangeAspect="1"/>
              </p:cNvSpPr>
              <p:nvPr/>
            </p:nvSpPr>
            <p:spPr>
              <a:xfrm>
                <a:off x="2986600" y="2871788"/>
                <a:ext cx="216000" cy="216000"/>
              </a:xfrm>
              <a:prstGeom prst="ellipse">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46" name="组合 1045"/>
              <p:cNvGrpSpPr/>
              <p:nvPr/>
            </p:nvGrpSpPr>
            <p:grpSpPr>
              <a:xfrm>
                <a:off x="3004600" y="3168433"/>
                <a:ext cx="180000" cy="151273"/>
                <a:chOff x="926763" y="3187237"/>
                <a:chExt cx="144000" cy="151273"/>
              </a:xfrm>
            </p:grpSpPr>
            <p:sp>
              <p:nvSpPr>
                <p:cNvPr id="1047" name="矩形 1046"/>
                <p:cNvSpPr/>
                <p:nvPr/>
              </p:nvSpPr>
              <p:spPr>
                <a:xfrm>
                  <a:off x="926763" y="3187237"/>
                  <a:ext cx="144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 name="矩形 1047"/>
                <p:cNvSpPr/>
                <p:nvPr/>
              </p:nvSpPr>
              <p:spPr>
                <a:xfrm>
                  <a:off x="926763" y="3284510"/>
                  <a:ext cx="144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863" name="矩形: 圆角 862"/>
            <p:cNvSpPr>
              <a:spLocks noChangeAspect="1"/>
            </p:cNvSpPr>
            <p:nvPr/>
          </p:nvSpPr>
          <p:spPr>
            <a:xfrm>
              <a:off x="795891" y="2682194"/>
              <a:ext cx="1322298" cy="743793"/>
            </a:xfrm>
            <a:prstGeom prst="roundRect">
              <a:avLst>
                <a:gd name="adj" fmla="val 4418"/>
              </a:avLst>
            </a:prstGeom>
            <a:solidFill>
              <a:schemeClr val="bg1"/>
            </a:solidFill>
            <a:ln w="12700">
              <a:solidFill>
                <a:srgbClr val="F0EEF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25" name="组合 24"/>
            <p:cNvGrpSpPr/>
            <p:nvPr/>
          </p:nvGrpSpPr>
          <p:grpSpPr>
            <a:xfrm>
              <a:off x="958894" y="2827593"/>
              <a:ext cx="996293" cy="452994"/>
              <a:chOff x="2397064" y="3686880"/>
              <a:chExt cx="996293" cy="452994"/>
            </a:xfrm>
          </p:grpSpPr>
          <p:grpSp>
            <p:nvGrpSpPr>
              <p:cNvPr id="938" name="组合 937"/>
              <p:cNvGrpSpPr/>
              <p:nvPr/>
            </p:nvGrpSpPr>
            <p:grpSpPr>
              <a:xfrm>
                <a:off x="2397064" y="3686880"/>
                <a:ext cx="466228" cy="452994"/>
                <a:chOff x="7824355" y="3116332"/>
                <a:chExt cx="916957" cy="890931"/>
              </a:xfrm>
            </p:grpSpPr>
            <p:sp>
              <p:nvSpPr>
                <p:cNvPr id="944" name="六边形 943"/>
                <p:cNvSpPr/>
                <p:nvPr/>
              </p:nvSpPr>
              <p:spPr>
                <a:xfrm>
                  <a:off x="7824355" y="3116332"/>
                  <a:ext cx="479977" cy="413773"/>
                </a:xfrm>
                <a:prstGeom prst="hexagon">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a:solidFill>
                      <a:srgbClr val="44546A">
                        <a:lumMod val="60000"/>
                        <a:lumOff val="40000"/>
                      </a:srgbClr>
                    </a:solidFill>
                  </a:endParaRPr>
                </a:p>
              </p:txBody>
            </p:sp>
            <p:sp>
              <p:nvSpPr>
                <p:cNvPr id="945" name="六边形 944"/>
                <p:cNvSpPr/>
                <p:nvPr/>
              </p:nvSpPr>
              <p:spPr>
                <a:xfrm>
                  <a:off x="8261335" y="3350709"/>
                  <a:ext cx="479977" cy="413773"/>
                </a:xfrm>
                <a:prstGeom prst="hexagon">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a:solidFill>
                      <a:srgbClr val="44546A">
                        <a:lumMod val="60000"/>
                        <a:lumOff val="40000"/>
                      </a:srgbClr>
                    </a:solidFill>
                  </a:endParaRPr>
                </a:p>
              </p:txBody>
            </p:sp>
            <p:sp>
              <p:nvSpPr>
                <p:cNvPr id="947" name="六边形 946"/>
                <p:cNvSpPr/>
                <p:nvPr/>
              </p:nvSpPr>
              <p:spPr>
                <a:xfrm>
                  <a:off x="7833058" y="3593491"/>
                  <a:ext cx="479976" cy="413772"/>
                </a:xfrm>
                <a:prstGeom prst="hexagon">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dirty="0">
                    <a:solidFill>
                      <a:srgbClr val="44546A">
                        <a:lumMod val="60000"/>
                        <a:lumOff val="40000"/>
                      </a:srgbClr>
                    </a:solidFill>
                  </a:endParaRPr>
                </a:p>
              </p:txBody>
            </p:sp>
          </p:grpSp>
          <p:grpSp>
            <p:nvGrpSpPr>
              <p:cNvPr id="24" name="组合 23"/>
              <p:cNvGrpSpPr/>
              <p:nvPr/>
            </p:nvGrpSpPr>
            <p:grpSpPr>
              <a:xfrm>
                <a:off x="2941293" y="3788716"/>
                <a:ext cx="452064" cy="249322"/>
                <a:chOff x="2985439" y="3716434"/>
                <a:chExt cx="452064" cy="249322"/>
              </a:xfrm>
            </p:grpSpPr>
            <p:sp>
              <p:nvSpPr>
                <p:cNvPr id="1065" name="矩形 1064"/>
                <p:cNvSpPr/>
                <p:nvPr/>
              </p:nvSpPr>
              <p:spPr>
                <a:xfrm>
                  <a:off x="2985441" y="3716434"/>
                  <a:ext cx="452062"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66" name="矩形 1065"/>
                <p:cNvSpPr/>
                <p:nvPr/>
              </p:nvSpPr>
              <p:spPr>
                <a:xfrm>
                  <a:off x="2985439" y="3813707"/>
                  <a:ext cx="396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69" name="矩形 1068"/>
                <p:cNvSpPr/>
                <p:nvPr/>
              </p:nvSpPr>
              <p:spPr>
                <a:xfrm>
                  <a:off x="2985439" y="3911756"/>
                  <a:ext cx="339047"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29" name="组合 28"/>
            <p:cNvGrpSpPr/>
            <p:nvPr/>
          </p:nvGrpSpPr>
          <p:grpSpPr>
            <a:xfrm>
              <a:off x="2390618" y="4549429"/>
              <a:ext cx="1015154" cy="263489"/>
              <a:chOff x="2306270" y="4491548"/>
              <a:chExt cx="1015154" cy="263489"/>
            </a:xfrm>
          </p:grpSpPr>
          <p:sp>
            <p:nvSpPr>
              <p:cNvPr id="930" name="圆角矩形 13"/>
              <p:cNvSpPr/>
              <p:nvPr/>
            </p:nvSpPr>
            <p:spPr>
              <a:xfrm>
                <a:off x="2626870" y="4491548"/>
                <a:ext cx="357831" cy="263489"/>
              </a:xfrm>
              <a:prstGeom prst="roundRect">
                <a:avLst>
                  <a:gd name="adj" fmla="val 8038"/>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dirty="0">
                  <a:solidFill>
                    <a:srgbClr val="44546A">
                      <a:lumMod val="60000"/>
                      <a:lumOff val="40000"/>
                    </a:srgbClr>
                  </a:solidFill>
                  <a:latin typeface="Arial" panose="020B0604020202020204"/>
                  <a:ea typeface="微软雅黑" panose="020B0503020204020204" charset="-122"/>
                </a:endParaRPr>
              </a:p>
            </p:txBody>
          </p:sp>
          <p:grpSp>
            <p:nvGrpSpPr>
              <p:cNvPr id="26" name="组合 25"/>
              <p:cNvGrpSpPr/>
              <p:nvPr/>
            </p:nvGrpSpPr>
            <p:grpSpPr>
              <a:xfrm>
                <a:off x="3069273" y="4491548"/>
                <a:ext cx="252151" cy="249322"/>
                <a:chOff x="3167324" y="4573427"/>
                <a:chExt cx="452064" cy="249322"/>
              </a:xfrm>
            </p:grpSpPr>
            <p:sp>
              <p:nvSpPr>
                <p:cNvPr id="1071" name="矩形 1070"/>
                <p:cNvSpPr/>
                <p:nvPr/>
              </p:nvSpPr>
              <p:spPr>
                <a:xfrm>
                  <a:off x="3167326" y="4573427"/>
                  <a:ext cx="452062"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2" name="矩形 1071"/>
                <p:cNvSpPr/>
                <p:nvPr/>
              </p:nvSpPr>
              <p:spPr>
                <a:xfrm>
                  <a:off x="3167324" y="4670700"/>
                  <a:ext cx="396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73" name="矩形 1072"/>
                <p:cNvSpPr/>
                <p:nvPr/>
              </p:nvSpPr>
              <p:spPr>
                <a:xfrm>
                  <a:off x="3167324" y="4768749"/>
                  <a:ext cx="339047"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74" name="组合 1073"/>
              <p:cNvGrpSpPr/>
              <p:nvPr/>
            </p:nvGrpSpPr>
            <p:grpSpPr>
              <a:xfrm>
                <a:off x="2306270" y="4491548"/>
                <a:ext cx="252152" cy="249322"/>
                <a:chOff x="3167322" y="4573427"/>
                <a:chExt cx="452066" cy="249322"/>
              </a:xfrm>
            </p:grpSpPr>
            <p:sp>
              <p:nvSpPr>
                <p:cNvPr id="1075" name="矩形 1074"/>
                <p:cNvSpPr/>
                <p:nvPr/>
              </p:nvSpPr>
              <p:spPr>
                <a:xfrm>
                  <a:off x="3167326" y="4573427"/>
                  <a:ext cx="452062"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76" name="矩形 1075"/>
                <p:cNvSpPr/>
                <p:nvPr/>
              </p:nvSpPr>
              <p:spPr>
                <a:xfrm>
                  <a:off x="3167326" y="4670700"/>
                  <a:ext cx="396001"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77" name="矩形 1076"/>
                <p:cNvSpPr/>
                <p:nvPr/>
              </p:nvSpPr>
              <p:spPr>
                <a:xfrm>
                  <a:off x="3167322" y="4768749"/>
                  <a:ext cx="339047"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grpSp>
        <p:nvGrpSpPr>
          <p:cNvPr id="198" name="组合 197"/>
          <p:cNvGrpSpPr/>
          <p:nvPr/>
        </p:nvGrpSpPr>
        <p:grpSpPr>
          <a:xfrm>
            <a:off x="4355744" y="1959177"/>
            <a:ext cx="4630137" cy="3093736"/>
            <a:chOff x="4355738" y="1959177"/>
            <a:chExt cx="4630137" cy="3093736"/>
          </a:xfrm>
        </p:grpSpPr>
        <p:sp>
          <p:nvSpPr>
            <p:cNvPr id="611" name="Freeform 6"/>
            <p:cNvSpPr/>
            <p:nvPr/>
          </p:nvSpPr>
          <p:spPr bwMode="auto">
            <a:xfrm>
              <a:off x="4355738" y="1959177"/>
              <a:ext cx="4630137" cy="3093736"/>
            </a:xfrm>
            <a:prstGeom prst="rect">
              <a:avLst/>
            </a:prstGeom>
            <a:gradFill>
              <a:gsLst>
                <a:gs pos="83000">
                  <a:schemeClr val="bg1"/>
                </a:gs>
                <a:gs pos="100000">
                  <a:schemeClr val="bg1">
                    <a:alpha val="0"/>
                  </a:schemeClr>
                </a:gs>
              </a:gsLst>
              <a:lin ang="5400000" scaled="1"/>
            </a:gradFill>
            <a:ln w="9525">
              <a:noFill/>
              <a:round/>
            </a:ln>
            <a:effectLst>
              <a:outerShdw blurRad="63500" sx="102000" sy="102000" algn="ctr" rotWithShape="0">
                <a:srgbClr val="E7E5EA">
                  <a:alpha val="50000"/>
                </a:srgbClr>
              </a:outerShdw>
            </a:effectLst>
          </p:spPr>
          <p:txBody>
            <a:bodyPr vert="horz" wrap="square" lIns="91440" tIns="45720" rIns="91440" bIns="45720" numCol="1" anchor="t" anchorCtr="0" compatLnSpc="1"/>
            <a:lstStyle/>
            <a:p>
              <a:endParaRPr lang="zh-CN" altLang="en-US"/>
            </a:p>
          </p:txBody>
        </p:sp>
        <p:sp>
          <p:nvSpPr>
            <p:cNvPr id="1092" name="矩形: 圆角 1091"/>
            <p:cNvSpPr>
              <a:spLocks noChangeAspect="1"/>
            </p:cNvSpPr>
            <p:nvPr/>
          </p:nvSpPr>
          <p:spPr>
            <a:xfrm>
              <a:off x="4537757" y="2967959"/>
              <a:ext cx="697541" cy="400205"/>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12" name="Rectangle 8"/>
            <p:cNvSpPr>
              <a:spLocks noChangeArrowheads="1"/>
            </p:cNvSpPr>
            <p:nvPr/>
          </p:nvSpPr>
          <p:spPr bwMode="auto">
            <a:xfrm>
              <a:off x="4537760" y="2305823"/>
              <a:ext cx="4293867" cy="401176"/>
            </a:xfrm>
            <a:prstGeom prst="rect">
              <a:avLst/>
            </a:prstGeom>
            <a:solidFill>
              <a:srgbClr val="F0EE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13" name="Rectangle 9"/>
            <p:cNvSpPr>
              <a:spLocks noChangeArrowheads="1"/>
            </p:cNvSpPr>
            <p:nvPr/>
          </p:nvSpPr>
          <p:spPr bwMode="auto">
            <a:xfrm>
              <a:off x="4537760" y="2305823"/>
              <a:ext cx="4293867" cy="233694"/>
            </a:xfrm>
            <a:prstGeom prst="rect">
              <a:avLst/>
            </a:prstGeom>
            <a:solidFill>
              <a:srgbClr val="B4B4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14" name="Oval 14"/>
            <p:cNvSpPr>
              <a:spLocks noChangeArrowheads="1"/>
            </p:cNvSpPr>
            <p:nvPr/>
          </p:nvSpPr>
          <p:spPr bwMode="auto">
            <a:xfrm>
              <a:off x="5016364" y="2138342"/>
              <a:ext cx="78918" cy="80494"/>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5" name="Oval 15"/>
            <p:cNvSpPr>
              <a:spLocks noChangeArrowheads="1"/>
            </p:cNvSpPr>
            <p:nvPr/>
          </p:nvSpPr>
          <p:spPr bwMode="auto">
            <a:xfrm>
              <a:off x="5155108" y="2138342"/>
              <a:ext cx="80193" cy="80494"/>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6" name="Oval 16"/>
            <p:cNvSpPr>
              <a:spLocks noChangeArrowheads="1"/>
            </p:cNvSpPr>
            <p:nvPr/>
          </p:nvSpPr>
          <p:spPr bwMode="auto">
            <a:xfrm>
              <a:off x="5293852" y="2138342"/>
              <a:ext cx="80193" cy="80494"/>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8" name="Freeform 18"/>
            <p:cNvSpPr/>
            <p:nvPr/>
          </p:nvSpPr>
          <p:spPr bwMode="auto">
            <a:xfrm>
              <a:off x="5604436" y="2349966"/>
              <a:ext cx="669536" cy="211624"/>
            </a:xfrm>
            <a:custGeom>
              <a:avLst/>
              <a:gdLst>
                <a:gd name="T0" fmla="*/ 520 w 547"/>
                <a:gd name="T1" fmla="*/ 170 h 170"/>
                <a:gd name="T2" fmla="*/ 27 w 547"/>
                <a:gd name="T3" fmla="*/ 170 h 170"/>
                <a:gd name="T4" fmla="*/ 0 w 547"/>
                <a:gd name="T5" fmla="*/ 143 h 170"/>
                <a:gd name="T6" fmla="*/ 0 w 547"/>
                <a:gd name="T7" fmla="*/ 27 h 170"/>
                <a:gd name="T8" fmla="*/ 27 w 547"/>
                <a:gd name="T9" fmla="*/ 0 h 170"/>
                <a:gd name="T10" fmla="*/ 520 w 547"/>
                <a:gd name="T11" fmla="*/ 0 h 170"/>
                <a:gd name="T12" fmla="*/ 547 w 547"/>
                <a:gd name="T13" fmla="*/ 27 h 170"/>
                <a:gd name="T14" fmla="*/ 547 w 547"/>
                <a:gd name="T15" fmla="*/ 143 h 170"/>
                <a:gd name="T16" fmla="*/ 520 w 547"/>
                <a:gd name="T17"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7" h="170">
                  <a:moveTo>
                    <a:pt x="520" y="170"/>
                  </a:moveTo>
                  <a:cubicBezTo>
                    <a:pt x="27" y="170"/>
                    <a:pt x="27" y="170"/>
                    <a:pt x="27" y="170"/>
                  </a:cubicBezTo>
                  <a:cubicBezTo>
                    <a:pt x="12" y="170"/>
                    <a:pt x="0" y="158"/>
                    <a:pt x="0" y="143"/>
                  </a:cubicBezTo>
                  <a:cubicBezTo>
                    <a:pt x="0" y="27"/>
                    <a:pt x="0" y="27"/>
                    <a:pt x="0" y="27"/>
                  </a:cubicBezTo>
                  <a:cubicBezTo>
                    <a:pt x="0" y="12"/>
                    <a:pt x="12" y="0"/>
                    <a:pt x="27" y="0"/>
                  </a:cubicBezTo>
                  <a:cubicBezTo>
                    <a:pt x="520" y="0"/>
                    <a:pt x="520" y="0"/>
                    <a:pt x="520" y="0"/>
                  </a:cubicBezTo>
                  <a:cubicBezTo>
                    <a:pt x="535" y="0"/>
                    <a:pt x="547" y="12"/>
                    <a:pt x="547" y="27"/>
                  </a:cubicBezTo>
                  <a:cubicBezTo>
                    <a:pt x="547" y="143"/>
                    <a:pt x="547" y="143"/>
                    <a:pt x="547" y="143"/>
                  </a:cubicBezTo>
                  <a:cubicBezTo>
                    <a:pt x="547" y="158"/>
                    <a:pt x="535" y="170"/>
                    <a:pt x="520" y="170"/>
                  </a:cubicBezTo>
                  <a:close/>
                </a:path>
              </a:pathLst>
            </a:cu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19" name="Rectangle 19"/>
            <p:cNvSpPr>
              <a:spLocks noChangeArrowheads="1"/>
            </p:cNvSpPr>
            <p:nvPr/>
          </p:nvSpPr>
          <p:spPr bwMode="auto">
            <a:xfrm>
              <a:off x="5766092" y="2423969"/>
              <a:ext cx="323313" cy="63617"/>
            </a:xfrm>
            <a:prstGeom prst="rect">
              <a:avLst/>
            </a:prstGeom>
            <a:solidFill>
              <a:srgbClr val="CFCBD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20" name="Freeform 20"/>
            <p:cNvSpPr/>
            <p:nvPr/>
          </p:nvSpPr>
          <p:spPr bwMode="auto">
            <a:xfrm>
              <a:off x="4974358" y="2405792"/>
              <a:ext cx="308037" cy="63617"/>
            </a:xfrm>
            <a:custGeom>
              <a:avLst/>
              <a:gdLst>
                <a:gd name="T0" fmla="*/ 227 w 251"/>
                <a:gd name="T1" fmla="*/ 0 h 51"/>
                <a:gd name="T2" fmla="*/ 24 w 251"/>
                <a:gd name="T3" fmla="*/ 0 h 51"/>
                <a:gd name="T4" fmla="*/ 0 w 251"/>
                <a:gd name="T5" fmla="*/ 24 h 51"/>
                <a:gd name="T6" fmla="*/ 0 w 251"/>
                <a:gd name="T7" fmla="*/ 27 h 51"/>
                <a:gd name="T8" fmla="*/ 24 w 251"/>
                <a:gd name="T9" fmla="*/ 51 h 51"/>
                <a:gd name="T10" fmla="*/ 227 w 251"/>
                <a:gd name="T11" fmla="*/ 51 h 51"/>
                <a:gd name="T12" fmla="*/ 251 w 251"/>
                <a:gd name="T13" fmla="*/ 27 h 51"/>
                <a:gd name="T14" fmla="*/ 251 w 251"/>
                <a:gd name="T15" fmla="*/ 24 h 51"/>
                <a:gd name="T16" fmla="*/ 227 w 251"/>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1" h="51">
                  <a:moveTo>
                    <a:pt x="227" y="0"/>
                  </a:moveTo>
                  <a:cubicBezTo>
                    <a:pt x="24" y="0"/>
                    <a:pt x="24" y="0"/>
                    <a:pt x="24" y="0"/>
                  </a:cubicBezTo>
                  <a:cubicBezTo>
                    <a:pt x="11" y="0"/>
                    <a:pt x="0" y="11"/>
                    <a:pt x="0" y="24"/>
                  </a:cubicBezTo>
                  <a:cubicBezTo>
                    <a:pt x="0" y="27"/>
                    <a:pt x="0" y="27"/>
                    <a:pt x="0" y="27"/>
                  </a:cubicBezTo>
                  <a:cubicBezTo>
                    <a:pt x="0" y="41"/>
                    <a:pt x="11" y="51"/>
                    <a:pt x="24" y="51"/>
                  </a:cubicBezTo>
                  <a:cubicBezTo>
                    <a:pt x="227" y="51"/>
                    <a:pt x="227" y="51"/>
                    <a:pt x="227" y="51"/>
                  </a:cubicBezTo>
                  <a:cubicBezTo>
                    <a:pt x="240" y="51"/>
                    <a:pt x="251" y="41"/>
                    <a:pt x="251" y="27"/>
                  </a:cubicBezTo>
                  <a:cubicBezTo>
                    <a:pt x="251" y="24"/>
                    <a:pt x="251" y="24"/>
                    <a:pt x="251" y="24"/>
                  </a:cubicBezTo>
                  <a:cubicBezTo>
                    <a:pt x="251" y="11"/>
                    <a:pt x="240" y="0"/>
                    <a:pt x="227"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1" name="Freeform 21"/>
            <p:cNvSpPr/>
            <p:nvPr/>
          </p:nvSpPr>
          <p:spPr bwMode="auto">
            <a:xfrm>
              <a:off x="6534914" y="2405792"/>
              <a:ext cx="306765" cy="63617"/>
            </a:xfrm>
            <a:custGeom>
              <a:avLst/>
              <a:gdLst>
                <a:gd name="T0" fmla="*/ 226 w 250"/>
                <a:gd name="T1" fmla="*/ 0 h 51"/>
                <a:gd name="T2" fmla="*/ 24 w 250"/>
                <a:gd name="T3" fmla="*/ 0 h 51"/>
                <a:gd name="T4" fmla="*/ 0 w 250"/>
                <a:gd name="T5" fmla="*/ 24 h 51"/>
                <a:gd name="T6" fmla="*/ 0 w 250"/>
                <a:gd name="T7" fmla="*/ 27 h 51"/>
                <a:gd name="T8" fmla="*/ 24 w 250"/>
                <a:gd name="T9" fmla="*/ 51 h 51"/>
                <a:gd name="T10" fmla="*/ 226 w 250"/>
                <a:gd name="T11" fmla="*/ 51 h 51"/>
                <a:gd name="T12" fmla="*/ 250 w 250"/>
                <a:gd name="T13" fmla="*/ 27 h 51"/>
                <a:gd name="T14" fmla="*/ 250 w 250"/>
                <a:gd name="T15" fmla="*/ 24 h 51"/>
                <a:gd name="T16" fmla="*/ 226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6" y="0"/>
                  </a:moveTo>
                  <a:cubicBezTo>
                    <a:pt x="24" y="0"/>
                    <a:pt x="24" y="0"/>
                    <a:pt x="24" y="0"/>
                  </a:cubicBezTo>
                  <a:cubicBezTo>
                    <a:pt x="10" y="0"/>
                    <a:pt x="0" y="11"/>
                    <a:pt x="0" y="24"/>
                  </a:cubicBezTo>
                  <a:cubicBezTo>
                    <a:pt x="0" y="27"/>
                    <a:pt x="0" y="27"/>
                    <a:pt x="0" y="27"/>
                  </a:cubicBezTo>
                  <a:cubicBezTo>
                    <a:pt x="0" y="41"/>
                    <a:pt x="10" y="51"/>
                    <a:pt x="24" y="51"/>
                  </a:cubicBezTo>
                  <a:cubicBezTo>
                    <a:pt x="226" y="51"/>
                    <a:pt x="226" y="51"/>
                    <a:pt x="226" y="51"/>
                  </a:cubicBezTo>
                  <a:cubicBezTo>
                    <a:pt x="239" y="51"/>
                    <a:pt x="250" y="41"/>
                    <a:pt x="250" y="27"/>
                  </a:cubicBezTo>
                  <a:cubicBezTo>
                    <a:pt x="250" y="24"/>
                    <a:pt x="250" y="24"/>
                    <a:pt x="250" y="24"/>
                  </a:cubicBezTo>
                  <a:cubicBezTo>
                    <a:pt x="250" y="11"/>
                    <a:pt x="239" y="0"/>
                    <a:pt x="226"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2" name="Freeform 22"/>
            <p:cNvSpPr/>
            <p:nvPr/>
          </p:nvSpPr>
          <p:spPr bwMode="auto">
            <a:xfrm>
              <a:off x="7117894" y="2405792"/>
              <a:ext cx="306765" cy="63617"/>
            </a:xfrm>
            <a:custGeom>
              <a:avLst/>
              <a:gdLst>
                <a:gd name="T0" fmla="*/ 226 w 250"/>
                <a:gd name="T1" fmla="*/ 0 h 51"/>
                <a:gd name="T2" fmla="*/ 24 w 250"/>
                <a:gd name="T3" fmla="*/ 0 h 51"/>
                <a:gd name="T4" fmla="*/ 0 w 250"/>
                <a:gd name="T5" fmla="*/ 24 h 51"/>
                <a:gd name="T6" fmla="*/ 0 w 250"/>
                <a:gd name="T7" fmla="*/ 27 h 51"/>
                <a:gd name="T8" fmla="*/ 24 w 250"/>
                <a:gd name="T9" fmla="*/ 51 h 51"/>
                <a:gd name="T10" fmla="*/ 226 w 250"/>
                <a:gd name="T11" fmla="*/ 51 h 51"/>
                <a:gd name="T12" fmla="*/ 250 w 250"/>
                <a:gd name="T13" fmla="*/ 27 h 51"/>
                <a:gd name="T14" fmla="*/ 250 w 250"/>
                <a:gd name="T15" fmla="*/ 24 h 51"/>
                <a:gd name="T16" fmla="*/ 226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6" y="0"/>
                  </a:moveTo>
                  <a:cubicBezTo>
                    <a:pt x="24" y="0"/>
                    <a:pt x="24" y="0"/>
                    <a:pt x="24" y="0"/>
                  </a:cubicBezTo>
                  <a:cubicBezTo>
                    <a:pt x="11" y="0"/>
                    <a:pt x="0" y="11"/>
                    <a:pt x="0" y="24"/>
                  </a:cubicBezTo>
                  <a:cubicBezTo>
                    <a:pt x="0" y="27"/>
                    <a:pt x="0" y="27"/>
                    <a:pt x="0" y="27"/>
                  </a:cubicBezTo>
                  <a:cubicBezTo>
                    <a:pt x="0" y="41"/>
                    <a:pt x="11" y="51"/>
                    <a:pt x="24" y="51"/>
                  </a:cubicBezTo>
                  <a:cubicBezTo>
                    <a:pt x="226" y="51"/>
                    <a:pt x="226" y="51"/>
                    <a:pt x="226" y="51"/>
                  </a:cubicBezTo>
                  <a:cubicBezTo>
                    <a:pt x="240" y="51"/>
                    <a:pt x="250" y="41"/>
                    <a:pt x="250" y="27"/>
                  </a:cubicBezTo>
                  <a:cubicBezTo>
                    <a:pt x="250" y="24"/>
                    <a:pt x="250" y="24"/>
                    <a:pt x="250" y="24"/>
                  </a:cubicBezTo>
                  <a:cubicBezTo>
                    <a:pt x="250" y="11"/>
                    <a:pt x="240" y="0"/>
                    <a:pt x="226"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3" name="Freeform 23"/>
            <p:cNvSpPr/>
            <p:nvPr/>
          </p:nvSpPr>
          <p:spPr bwMode="auto">
            <a:xfrm>
              <a:off x="7700875" y="2405792"/>
              <a:ext cx="306765" cy="63617"/>
            </a:xfrm>
            <a:custGeom>
              <a:avLst/>
              <a:gdLst>
                <a:gd name="T0" fmla="*/ 227 w 250"/>
                <a:gd name="T1" fmla="*/ 0 h 51"/>
                <a:gd name="T2" fmla="*/ 24 w 250"/>
                <a:gd name="T3" fmla="*/ 0 h 51"/>
                <a:gd name="T4" fmla="*/ 0 w 250"/>
                <a:gd name="T5" fmla="*/ 24 h 51"/>
                <a:gd name="T6" fmla="*/ 0 w 250"/>
                <a:gd name="T7" fmla="*/ 27 h 51"/>
                <a:gd name="T8" fmla="*/ 24 w 250"/>
                <a:gd name="T9" fmla="*/ 51 h 51"/>
                <a:gd name="T10" fmla="*/ 227 w 250"/>
                <a:gd name="T11" fmla="*/ 51 h 51"/>
                <a:gd name="T12" fmla="*/ 250 w 250"/>
                <a:gd name="T13" fmla="*/ 27 h 51"/>
                <a:gd name="T14" fmla="*/ 250 w 250"/>
                <a:gd name="T15" fmla="*/ 24 h 51"/>
                <a:gd name="T16" fmla="*/ 227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7" y="0"/>
                  </a:moveTo>
                  <a:cubicBezTo>
                    <a:pt x="24" y="0"/>
                    <a:pt x="24" y="0"/>
                    <a:pt x="24" y="0"/>
                  </a:cubicBezTo>
                  <a:cubicBezTo>
                    <a:pt x="11" y="0"/>
                    <a:pt x="0" y="11"/>
                    <a:pt x="0" y="24"/>
                  </a:cubicBezTo>
                  <a:cubicBezTo>
                    <a:pt x="0" y="27"/>
                    <a:pt x="0" y="27"/>
                    <a:pt x="0" y="27"/>
                  </a:cubicBezTo>
                  <a:cubicBezTo>
                    <a:pt x="0" y="41"/>
                    <a:pt x="11" y="51"/>
                    <a:pt x="24" y="51"/>
                  </a:cubicBezTo>
                  <a:cubicBezTo>
                    <a:pt x="227" y="51"/>
                    <a:pt x="227" y="51"/>
                    <a:pt x="227" y="51"/>
                  </a:cubicBezTo>
                  <a:cubicBezTo>
                    <a:pt x="240" y="51"/>
                    <a:pt x="250" y="41"/>
                    <a:pt x="250" y="27"/>
                  </a:cubicBezTo>
                  <a:cubicBezTo>
                    <a:pt x="250" y="24"/>
                    <a:pt x="250" y="24"/>
                    <a:pt x="250" y="24"/>
                  </a:cubicBezTo>
                  <a:cubicBezTo>
                    <a:pt x="250" y="11"/>
                    <a:pt x="240" y="0"/>
                    <a:pt x="227"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06" name="任意多边形: 形状 1105"/>
            <p:cNvSpPr/>
            <p:nvPr/>
          </p:nvSpPr>
          <p:spPr>
            <a:xfrm>
              <a:off x="4537757" y="3442511"/>
              <a:ext cx="697541" cy="205836"/>
            </a:xfrm>
            <a:custGeom>
              <a:avLst/>
              <a:gdLst>
                <a:gd name="connsiteX0" fmla="*/ 29553 w 1189177"/>
                <a:gd name="connsiteY0" fmla="*/ 0 h 385548"/>
                <a:gd name="connsiteX1" fmla="*/ 1159624 w 1189177"/>
                <a:gd name="connsiteY1" fmla="*/ 0 h 385548"/>
                <a:gd name="connsiteX2" fmla="*/ 1189177 w 1189177"/>
                <a:gd name="connsiteY2" fmla="*/ 29553 h 385548"/>
                <a:gd name="connsiteX3" fmla="*/ 1189177 w 1189177"/>
                <a:gd name="connsiteY3" fmla="*/ 385548 h 385548"/>
                <a:gd name="connsiteX4" fmla="*/ 0 w 1189177"/>
                <a:gd name="connsiteY4" fmla="*/ 385548 h 385548"/>
                <a:gd name="connsiteX5" fmla="*/ 0 w 1189177"/>
                <a:gd name="connsiteY5" fmla="*/ 29553 h 385548"/>
                <a:gd name="connsiteX6" fmla="*/ 29553 w 1189177"/>
                <a:gd name="connsiteY6" fmla="*/ 0 h 385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9177" h="385548">
                  <a:moveTo>
                    <a:pt x="29553" y="0"/>
                  </a:moveTo>
                  <a:lnTo>
                    <a:pt x="1159624" y="0"/>
                  </a:lnTo>
                  <a:cubicBezTo>
                    <a:pt x="1175946" y="0"/>
                    <a:pt x="1189177" y="13231"/>
                    <a:pt x="1189177" y="29553"/>
                  </a:cubicBezTo>
                  <a:lnTo>
                    <a:pt x="1189177" y="385548"/>
                  </a:lnTo>
                  <a:lnTo>
                    <a:pt x="0" y="385548"/>
                  </a:lnTo>
                  <a:lnTo>
                    <a:pt x="0" y="29553"/>
                  </a:lnTo>
                  <a:cubicBezTo>
                    <a:pt x="0" y="13231"/>
                    <a:pt x="13231" y="0"/>
                    <a:pt x="29553" y="0"/>
                  </a:cubicBezTo>
                  <a:close/>
                </a:path>
              </a:pathLst>
            </a:custGeom>
            <a:solidFill>
              <a:srgbClr val="867D98">
                <a:lumMod val="20000"/>
                <a:lumOff val="80000"/>
              </a:srgbClr>
            </a:solidFill>
            <a:ln w="38100" cap="flat" cmpd="sng" algn="ctr">
              <a:noFill/>
              <a:prstDash val="solid"/>
              <a:miter lim="800000"/>
            </a:ln>
            <a:effectLst/>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dirty="0">
                <a:solidFill>
                  <a:srgbClr val="44546A">
                    <a:lumMod val="60000"/>
                    <a:lumOff val="40000"/>
                  </a:srgbClr>
                </a:solidFill>
              </a:endParaRPr>
            </a:p>
          </p:txBody>
        </p:sp>
        <p:grpSp>
          <p:nvGrpSpPr>
            <p:cNvPr id="1107" name="组合 1106"/>
            <p:cNvGrpSpPr/>
            <p:nvPr/>
          </p:nvGrpSpPr>
          <p:grpSpPr>
            <a:xfrm>
              <a:off x="4594421" y="3700293"/>
              <a:ext cx="584212" cy="81394"/>
              <a:chOff x="890763" y="3168433"/>
              <a:chExt cx="1107466" cy="151273"/>
            </a:xfrm>
          </p:grpSpPr>
          <p:grpSp>
            <p:nvGrpSpPr>
              <p:cNvPr id="1108" name="组合 1107"/>
              <p:cNvGrpSpPr/>
              <p:nvPr/>
            </p:nvGrpSpPr>
            <p:grpSpPr>
              <a:xfrm>
                <a:off x="890763" y="3168433"/>
                <a:ext cx="288000" cy="151273"/>
                <a:chOff x="890763" y="3187237"/>
                <a:chExt cx="288000" cy="151273"/>
              </a:xfrm>
            </p:grpSpPr>
            <p:sp>
              <p:nvSpPr>
                <p:cNvPr id="1115" name="矩形 1114"/>
                <p:cNvSpPr/>
                <p:nvPr/>
              </p:nvSpPr>
              <p:spPr>
                <a:xfrm>
                  <a:off x="890763" y="3187237"/>
                  <a:ext cx="288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6" name="矩形 1115"/>
                <p:cNvSpPr/>
                <p:nvPr/>
              </p:nvSpPr>
              <p:spPr>
                <a:xfrm>
                  <a:off x="890763" y="3284510"/>
                  <a:ext cx="216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09" name="组合 1108"/>
              <p:cNvGrpSpPr/>
              <p:nvPr/>
            </p:nvGrpSpPr>
            <p:grpSpPr>
              <a:xfrm>
                <a:off x="1300496" y="3168433"/>
                <a:ext cx="288000" cy="151273"/>
                <a:chOff x="890763" y="3187237"/>
                <a:chExt cx="288000" cy="151273"/>
              </a:xfrm>
            </p:grpSpPr>
            <p:sp>
              <p:nvSpPr>
                <p:cNvPr id="1113" name="矩形 1112"/>
                <p:cNvSpPr/>
                <p:nvPr/>
              </p:nvSpPr>
              <p:spPr>
                <a:xfrm>
                  <a:off x="890763" y="3187237"/>
                  <a:ext cx="288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4" name="矩形 1113"/>
                <p:cNvSpPr/>
                <p:nvPr/>
              </p:nvSpPr>
              <p:spPr>
                <a:xfrm>
                  <a:off x="890763" y="3284510"/>
                  <a:ext cx="216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10" name="组合 1109"/>
              <p:cNvGrpSpPr/>
              <p:nvPr/>
            </p:nvGrpSpPr>
            <p:grpSpPr>
              <a:xfrm>
                <a:off x="1710229" y="3168433"/>
                <a:ext cx="288000" cy="151273"/>
                <a:chOff x="890763" y="3187237"/>
                <a:chExt cx="288000" cy="151273"/>
              </a:xfrm>
            </p:grpSpPr>
            <p:sp>
              <p:nvSpPr>
                <p:cNvPr id="1111" name="矩形 1110"/>
                <p:cNvSpPr/>
                <p:nvPr/>
              </p:nvSpPr>
              <p:spPr>
                <a:xfrm>
                  <a:off x="890763" y="3187237"/>
                  <a:ext cx="288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2" name="矩形 1111"/>
                <p:cNvSpPr/>
                <p:nvPr/>
              </p:nvSpPr>
              <p:spPr>
                <a:xfrm>
                  <a:off x="890763" y="3284510"/>
                  <a:ext cx="216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105" name="矩形: 圆角 1104"/>
            <p:cNvSpPr>
              <a:spLocks noChangeAspect="1"/>
            </p:cNvSpPr>
            <p:nvPr/>
          </p:nvSpPr>
          <p:spPr>
            <a:xfrm>
              <a:off x="4537757" y="3442511"/>
              <a:ext cx="697541" cy="400205"/>
            </a:xfrm>
            <a:prstGeom prst="roundRect">
              <a:avLst>
                <a:gd name="adj" fmla="val 4418"/>
              </a:avLst>
            </a:prstGeom>
            <a:noFill/>
            <a:ln w="19050">
              <a:solidFill>
                <a:srgbClr val="F734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122" name="组合 1121"/>
            <p:cNvGrpSpPr/>
            <p:nvPr/>
          </p:nvGrpSpPr>
          <p:grpSpPr>
            <a:xfrm>
              <a:off x="5661334" y="3313021"/>
              <a:ext cx="2861662" cy="1318925"/>
              <a:chOff x="890763" y="2819277"/>
              <a:chExt cx="1107467" cy="500429"/>
            </a:xfrm>
          </p:grpSpPr>
          <p:grpSp>
            <p:nvGrpSpPr>
              <p:cNvPr id="1123" name="组合 1122"/>
              <p:cNvGrpSpPr/>
              <p:nvPr/>
            </p:nvGrpSpPr>
            <p:grpSpPr>
              <a:xfrm>
                <a:off x="890763" y="2819277"/>
                <a:ext cx="1107467" cy="500429"/>
                <a:chOff x="890763" y="2838081"/>
                <a:chExt cx="1107467" cy="500429"/>
              </a:xfrm>
            </p:grpSpPr>
            <p:sp>
              <p:nvSpPr>
                <p:cNvPr id="1130" name="矩形 1129"/>
                <p:cNvSpPr/>
                <p:nvPr/>
              </p:nvSpPr>
              <p:spPr>
                <a:xfrm>
                  <a:off x="890763" y="3187237"/>
                  <a:ext cx="288000" cy="5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1" name="矩形 1130"/>
                <p:cNvSpPr/>
                <p:nvPr/>
              </p:nvSpPr>
              <p:spPr>
                <a:xfrm>
                  <a:off x="890763" y="3284510"/>
                  <a:ext cx="216000" cy="5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2" name="矩形 1131"/>
                <p:cNvSpPr/>
                <p:nvPr/>
              </p:nvSpPr>
              <p:spPr>
                <a:xfrm>
                  <a:off x="1134834" y="2838081"/>
                  <a:ext cx="619325" cy="5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3" name="矩形 1132"/>
                <p:cNvSpPr/>
                <p:nvPr/>
              </p:nvSpPr>
              <p:spPr>
                <a:xfrm>
                  <a:off x="890763" y="2935354"/>
                  <a:ext cx="1107467" cy="54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24" name="组合 1123"/>
              <p:cNvGrpSpPr/>
              <p:nvPr/>
            </p:nvGrpSpPr>
            <p:grpSpPr>
              <a:xfrm>
                <a:off x="1300496" y="3168433"/>
                <a:ext cx="288000" cy="151273"/>
                <a:chOff x="890763" y="3187237"/>
                <a:chExt cx="288000" cy="151273"/>
              </a:xfrm>
            </p:grpSpPr>
            <p:sp>
              <p:nvSpPr>
                <p:cNvPr id="1128" name="矩形 1127"/>
                <p:cNvSpPr/>
                <p:nvPr/>
              </p:nvSpPr>
              <p:spPr>
                <a:xfrm>
                  <a:off x="890763" y="3187237"/>
                  <a:ext cx="288000" cy="5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9" name="矩形 1128"/>
                <p:cNvSpPr/>
                <p:nvPr/>
              </p:nvSpPr>
              <p:spPr>
                <a:xfrm>
                  <a:off x="890763" y="3284510"/>
                  <a:ext cx="216000" cy="5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25" name="组合 1124"/>
              <p:cNvGrpSpPr/>
              <p:nvPr/>
            </p:nvGrpSpPr>
            <p:grpSpPr>
              <a:xfrm>
                <a:off x="1710229" y="3168433"/>
                <a:ext cx="288000" cy="151273"/>
                <a:chOff x="890763" y="3187237"/>
                <a:chExt cx="288000" cy="151273"/>
              </a:xfrm>
            </p:grpSpPr>
            <p:sp>
              <p:nvSpPr>
                <p:cNvPr id="1126" name="矩形 1125"/>
                <p:cNvSpPr/>
                <p:nvPr/>
              </p:nvSpPr>
              <p:spPr>
                <a:xfrm>
                  <a:off x="890763" y="3187237"/>
                  <a:ext cx="288000" cy="5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27" name="矩形 1126"/>
                <p:cNvSpPr/>
                <p:nvPr/>
              </p:nvSpPr>
              <p:spPr>
                <a:xfrm>
                  <a:off x="890763" y="3284510"/>
                  <a:ext cx="216000" cy="5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31" name="组合 30"/>
            <p:cNvGrpSpPr/>
            <p:nvPr/>
          </p:nvGrpSpPr>
          <p:grpSpPr>
            <a:xfrm>
              <a:off x="4594421" y="3512445"/>
              <a:ext cx="584213" cy="81394"/>
              <a:chOff x="4267627" y="3525007"/>
              <a:chExt cx="584213" cy="96039"/>
            </a:xfrm>
          </p:grpSpPr>
          <p:sp>
            <p:nvSpPr>
              <p:cNvPr id="1160" name="矩形 1159"/>
              <p:cNvSpPr/>
              <p:nvPr/>
            </p:nvSpPr>
            <p:spPr>
              <a:xfrm>
                <a:off x="4396380" y="3525007"/>
                <a:ext cx="326707" cy="342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61" name="矩形 1160"/>
              <p:cNvSpPr/>
              <p:nvPr/>
            </p:nvSpPr>
            <p:spPr>
              <a:xfrm>
                <a:off x="4267627" y="3586763"/>
                <a:ext cx="584213" cy="342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192" name="矩形: 圆角 1191"/>
            <p:cNvSpPr>
              <a:spLocks noChangeAspect="1"/>
            </p:cNvSpPr>
            <p:nvPr/>
          </p:nvSpPr>
          <p:spPr>
            <a:xfrm>
              <a:off x="4537757" y="3917063"/>
              <a:ext cx="697541" cy="400205"/>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93" name="矩形: 圆角 1192"/>
            <p:cNvSpPr>
              <a:spLocks noChangeAspect="1"/>
            </p:cNvSpPr>
            <p:nvPr/>
          </p:nvSpPr>
          <p:spPr>
            <a:xfrm>
              <a:off x="4537757" y="4391615"/>
              <a:ext cx="697541" cy="400205"/>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98" name="任意多边形: 形状 1197"/>
            <p:cNvSpPr>
              <a:spLocks noChangeAspect="1"/>
            </p:cNvSpPr>
            <p:nvPr/>
          </p:nvSpPr>
          <p:spPr>
            <a:xfrm>
              <a:off x="5383774" y="2967959"/>
              <a:ext cx="3416779" cy="1013353"/>
            </a:xfrm>
            <a:custGeom>
              <a:avLst/>
              <a:gdLst>
                <a:gd name="connsiteX0" fmla="*/ 55458 w 3416779"/>
                <a:gd name="connsiteY0" fmla="*/ 0 h 1013353"/>
                <a:gd name="connsiteX1" fmla="*/ 3361321 w 3416779"/>
                <a:gd name="connsiteY1" fmla="*/ 0 h 1013353"/>
                <a:gd name="connsiteX2" fmla="*/ 3416779 w 3416779"/>
                <a:gd name="connsiteY2" fmla="*/ 55458 h 1013353"/>
                <a:gd name="connsiteX3" fmla="*/ 3416779 w 3416779"/>
                <a:gd name="connsiteY3" fmla="*/ 1013353 h 1013353"/>
                <a:gd name="connsiteX4" fmla="*/ 0 w 3416779"/>
                <a:gd name="connsiteY4" fmla="*/ 1013353 h 1013353"/>
                <a:gd name="connsiteX5" fmla="*/ 0 w 3416779"/>
                <a:gd name="connsiteY5" fmla="*/ 55458 h 1013353"/>
                <a:gd name="connsiteX6" fmla="*/ 55458 w 3416779"/>
                <a:gd name="connsiteY6" fmla="*/ 0 h 1013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16779" h="1013353">
                  <a:moveTo>
                    <a:pt x="55458" y="0"/>
                  </a:moveTo>
                  <a:lnTo>
                    <a:pt x="3361321" y="0"/>
                  </a:lnTo>
                  <a:cubicBezTo>
                    <a:pt x="3391950" y="0"/>
                    <a:pt x="3416779" y="24829"/>
                    <a:pt x="3416779" y="55458"/>
                  </a:cubicBezTo>
                  <a:lnTo>
                    <a:pt x="3416779" y="1013353"/>
                  </a:lnTo>
                  <a:lnTo>
                    <a:pt x="0" y="1013353"/>
                  </a:lnTo>
                  <a:lnTo>
                    <a:pt x="0" y="55458"/>
                  </a:lnTo>
                  <a:cubicBezTo>
                    <a:pt x="0" y="24829"/>
                    <a:pt x="24829" y="0"/>
                    <a:pt x="55458" y="0"/>
                  </a:cubicBezTo>
                  <a:close/>
                </a:path>
              </a:pathLst>
            </a:custGeom>
            <a:solidFill>
              <a:srgbClr val="F0EEF2"/>
            </a:solidFill>
            <a:ln w="25400">
              <a:gradFill>
                <a:gsLst>
                  <a:gs pos="0">
                    <a:srgbClr val="F0EEF2"/>
                  </a:gs>
                  <a:gs pos="100000">
                    <a:srgbClr val="F0EEF2">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96" name="组合 195"/>
            <p:cNvGrpSpPr/>
            <p:nvPr/>
          </p:nvGrpSpPr>
          <p:grpSpPr>
            <a:xfrm>
              <a:off x="5661334" y="3276855"/>
              <a:ext cx="2839176" cy="395561"/>
              <a:chOff x="6607371" y="3447302"/>
              <a:chExt cx="584213" cy="81394"/>
            </a:xfrm>
          </p:grpSpPr>
          <p:sp>
            <p:nvSpPr>
              <p:cNvPr id="1201" name="矩形 1200"/>
              <p:cNvSpPr/>
              <p:nvPr/>
            </p:nvSpPr>
            <p:spPr>
              <a:xfrm>
                <a:off x="6736124" y="3447302"/>
                <a:ext cx="326707" cy="290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2" name="矩形 1201"/>
              <p:cNvSpPr/>
              <p:nvPr/>
            </p:nvSpPr>
            <p:spPr>
              <a:xfrm>
                <a:off x="6607371" y="3499641"/>
                <a:ext cx="584213" cy="290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08" name="矩形: 圆角 1207"/>
            <p:cNvSpPr>
              <a:spLocks noChangeAspect="1"/>
            </p:cNvSpPr>
            <p:nvPr/>
          </p:nvSpPr>
          <p:spPr>
            <a:xfrm>
              <a:off x="4537757" y="4864702"/>
              <a:ext cx="697541" cy="164498"/>
            </a:xfrm>
            <a:prstGeom prst="roundRect">
              <a:avLst>
                <a:gd name="adj" fmla="val 14540"/>
              </a:avLst>
            </a:prstGeom>
            <a:gradFill>
              <a:gsLst>
                <a:gs pos="8000">
                  <a:srgbClr val="F0EEF2"/>
                </a:gs>
                <a:gs pos="100000">
                  <a:srgbClr val="F0EEF2">
                    <a:alpha val="0"/>
                  </a:srgb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195" name="矩形: 圆角 1194"/>
            <p:cNvSpPr>
              <a:spLocks noChangeAspect="1"/>
            </p:cNvSpPr>
            <p:nvPr/>
          </p:nvSpPr>
          <p:spPr>
            <a:xfrm>
              <a:off x="5383774" y="2967958"/>
              <a:ext cx="3416779" cy="1960332"/>
            </a:xfrm>
            <a:prstGeom prst="roundRect">
              <a:avLst>
                <a:gd name="adj" fmla="val 2829"/>
              </a:avLst>
            </a:prstGeom>
            <a:noFill/>
            <a:ln w="25400">
              <a:gradFill>
                <a:gsLst>
                  <a:gs pos="62000">
                    <a:srgbClr val="F0EEF2"/>
                  </a:gs>
                  <a:gs pos="100000">
                    <a:srgbClr val="F0EEF2">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142" name="标题 1"/>
          <p:cNvSpPr txBox="1"/>
          <p:nvPr/>
        </p:nvSpPr>
        <p:spPr>
          <a:xfrm>
            <a:off x="660400" y="-1"/>
            <a:ext cx="10858500" cy="10287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400"/>
            <a:r>
              <a:rPr lang="zh-CN" altLang="en-US" sz="2800" b="1" dirty="0"/>
              <a:t>快速设计页面  </a:t>
            </a:r>
            <a:r>
              <a:rPr lang="en-US" altLang="zh-CN" sz="2800" b="1" dirty="0"/>
              <a:t>Quick </a:t>
            </a:r>
            <a:r>
              <a:rPr lang="en-US" altLang="zh-CN" sz="2800" b="1"/>
              <a:t>Slides De</a:t>
            </a:r>
            <a:r>
              <a:rPr lang="en-US" altLang="zh-CN" sz="100" b="1"/>
              <a:t> </a:t>
            </a:r>
            <a:r>
              <a:rPr lang="en-US" altLang="zh-CN" sz="2800" b="1"/>
              <a:t>sign</a:t>
            </a:r>
            <a:endParaRPr lang="zh-CN" altLang="en-US" sz="2800" b="1" dirty="0"/>
          </a:p>
        </p:txBody>
      </p:sp>
      <p:grpSp>
        <p:nvGrpSpPr>
          <p:cNvPr id="7" name="组合 6"/>
          <p:cNvGrpSpPr/>
          <p:nvPr/>
        </p:nvGrpSpPr>
        <p:grpSpPr>
          <a:xfrm>
            <a:off x="2402783" y="3675081"/>
            <a:ext cx="990824" cy="138044"/>
            <a:chOff x="4746821" y="3664845"/>
            <a:chExt cx="584213" cy="81394"/>
          </a:xfrm>
        </p:grpSpPr>
        <p:sp>
          <p:nvSpPr>
            <p:cNvPr id="4" name="矩形 3"/>
            <p:cNvSpPr/>
            <p:nvPr/>
          </p:nvSpPr>
          <p:spPr>
            <a:xfrm>
              <a:off x="4875574" y="3664845"/>
              <a:ext cx="326707" cy="290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4746821" y="3717184"/>
              <a:ext cx="584213" cy="2905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矩形 1"/>
          <p:cNvSpPr/>
          <p:nvPr/>
        </p:nvSpPr>
        <p:spPr>
          <a:xfrm>
            <a:off x="8978025" y="128575"/>
            <a:ext cx="2540875" cy="771556"/>
          </a:xfrm>
          <a:prstGeom prst="rect">
            <a:avLst/>
          </a:prstGeom>
          <a:solidFill>
            <a:srgbClr val="F73434"/>
          </a:solidFill>
          <a:ln w="12700">
            <a:noFill/>
            <a:prstDash val="sysDash"/>
          </a:ln>
        </p:spPr>
        <p:txBody>
          <a:bodyPr wrap="square" lIns="91440" tIns="91440" rIns="91440" bIns="91440" rtlCol="0" anchor="ctr">
            <a:noAutofit/>
          </a:bodyPr>
          <a:lstStyle/>
          <a:p>
            <a:pPr>
              <a:lnSpc>
                <a:spcPct val="120000"/>
              </a:lnSpc>
            </a:pPr>
            <a:r>
              <a:rPr lang="en-US" altLang="zh-CN" sz="800" b="1" dirty="0">
                <a:solidFill>
                  <a:schemeClr val="bg1"/>
                </a:solidFill>
              </a:rPr>
              <a:t>Note:</a:t>
            </a:r>
            <a:endParaRPr lang="en-US" altLang="zh-CN" sz="800" b="1" dirty="0">
              <a:solidFill>
                <a:schemeClr val="bg1"/>
              </a:solidFill>
            </a:endParaRPr>
          </a:p>
          <a:p>
            <a:pPr>
              <a:lnSpc>
                <a:spcPct val="120000"/>
              </a:lnSpc>
            </a:pPr>
            <a:r>
              <a:rPr lang="zh-CN" altLang="en-US" sz="800" dirty="0">
                <a:solidFill>
                  <a:schemeClr val="bg1"/>
                </a:solidFill>
              </a:rPr>
              <a:t>本页为说明页，使用时请删除本页内容。</a:t>
            </a:r>
            <a:endParaRPr lang="zh-CN" altLang="en-US" sz="800" dirty="0">
              <a:solidFill>
                <a:schemeClr val="bg1"/>
              </a:solidFill>
            </a:endParaRPr>
          </a:p>
          <a:p>
            <a:pPr>
              <a:lnSpc>
                <a:spcPct val="120000"/>
              </a:lnSpc>
            </a:pPr>
            <a:r>
              <a:rPr lang="en-US" altLang="zh-CN" sz="800" dirty="0">
                <a:solidFill>
                  <a:schemeClr val="bg1"/>
                </a:solidFill>
              </a:rPr>
              <a:t>This slide is an instruction. Please delete this slide before using it </a:t>
            </a:r>
            <a:r>
              <a:rPr lang="en-US" altLang="zh-CN" sz="800">
                <a:solidFill>
                  <a:schemeClr val="bg1"/>
                </a:solidFill>
              </a:rPr>
              <a:t>for p</a:t>
            </a:r>
            <a:r>
              <a:rPr lang="en-US" altLang="zh-CN" sz="100">
                <a:solidFill>
                  <a:schemeClr val="bg1"/>
                </a:solidFill>
              </a:rPr>
              <a:t> </a:t>
            </a:r>
            <a:r>
              <a:rPr lang="en-US" altLang="zh-CN" sz="800">
                <a:solidFill>
                  <a:schemeClr val="bg1"/>
                </a:solidFill>
              </a:rPr>
              <a:t>resentation</a:t>
            </a:r>
            <a:r>
              <a:rPr lang="en-US" altLang="zh-CN" sz="800" dirty="0">
                <a:solidFill>
                  <a:schemeClr val="bg1"/>
                </a:solidFill>
              </a:rPr>
              <a:t>.</a:t>
            </a:r>
            <a:endParaRPr lang="en-US" altLang="zh-CN" sz="800" dirty="0">
              <a:solidFill>
                <a:schemeClr val="bg1"/>
              </a:solidFill>
            </a:endParaRPr>
          </a:p>
        </p:txBody>
      </p:sp>
    </p:spTree>
    <p:custDataLst>
      <p:tags r:id="rId1"/>
    </p:custData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95" name="Rectangle 10"/>
          <p:cNvSpPr>
            <a:spLocks noChangeArrowheads="1"/>
          </p:cNvSpPr>
          <p:nvPr/>
        </p:nvSpPr>
        <p:spPr bwMode="auto">
          <a:xfrm>
            <a:off x="809622" y="2219171"/>
            <a:ext cx="3659316" cy="17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nvGrpSpPr>
          <p:cNvPr id="5" name="组合 4"/>
          <p:cNvGrpSpPr/>
          <p:nvPr/>
        </p:nvGrpSpPr>
        <p:grpSpPr>
          <a:xfrm>
            <a:off x="660400" y="5387494"/>
            <a:ext cx="3493913" cy="553998"/>
            <a:chOff x="673100" y="5387494"/>
            <a:chExt cx="3493913" cy="553998"/>
          </a:xfrm>
        </p:grpSpPr>
        <p:sp>
          <p:nvSpPr>
            <p:cNvPr id="351" name="文本框 350"/>
            <p:cNvSpPr txBox="1"/>
            <p:nvPr/>
          </p:nvSpPr>
          <p:spPr>
            <a:xfrm>
              <a:off x="994562" y="5387494"/>
              <a:ext cx="3172451" cy="553998"/>
            </a:xfrm>
            <a:prstGeom prst="rect">
              <a:avLst/>
            </a:prstGeom>
            <a:noFill/>
          </p:spPr>
          <p:txBody>
            <a:bodyPr wrap="square" rtlCol="0" anchor="ctr">
              <a:spAutoFit/>
            </a:bodyPr>
            <a:lstStyle/>
            <a:p>
              <a:r>
                <a:rPr lang="zh-CN" altLang="en-US" sz="1000" dirty="0">
                  <a:solidFill>
                    <a:srgbClr val="2F2F2F"/>
                  </a:solidFill>
                </a:rPr>
                <a:t>选中图示中的图标</a:t>
              </a:r>
              <a:endParaRPr lang="en-US" altLang="zh-CN" sz="1000" dirty="0">
                <a:solidFill>
                  <a:srgbClr val="2F2F2F"/>
                </a:solidFill>
              </a:endParaRPr>
            </a:p>
            <a:p>
              <a:r>
                <a:rPr lang="en-US" altLang="zh-CN" sz="1000" dirty="0">
                  <a:solidFill>
                    <a:srgbClr val="2F2F2F"/>
                  </a:solidFill>
                </a:rPr>
                <a:t>Select the icon that needs to be changed </a:t>
              </a:r>
              <a:r>
                <a:rPr lang="en-US" altLang="zh-CN" sz="1000">
                  <a:solidFill>
                    <a:srgbClr val="2F2F2F"/>
                  </a:solidFill>
                </a:rPr>
                <a:t>in the</a:t>
              </a:r>
              <a:r>
                <a:rPr lang="en-US" altLang="zh-CN" sz="100">
                  <a:solidFill>
                    <a:srgbClr val="2F2F2F"/>
                  </a:solidFill>
                </a:rPr>
                <a:t> </a:t>
              </a:r>
              <a:r>
                <a:rPr lang="en-US" altLang="zh-CN" sz="1000">
                  <a:solidFill>
                    <a:srgbClr val="2F2F2F"/>
                  </a:solidFill>
                </a:rPr>
                <a:t> </a:t>
              </a:r>
              <a:r>
                <a:rPr lang="en-US" altLang="zh-CN" sz="1000" dirty="0">
                  <a:solidFill>
                    <a:srgbClr val="2F2F2F"/>
                  </a:solidFill>
                </a:rPr>
                <a:t>diagram</a:t>
              </a:r>
              <a:endParaRPr lang="zh-CN" altLang="en-US" sz="1000" dirty="0">
                <a:solidFill>
                  <a:srgbClr val="2F2F2F"/>
                </a:solidFill>
              </a:endParaRPr>
            </a:p>
          </p:txBody>
        </p:sp>
        <p:sp>
          <p:nvSpPr>
            <p:cNvPr id="350" name="椭圆 349"/>
            <p:cNvSpPr/>
            <p:nvPr/>
          </p:nvSpPr>
          <p:spPr>
            <a:xfrm>
              <a:off x="673100" y="5526315"/>
              <a:ext cx="276343" cy="276343"/>
            </a:xfrm>
            <a:prstGeom prst="ellipse">
              <a:avLst/>
            </a:prstGeom>
            <a:solidFill>
              <a:srgbClr val="2F2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1</a:t>
              </a:r>
              <a:endParaRPr lang="zh-CN" altLang="en-US" sz="1200" dirty="0"/>
            </a:p>
          </p:txBody>
        </p:sp>
      </p:grpSp>
      <p:sp>
        <p:nvSpPr>
          <p:cNvPr id="890" name="Right Arrow 16"/>
          <p:cNvSpPr/>
          <p:nvPr/>
        </p:nvSpPr>
        <p:spPr>
          <a:xfrm>
            <a:off x="4284309" y="3338119"/>
            <a:ext cx="174147" cy="156344"/>
          </a:xfrm>
          <a:custGeom>
            <a:avLst/>
            <a:gdLst>
              <a:gd name="T0" fmla="*/ 4048 w 6714"/>
              <a:gd name="T1" fmla="*/ 194 h 6036"/>
              <a:gd name="T2" fmla="*/ 3696 w 6714"/>
              <a:gd name="T3" fmla="*/ 340 h 6036"/>
              <a:gd name="T4" fmla="*/ 3696 w 6714"/>
              <a:gd name="T5" fmla="*/ 1283 h 6036"/>
              <a:gd name="T6" fmla="*/ 199 w 6714"/>
              <a:gd name="T7" fmla="*/ 1283 h 6036"/>
              <a:gd name="T8" fmla="*/ 0 w 6714"/>
              <a:gd name="T9" fmla="*/ 1482 h 6036"/>
              <a:gd name="T10" fmla="*/ 0 w 6714"/>
              <a:gd name="T11" fmla="*/ 4553 h 6036"/>
              <a:gd name="T12" fmla="*/ 199 w 6714"/>
              <a:gd name="T13" fmla="*/ 4752 h 6036"/>
              <a:gd name="T14" fmla="*/ 3696 w 6714"/>
              <a:gd name="T15" fmla="*/ 4752 h 6036"/>
              <a:gd name="T16" fmla="*/ 3696 w 6714"/>
              <a:gd name="T17" fmla="*/ 5696 h 6036"/>
              <a:gd name="T18" fmla="*/ 4048 w 6714"/>
              <a:gd name="T19" fmla="*/ 5842 h 6036"/>
              <a:gd name="T20" fmla="*/ 6520 w 6714"/>
              <a:gd name="T21" fmla="*/ 3369 h 6036"/>
              <a:gd name="T22" fmla="*/ 6520 w 6714"/>
              <a:gd name="T23" fmla="*/ 2666 h 6036"/>
              <a:gd name="T24" fmla="*/ 4048 w 6714"/>
              <a:gd name="T25" fmla="*/ 194 h 6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14" h="6036">
                <a:moveTo>
                  <a:pt x="4048" y="194"/>
                </a:moveTo>
                <a:cubicBezTo>
                  <a:pt x="3853" y="0"/>
                  <a:pt x="3696" y="65"/>
                  <a:pt x="3696" y="340"/>
                </a:cubicBezTo>
                <a:lnTo>
                  <a:pt x="3696" y="1283"/>
                </a:lnTo>
                <a:lnTo>
                  <a:pt x="199" y="1283"/>
                </a:lnTo>
                <a:cubicBezTo>
                  <a:pt x="89" y="1283"/>
                  <a:pt x="0" y="1372"/>
                  <a:pt x="0" y="1482"/>
                </a:cubicBezTo>
                <a:lnTo>
                  <a:pt x="0" y="4553"/>
                </a:lnTo>
                <a:cubicBezTo>
                  <a:pt x="0" y="4663"/>
                  <a:pt x="89" y="4752"/>
                  <a:pt x="199" y="4752"/>
                </a:cubicBezTo>
                <a:lnTo>
                  <a:pt x="3696" y="4752"/>
                </a:lnTo>
                <a:lnTo>
                  <a:pt x="3696" y="5696"/>
                </a:lnTo>
                <a:cubicBezTo>
                  <a:pt x="3696" y="5971"/>
                  <a:pt x="3853" y="6036"/>
                  <a:pt x="4048" y="5842"/>
                </a:cubicBezTo>
                <a:lnTo>
                  <a:pt x="6520" y="3369"/>
                </a:lnTo>
                <a:cubicBezTo>
                  <a:pt x="6714" y="3175"/>
                  <a:pt x="6714" y="2860"/>
                  <a:pt x="6520" y="2666"/>
                </a:cubicBezTo>
                <a:lnTo>
                  <a:pt x="4048" y="194"/>
                </a:lnTo>
                <a:close/>
              </a:path>
            </a:pathLst>
          </a:custGeom>
          <a:solidFill>
            <a:srgbClr val="867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13" name="文本框 612"/>
          <p:cNvSpPr txBox="1"/>
          <p:nvPr/>
        </p:nvSpPr>
        <p:spPr>
          <a:xfrm>
            <a:off x="4916703" y="5387481"/>
            <a:ext cx="2558947" cy="553998"/>
          </a:xfrm>
          <a:prstGeom prst="rect">
            <a:avLst/>
          </a:prstGeom>
          <a:noFill/>
        </p:spPr>
        <p:txBody>
          <a:bodyPr wrap="square" rtlCol="0" anchor="ctr">
            <a:spAutoFit/>
          </a:bodyPr>
          <a:lstStyle/>
          <a:p>
            <a:r>
              <a:rPr lang="zh-CN" altLang="en-US" sz="1000" dirty="0">
                <a:solidFill>
                  <a:srgbClr val="2F2F2F"/>
                </a:solidFill>
              </a:rPr>
              <a:t>点击 </a:t>
            </a:r>
            <a:r>
              <a:rPr lang="en-US" altLang="zh-CN" sz="1000" dirty="0" err="1">
                <a:solidFill>
                  <a:srgbClr val="2F2F2F"/>
                </a:solidFill>
              </a:rPr>
              <a:t>iSlide</a:t>
            </a:r>
            <a:r>
              <a:rPr lang="en-US" altLang="zh-CN" sz="1000" dirty="0">
                <a:solidFill>
                  <a:srgbClr val="2F2F2F"/>
                </a:solidFill>
              </a:rPr>
              <a:t>【</a:t>
            </a:r>
            <a:r>
              <a:rPr lang="zh-CN" altLang="en-US" sz="1000" dirty="0">
                <a:solidFill>
                  <a:srgbClr val="2F2F2F"/>
                </a:solidFill>
              </a:rPr>
              <a:t>图标库</a:t>
            </a:r>
            <a:r>
              <a:rPr lang="en-US" altLang="zh-CN" sz="1000" dirty="0">
                <a:solidFill>
                  <a:srgbClr val="2F2F2F"/>
                </a:solidFill>
              </a:rPr>
              <a:t>】</a:t>
            </a:r>
            <a:r>
              <a:rPr lang="zh-CN" altLang="en-US" sz="1000" dirty="0">
                <a:solidFill>
                  <a:srgbClr val="2F2F2F"/>
                </a:solidFill>
              </a:rPr>
              <a:t>中的图标替换</a:t>
            </a:r>
            <a:endParaRPr lang="en-US" altLang="zh-CN" sz="1000" dirty="0">
              <a:solidFill>
                <a:srgbClr val="2F2F2F"/>
              </a:solidFill>
            </a:endParaRPr>
          </a:p>
          <a:p>
            <a:r>
              <a:rPr lang="en-US" altLang="zh-CN" sz="1000" dirty="0">
                <a:solidFill>
                  <a:srgbClr val="2F2F2F"/>
                </a:solidFill>
              </a:rPr>
              <a:t>Click the target icon in iSlide “Icon Library” </a:t>
            </a:r>
            <a:r>
              <a:rPr lang="en-US" altLang="zh-CN" sz="1000">
                <a:solidFill>
                  <a:srgbClr val="2F2F2F"/>
                </a:solidFill>
              </a:rPr>
              <a:t>to r</a:t>
            </a:r>
            <a:r>
              <a:rPr lang="en-US" altLang="zh-CN" sz="100">
                <a:solidFill>
                  <a:srgbClr val="2F2F2F"/>
                </a:solidFill>
              </a:rPr>
              <a:t> </a:t>
            </a:r>
            <a:r>
              <a:rPr lang="en-US" altLang="zh-CN" sz="1000">
                <a:solidFill>
                  <a:srgbClr val="2F2F2F"/>
                </a:solidFill>
              </a:rPr>
              <a:t>eplace </a:t>
            </a:r>
            <a:r>
              <a:rPr lang="en-US" altLang="zh-CN" sz="1000" dirty="0">
                <a:solidFill>
                  <a:srgbClr val="2F2F2F"/>
                </a:solidFill>
              </a:rPr>
              <a:t>it</a:t>
            </a:r>
            <a:endParaRPr lang="zh-CN" altLang="en-US" sz="1000" dirty="0">
              <a:solidFill>
                <a:srgbClr val="2F2F2F"/>
              </a:solidFill>
            </a:endParaRPr>
          </a:p>
        </p:txBody>
      </p:sp>
      <p:sp>
        <p:nvSpPr>
          <p:cNvPr id="614" name="椭圆 613"/>
          <p:cNvSpPr/>
          <p:nvPr/>
        </p:nvSpPr>
        <p:spPr>
          <a:xfrm>
            <a:off x="4595244" y="5526315"/>
            <a:ext cx="276343" cy="276343"/>
          </a:xfrm>
          <a:prstGeom prst="ellipse">
            <a:avLst/>
          </a:prstGeom>
          <a:solidFill>
            <a:srgbClr val="2F2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2</a:t>
            </a:r>
            <a:endParaRPr lang="zh-CN" altLang="en-US" sz="1200" dirty="0"/>
          </a:p>
        </p:txBody>
      </p:sp>
      <p:sp>
        <p:nvSpPr>
          <p:cNvPr id="891" name="Right Arrow 751"/>
          <p:cNvSpPr/>
          <p:nvPr/>
        </p:nvSpPr>
        <p:spPr>
          <a:xfrm>
            <a:off x="7720848" y="3338119"/>
            <a:ext cx="174147" cy="156344"/>
          </a:xfrm>
          <a:custGeom>
            <a:avLst/>
            <a:gdLst>
              <a:gd name="T0" fmla="*/ 4048 w 6714"/>
              <a:gd name="T1" fmla="*/ 194 h 6036"/>
              <a:gd name="T2" fmla="*/ 3696 w 6714"/>
              <a:gd name="T3" fmla="*/ 340 h 6036"/>
              <a:gd name="T4" fmla="*/ 3696 w 6714"/>
              <a:gd name="T5" fmla="*/ 1283 h 6036"/>
              <a:gd name="T6" fmla="*/ 199 w 6714"/>
              <a:gd name="T7" fmla="*/ 1283 h 6036"/>
              <a:gd name="T8" fmla="*/ 0 w 6714"/>
              <a:gd name="T9" fmla="*/ 1482 h 6036"/>
              <a:gd name="T10" fmla="*/ 0 w 6714"/>
              <a:gd name="T11" fmla="*/ 4553 h 6036"/>
              <a:gd name="T12" fmla="*/ 199 w 6714"/>
              <a:gd name="T13" fmla="*/ 4752 h 6036"/>
              <a:gd name="T14" fmla="*/ 3696 w 6714"/>
              <a:gd name="T15" fmla="*/ 4752 h 6036"/>
              <a:gd name="T16" fmla="*/ 3696 w 6714"/>
              <a:gd name="T17" fmla="*/ 5696 h 6036"/>
              <a:gd name="T18" fmla="*/ 4048 w 6714"/>
              <a:gd name="T19" fmla="*/ 5842 h 6036"/>
              <a:gd name="T20" fmla="*/ 6520 w 6714"/>
              <a:gd name="T21" fmla="*/ 3369 h 6036"/>
              <a:gd name="T22" fmla="*/ 6520 w 6714"/>
              <a:gd name="T23" fmla="*/ 2666 h 6036"/>
              <a:gd name="T24" fmla="*/ 4048 w 6714"/>
              <a:gd name="T25" fmla="*/ 194 h 6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14" h="6036">
                <a:moveTo>
                  <a:pt x="4048" y="194"/>
                </a:moveTo>
                <a:cubicBezTo>
                  <a:pt x="3853" y="0"/>
                  <a:pt x="3696" y="65"/>
                  <a:pt x="3696" y="340"/>
                </a:cubicBezTo>
                <a:lnTo>
                  <a:pt x="3696" y="1283"/>
                </a:lnTo>
                <a:lnTo>
                  <a:pt x="199" y="1283"/>
                </a:lnTo>
                <a:cubicBezTo>
                  <a:pt x="89" y="1283"/>
                  <a:pt x="0" y="1372"/>
                  <a:pt x="0" y="1482"/>
                </a:cubicBezTo>
                <a:lnTo>
                  <a:pt x="0" y="4553"/>
                </a:lnTo>
                <a:cubicBezTo>
                  <a:pt x="0" y="4663"/>
                  <a:pt x="89" y="4752"/>
                  <a:pt x="199" y="4752"/>
                </a:cubicBezTo>
                <a:lnTo>
                  <a:pt x="3696" y="4752"/>
                </a:lnTo>
                <a:lnTo>
                  <a:pt x="3696" y="5696"/>
                </a:lnTo>
                <a:cubicBezTo>
                  <a:pt x="3696" y="5971"/>
                  <a:pt x="3853" y="6036"/>
                  <a:pt x="4048" y="5842"/>
                </a:cubicBezTo>
                <a:lnTo>
                  <a:pt x="6520" y="3369"/>
                </a:lnTo>
                <a:cubicBezTo>
                  <a:pt x="6714" y="3175"/>
                  <a:pt x="6714" y="2860"/>
                  <a:pt x="6520" y="2666"/>
                </a:cubicBezTo>
                <a:lnTo>
                  <a:pt x="4048" y="194"/>
                </a:lnTo>
                <a:close/>
              </a:path>
            </a:pathLst>
          </a:custGeom>
          <a:solidFill>
            <a:srgbClr val="867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4" name="组合 3"/>
          <p:cNvGrpSpPr/>
          <p:nvPr/>
        </p:nvGrpSpPr>
        <p:grpSpPr>
          <a:xfrm>
            <a:off x="8024992" y="5464436"/>
            <a:ext cx="3493908" cy="400110"/>
            <a:chOff x="8024992" y="5464436"/>
            <a:chExt cx="3493908" cy="400110"/>
          </a:xfrm>
        </p:grpSpPr>
        <p:sp>
          <p:nvSpPr>
            <p:cNvPr id="753" name="文本框 752"/>
            <p:cNvSpPr txBox="1"/>
            <p:nvPr/>
          </p:nvSpPr>
          <p:spPr>
            <a:xfrm>
              <a:off x="8344861" y="5464436"/>
              <a:ext cx="3174039" cy="400110"/>
            </a:xfrm>
            <a:prstGeom prst="rect">
              <a:avLst/>
            </a:prstGeom>
            <a:noFill/>
          </p:spPr>
          <p:txBody>
            <a:bodyPr wrap="square" rtlCol="0" anchor="ctr">
              <a:spAutoFit/>
            </a:bodyPr>
            <a:lstStyle/>
            <a:p>
              <a:r>
                <a:rPr lang="zh-CN" altLang="en-US" sz="1000" dirty="0">
                  <a:solidFill>
                    <a:srgbClr val="2F2F2F"/>
                  </a:solidFill>
                </a:rPr>
                <a:t>替换成功</a:t>
              </a:r>
              <a:endParaRPr lang="en-US" altLang="zh-CN" sz="1000" dirty="0">
                <a:solidFill>
                  <a:srgbClr val="2F2F2F"/>
                </a:solidFill>
              </a:endParaRPr>
            </a:p>
            <a:p>
              <a:r>
                <a:rPr lang="en-US" altLang="zh-CN" sz="1000">
                  <a:solidFill>
                    <a:srgbClr val="2F2F2F"/>
                  </a:solidFill>
                </a:rPr>
                <a:t>Do</a:t>
              </a:r>
              <a:r>
                <a:rPr lang="en-US" altLang="zh-CN" sz="100">
                  <a:solidFill>
                    <a:srgbClr val="2F2F2F"/>
                  </a:solidFill>
                </a:rPr>
                <a:t> </a:t>
              </a:r>
              <a:r>
                <a:rPr lang="en-US" altLang="zh-CN" sz="1000">
                  <a:solidFill>
                    <a:srgbClr val="2F2F2F"/>
                  </a:solidFill>
                </a:rPr>
                <a:t>ne</a:t>
              </a:r>
              <a:endParaRPr lang="en-US" altLang="zh-CN" sz="1000" dirty="0">
                <a:solidFill>
                  <a:srgbClr val="2F2F2F"/>
                </a:solidFill>
              </a:endParaRPr>
            </a:p>
          </p:txBody>
        </p:sp>
        <p:sp>
          <p:nvSpPr>
            <p:cNvPr id="754" name="椭圆 753"/>
            <p:cNvSpPr/>
            <p:nvPr/>
          </p:nvSpPr>
          <p:spPr>
            <a:xfrm>
              <a:off x="8024992" y="5526315"/>
              <a:ext cx="276343" cy="276343"/>
            </a:xfrm>
            <a:prstGeom prst="ellipse">
              <a:avLst/>
            </a:prstGeom>
            <a:solidFill>
              <a:srgbClr val="2F2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3</a:t>
              </a:r>
              <a:endParaRPr lang="zh-CN" altLang="en-US" sz="1200" dirty="0"/>
            </a:p>
          </p:txBody>
        </p:sp>
      </p:grpSp>
      <p:sp>
        <p:nvSpPr>
          <p:cNvPr id="3" name="标题 1"/>
          <p:cNvSpPr txBox="1"/>
          <p:nvPr/>
        </p:nvSpPr>
        <p:spPr>
          <a:xfrm>
            <a:off x="660400" y="0"/>
            <a:ext cx="10858500" cy="10287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400"/>
            <a:r>
              <a:rPr lang="zh-CN" altLang="en-US" sz="2800" b="1" dirty="0"/>
              <a:t>更改页面中的图标  </a:t>
            </a:r>
            <a:r>
              <a:rPr lang="en-US" altLang="zh-CN" sz="2800" b="1"/>
              <a:t>Replace I</a:t>
            </a:r>
            <a:r>
              <a:rPr lang="en-US" altLang="zh-CN" sz="100" b="1"/>
              <a:t> </a:t>
            </a:r>
            <a:r>
              <a:rPr lang="en-US" altLang="zh-CN" sz="2800" b="1"/>
              <a:t>cons</a:t>
            </a:r>
            <a:endParaRPr lang="zh-CN" altLang="en-US" sz="2800" b="1" dirty="0"/>
          </a:p>
        </p:txBody>
      </p:sp>
      <p:grpSp>
        <p:nvGrpSpPr>
          <p:cNvPr id="22" name="组合 21"/>
          <p:cNvGrpSpPr/>
          <p:nvPr/>
        </p:nvGrpSpPr>
        <p:grpSpPr>
          <a:xfrm>
            <a:off x="660400" y="1959178"/>
            <a:ext cx="3493913" cy="2403813"/>
            <a:chOff x="673100" y="1959176"/>
            <a:chExt cx="3493913" cy="2403813"/>
          </a:xfrm>
        </p:grpSpPr>
        <p:grpSp>
          <p:nvGrpSpPr>
            <p:cNvPr id="12" name="组合 11"/>
            <p:cNvGrpSpPr/>
            <p:nvPr/>
          </p:nvGrpSpPr>
          <p:grpSpPr>
            <a:xfrm>
              <a:off x="673100" y="1959176"/>
              <a:ext cx="3493913" cy="2403813"/>
              <a:chOff x="673100" y="1959176"/>
              <a:chExt cx="3493913" cy="2403813"/>
            </a:xfrm>
          </p:grpSpPr>
          <p:sp>
            <p:nvSpPr>
              <p:cNvPr id="395" name="Freeform 6"/>
              <p:cNvSpPr/>
              <p:nvPr/>
            </p:nvSpPr>
            <p:spPr bwMode="auto">
              <a:xfrm>
                <a:off x="673100" y="1959176"/>
                <a:ext cx="3493913" cy="2403813"/>
              </a:xfrm>
              <a:prstGeom prst="rect">
                <a:avLst/>
              </a:prstGeom>
              <a:gradFill>
                <a:gsLst>
                  <a:gs pos="83000">
                    <a:schemeClr val="bg1"/>
                  </a:gs>
                  <a:gs pos="100000">
                    <a:schemeClr val="bg1">
                      <a:alpha val="0"/>
                    </a:schemeClr>
                  </a:gs>
                </a:gsLst>
                <a:lin ang="5400000" scaled="1"/>
              </a:gradFill>
              <a:ln w="9525">
                <a:noFill/>
                <a:round/>
              </a:ln>
              <a:effectLst>
                <a:outerShdw blurRad="63500" sx="102000" sy="102000" algn="ctr" rotWithShape="0">
                  <a:srgbClr val="E7E5EA">
                    <a:alpha val="50000"/>
                  </a:srgbClr>
                </a:outerShdw>
              </a:effectLst>
            </p:spPr>
            <p:txBody>
              <a:bodyPr vert="horz" wrap="square" lIns="91440" tIns="45720" rIns="91440" bIns="45720" numCol="1" anchor="t" anchorCtr="0" compatLnSpc="1"/>
              <a:lstStyle/>
              <a:p>
                <a:endParaRPr lang="zh-CN" altLang="en-US"/>
              </a:p>
            </p:txBody>
          </p:sp>
          <p:sp>
            <p:nvSpPr>
              <p:cNvPr id="396" name="矩形: 圆角 395"/>
              <p:cNvSpPr>
                <a:spLocks noChangeAspect="1"/>
              </p:cNvSpPr>
              <p:nvPr/>
            </p:nvSpPr>
            <p:spPr>
              <a:xfrm>
                <a:off x="810452" y="2742993"/>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97" name="Rectangle 8"/>
              <p:cNvSpPr>
                <a:spLocks noChangeArrowheads="1"/>
              </p:cNvSpPr>
              <p:nvPr/>
            </p:nvSpPr>
            <p:spPr bwMode="auto">
              <a:xfrm>
                <a:off x="810454" y="2228518"/>
                <a:ext cx="3240163" cy="311711"/>
              </a:xfrm>
              <a:prstGeom prst="rect">
                <a:avLst/>
              </a:prstGeom>
              <a:solidFill>
                <a:srgbClr val="F0EE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98" name="Rectangle 9"/>
              <p:cNvSpPr>
                <a:spLocks noChangeArrowheads="1"/>
              </p:cNvSpPr>
              <p:nvPr/>
            </p:nvSpPr>
            <p:spPr bwMode="auto">
              <a:xfrm>
                <a:off x="810454" y="2228518"/>
                <a:ext cx="3240163" cy="181579"/>
              </a:xfrm>
              <a:prstGeom prst="rect">
                <a:avLst/>
              </a:prstGeom>
              <a:solidFill>
                <a:srgbClr val="B4B4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399" name="Oval 14"/>
              <p:cNvSpPr>
                <a:spLocks noChangeArrowheads="1"/>
              </p:cNvSpPr>
              <p:nvPr/>
            </p:nvSpPr>
            <p:spPr bwMode="auto">
              <a:xfrm>
                <a:off x="1171610" y="2098386"/>
                <a:ext cx="59552"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0" name="Oval 15"/>
              <p:cNvSpPr>
                <a:spLocks noChangeArrowheads="1"/>
              </p:cNvSpPr>
              <p:nvPr/>
            </p:nvSpPr>
            <p:spPr bwMode="auto">
              <a:xfrm>
                <a:off x="1276307" y="2098386"/>
                <a:ext cx="60514"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1" name="Oval 16"/>
              <p:cNvSpPr>
                <a:spLocks noChangeArrowheads="1"/>
              </p:cNvSpPr>
              <p:nvPr/>
            </p:nvSpPr>
            <p:spPr bwMode="auto">
              <a:xfrm>
                <a:off x="1381003" y="2098386"/>
                <a:ext cx="60514"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2" name="Freeform 18"/>
              <p:cNvSpPr/>
              <p:nvPr/>
            </p:nvSpPr>
            <p:spPr bwMode="auto">
              <a:xfrm>
                <a:off x="1615371" y="2262817"/>
                <a:ext cx="505234" cy="164430"/>
              </a:xfrm>
              <a:custGeom>
                <a:avLst/>
                <a:gdLst>
                  <a:gd name="T0" fmla="*/ 520 w 547"/>
                  <a:gd name="T1" fmla="*/ 170 h 170"/>
                  <a:gd name="T2" fmla="*/ 27 w 547"/>
                  <a:gd name="T3" fmla="*/ 170 h 170"/>
                  <a:gd name="T4" fmla="*/ 0 w 547"/>
                  <a:gd name="T5" fmla="*/ 143 h 170"/>
                  <a:gd name="T6" fmla="*/ 0 w 547"/>
                  <a:gd name="T7" fmla="*/ 27 h 170"/>
                  <a:gd name="T8" fmla="*/ 27 w 547"/>
                  <a:gd name="T9" fmla="*/ 0 h 170"/>
                  <a:gd name="T10" fmla="*/ 520 w 547"/>
                  <a:gd name="T11" fmla="*/ 0 h 170"/>
                  <a:gd name="T12" fmla="*/ 547 w 547"/>
                  <a:gd name="T13" fmla="*/ 27 h 170"/>
                  <a:gd name="T14" fmla="*/ 547 w 547"/>
                  <a:gd name="T15" fmla="*/ 143 h 170"/>
                  <a:gd name="T16" fmla="*/ 520 w 547"/>
                  <a:gd name="T17"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7" h="170">
                    <a:moveTo>
                      <a:pt x="520" y="170"/>
                    </a:moveTo>
                    <a:cubicBezTo>
                      <a:pt x="27" y="170"/>
                      <a:pt x="27" y="170"/>
                      <a:pt x="27" y="170"/>
                    </a:cubicBezTo>
                    <a:cubicBezTo>
                      <a:pt x="12" y="170"/>
                      <a:pt x="0" y="158"/>
                      <a:pt x="0" y="143"/>
                    </a:cubicBezTo>
                    <a:cubicBezTo>
                      <a:pt x="0" y="27"/>
                      <a:pt x="0" y="27"/>
                      <a:pt x="0" y="27"/>
                    </a:cubicBezTo>
                    <a:cubicBezTo>
                      <a:pt x="0" y="12"/>
                      <a:pt x="12" y="0"/>
                      <a:pt x="27" y="0"/>
                    </a:cubicBezTo>
                    <a:cubicBezTo>
                      <a:pt x="520" y="0"/>
                      <a:pt x="520" y="0"/>
                      <a:pt x="520" y="0"/>
                    </a:cubicBezTo>
                    <a:cubicBezTo>
                      <a:pt x="535" y="0"/>
                      <a:pt x="547" y="12"/>
                      <a:pt x="547" y="27"/>
                    </a:cubicBezTo>
                    <a:cubicBezTo>
                      <a:pt x="547" y="143"/>
                      <a:pt x="547" y="143"/>
                      <a:pt x="547" y="143"/>
                    </a:cubicBezTo>
                    <a:cubicBezTo>
                      <a:pt x="547" y="158"/>
                      <a:pt x="535" y="170"/>
                      <a:pt x="520" y="170"/>
                    </a:cubicBezTo>
                    <a:close/>
                  </a:path>
                </a:pathLst>
              </a:cu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3" name="Rectangle 19"/>
              <p:cNvSpPr>
                <a:spLocks noChangeArrowheads="1"/>
              </p:cNvSpPr>
              <p:nvPr/>
            </p:nvSpPr>
            <p:spPr bwMode="auto">
              <a:xfrm>
                <a:off x="1737357" y="2320316"/>
                <a:ext cx="243973" cy="49430"/>
              </a:xfrm>
              <a:prstGeom prst="rect">
                <a:avLst/>
              </a:prstGeom>
              <a:solidFill>
                <a:srgbClr val="CFCBD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404" name="Freeform 20"/>
              <p:cNvSpPr/>
              <p:nvPr/>
            </p:nvSpPr>
            <p:spPr bwMode="auto">
              <a:xfrm>
                <a:off x="1139912" y="2306193"/>
                <a:ext cx="232445" cy="49430"/>
              </a:xfrm>
              <a:custGeom>
                <a:avLst/>
                <a:gdLst>
                  <a:gd name="T0" fmla="*/ 227 w 251"/>
                  <a:gd name="T1" fmla="*/ 0 h 51"/>
                  <a:gd name="T2" fmla="*/ 24 w 251"/>
                  <a:gd name="T3" fmla="*/ 0 h 51"/>
                  <a:gd name="T4" fmla="*/ 0 w 251"/>
                  <a:gd name="T5" fmla="*/ 24 h 51"/>
                  <a:gd name="T6" fmla="*/ 0 w 251"/>
                  <a:gd name="T7" fmla="*/ 27 h 51"/>
                  <a:gd name="T8" fmla="*/ 24 w 251"/>
                  <a:gd name="T9" fmla="*/ 51 h 51"/>
                  <a:gd name="T10" fmla="*/ 227 w 251"/>
                  <a:gd name="T11" fmla="*/ 51 h 51"/>
                  <a:gd name="T12" fmla="*/ 251 w 251"/>
                  <a:gd name="T13" fmla="*/ 27 h 51"/>
                  <a:gd name="T14" fmla="*/ 251 w 251"/>
                  <a:gd name="T15" fmla="*/ 24 h 51"/>
                  <a:gd name="T16" fmla="*/ 227 w 251"/>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1" h="51">
                    <a:moveTo>
                      <a:pt x="227" y="0"/>
                    </a:moveTo>
                    <a:cubicBezTo>
                      <a:pt x="24" y="0"/>
                      <a:pt x="24" y="0"/>
                      <a:pt x="24" y="0"/>
                    </a:cubicBezTo>
                    <a:cubicBezTo>
                      <a:pt x="11" y="0"/>
                      <a:pt x="0" y="11"/>
                      <a:pt x="0" y="24"/>
                    </a:cubicBezTo>
                    <a:cubicBezTo>
                      <a:pt x="0" y="27"/>
                      <a:pt x="0" y="27"/>
                      <a:pt x="0" y="27"/>
                    </a:cubicBezTo>
                    <a:cubicBezTo>
                      <a:pt x="0" y="41"/>
                      <a:pt x="11" y="51"/>
                      <a:pt x="24" y="51"/>
                    </a:cubicBezTo>
                    <a:cubicBezTo>
                      <a:pt x="227" y="51"/>
                      <a:pt x="227" y="51"/>
                      <a:pt x="227" y="51"/>
                    </a:cubicBezTo>
                    <a:cubicBezTo>
                      <a:pt x="240" y="51"/>
                      <a:pt x="251" y="41"/>
                      <a:pt x="251" y="27"/>
                    </a:cubicBezTo>
                    <a:cubicBezTo>
                      <a:pt x="251" y="24"/>
                      <a:pt x="251" y="24"/>
                      <a:pt x="251" y="24"/>
                    </a:cubicBezTo>
                    <a:cubicBezTo>
                      <a:pt x="251" y="11"/>
                      <a:pt x="240" y="0"/>
                      <a:pt x="227"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5" name="Freeform 21"/>
              <p:cNvSpPr/>
              <p:nvPr/>
            </p:nvSpPr>
            <p:spPr bwMode="auto">
              <a:xfrm>
                <a:off x="2317512" y="2306193"/>
                <a:ext cx="231486" cy="49430"/>
              </a:xfrm>
              <a:custGeom>
                <a:avLst/>
                <a:gdLst>
                  <a:gd name="T0" fmla="*/ 226 w 250"/>
                  <a:gd name="T1" fmla="*/ 0 h 51"/>
                  <a:gd name="T2" fmla="*/ 24 w 250"/>
                  <a:gd name="T3" fmla="*/ 0 h 51"/>
                  <a:gd name="T4" fmla="*/ 0 w 250"/>
                  <a:gd name="T5" fmla="*/ 24 h 51"/>
                  <a:gd name="T6" fmla="*/ 0 w 250"/>
                  <a:gd name="T7" fmla="*/ 27 h 51"/>
                  <a:gd name="T8" fmla="*/ 24 w 250"/>
                  <a:gd name="T9" fmla="*/ 51 h 51"/>
                  <a:gd name="T10" fmla="*/ 226 w 250"/>
                  <a:gd name="T11" fmla="*/ 51 h 51"/>
                  <a:gd name="T12" fmla="*/ 250 w 250"/>
                  <a:gd name="T13" fmla="*/ 27 h 51"/>
                  <a:gd name="T14" fmla="*/ 250 w 250"/>
                  <a:gd name="T15" fmla="*/ 24 h 51"/>
                  <a:gd name="T16" fmla="*/ 226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6" y="0"/>
                    </a:moveTo>
                    <a:cubicBezTo>
                      <a:pt x="24" y="0"/>
                      <a:pt x="24" y="0"/>
                      <a:pt x="24" y="0"/>
                    </a:cubicBezTo>
                    <a:cubicBezTo>
                      <a:pt x="10" y="0"/>
                      <a:pt x="0" y="11"/>
                      <a:pt x="0" y="24"/>
                    </a:cubicBezTo>
                    <a:cubicBezTo>
                      <a:pt x="0" y="27"/>
                      <a:pt x="0" y="27"/>
                      <a:pt x="0" y="27"/>
                    </a:cubicBezTo>
                    <a:cubicBezTo>
                      <a:pt x="0" y="41"/>
                      <a:pt x="10" y="51"/>
                      <a:pt x="24" y="51"/>
                    </a:cubicBezTo>
                    <a:cubicBezTo>
                      <a:pt x="226" y="51"/>
                      <a:pt x="226" y="51"/>
                      <a:pt x="226" y="51"/>
                    </a:cubicBezTo>
                    <a:cubicBezTo>
                      <a:pt x="239" y="51"/>
                      <a:pt x="250" y="41"/>
                      <a:pt x="250" y="27"/>
                    </a:cubicBezTo>
                    <a:cubicBezTo>
                      <a:pt x="250" y="24"/>
                      <a:pt x="250" y="24"/>
                      <a:pt x="250" y="24"/>
                    </a:cubicBezTo>
                    <a:cubicBezTo>
                      <a:pt x="250" y="11"/>
                      <a:pt x="239" y="0"/>
                      <a:pt x="226"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6" name="Freeform 22"/>
              <p:cNvSpPr/>
              <p:nvPr/>
            </p:nvSpPr>
            <p:spPr bwMode="auto">
              <a:xfrm>
                <a:off x="2757430" y="2306193"/>
                <a:ext cx="231486" cy="49430"/>
              </a:xfrm>
              <a:custGeom>
                <a:avLst/>
                <a:gdLst>
                  <a:gd name="T0" fmla="*/ 226 w 250"/>
                  <a:gd name="T1" fmla="*/ 0 h 51"/>
                  <a:gd name="T2" fmla="*/ 24 w 250"/>
                  <a:gd name="T3" fmla="*/ 0 h 51"/>
                  <a:gd name="T4" fmla="*/ 0 w 250"/>
                  <a:gd name="T5" fmla="*/ 24 h 51"/>
                  <a:gd name="T6" fmla="*/ 0 w 250"/>
                  <a:gd name="T7" fmla="*/ 27 h 51"/>
                  <a:gd name="T8" fmla="*/ 24 w 250"/>
                  <a:gd name="T9" fmla="*/ 51 h 51"/>
                  <a:gd name="T10" fmla="*/ 226 w 250"/>
                  <a:gd name="T11" fmla="*/ 51 h 51"/>
                  <a:gd name="T12" fmla="*/ 250 w 250"/>
                  <a:gd name="T13" fmla="*/ 27 h 51"/>
                  <a:gd name="T14" fmla="*/ 250 w 250"/>
                  <a:gd name="T15" fmla="*/ 24 h 51"/>
                  <a:gd name="T16" fmla="*/ 226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6" y="0"/>
                    </a:moveTo>
                    <a:cubicBezTo>
                      <a:pt x="24" y="0"/>
                      <a:pt x="24" y="0"/>
                      <a:pt x="24" y="0"/>
                    </a:cubicBezTo>
                    <a:cubicBezTo>
                      <a:pt x="11" y="0"/>
                      <a:pt x="0" y="11"/>
                      <a:pt x="0" y="24"/>
                    </a:cubicBezTo>
                    <a:cubicBezTo>
                      <a:pt x="0" y="27"/>
                      <a:pt x="0" y="27"/>
                      <a:pt x="0" y="27"/>
                    </a:cubicBezTo>
                    <a:cubicBezTo>
                      <a:pt x="0" y="41"/>
                      <a:pt x="11" y="51"/>
                      <a:pt x="24" y="51"/>
                    </a:cubicBezTo>
                    <a:cubicBezTo>
                      <a:pt x="226" y="51"/>
                      <a:pt x="226" y="51"/>
                      <a:pt x="226" y="51"/>
                    </a:cubicBezTo>
                    <a:cubicBezTo>
                      <a:pt x="240" y="51"/>
                      <a:pt x="250" y="41"/>
                      <a:pt x="250" y="27"/>
                    </a:cubicBezTo>
                    <a:cubicBezTo>
                      <a:pt x="250" y="24"/>
                      <a:pt x="250" y="24"/>
                      <a:pt x="250" y="24"/>
                    </a:cubicBezTo>
                    <a:cubicBezTo>
                      <a:pt x="250" y="11"/>
                      <a:pt x="240" y="0"/>
                      <a:pt x="226"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7" name="Freeform 23"/>
              <p:cNvSpPr/>
              <p:nvPr/>
            </p:nvSpPr>
            <p:spPr bwMode="auto">
              <a:xfrm>
                <a:off x="3197349" y="2306193"/>
                <a:ext cx="231486" cy="49430"/>
              </a:xfrm>
              <a:custGeom>
                <a:avLst/>
                <a:gdLst>
                  <a:gd name="T0" fmla="*/ 227 w 250"/>
                  <a:gd name="T1" fmla="*/ 0 h 51"/>
                  <a:gd name="T2" fmla="*/ 24 w 250"/>
                  <a:gd name="T3" fmla="*/ 0 h 51"/>
                  <a:gd name="T4" fmla="*/ 0 w 250"/>
                  <a:gd name="T5" fmla="*/ 24 h 51"/>
                  <a:gd name="T6" fmla="*/ 0 w 250"/>
                  <a:gd name="T7" fmla="*/ 27 h 51"/>
                  <a:gd name="T8" fmla="*/ 24 w 250"/>
                  <a:gd name="T9" fmla="*/ 51 h 51"/>
                  <a:gd name="T10" fmla="*/ 227 w 250"/>
                  <a:gd name="T11" fmla="*/ 51 h 51"/>
                  <a:gd name="T12" fmla="*/ 250 w 250"/>
                  <a:gd name="T13" fmla="*/ 27 h 51"/>
                  <a:gd name="T14" fmla="*/ 250 w 250"/>
                  <a:gd name="T15" fmla="*/ 24 h 51"/>
                  <a:gd name="T16" fmla="*/ 227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7" y="0"/>
                    </a:moveTo>
                    <a:cubicBezTo>
                      <a:pt x="24" y="0"/>
                      <a:pt x="24" y="0"/>
                      <a:pt x="24" y="0"/>
                    </a:cubicBezTo>
                    <a:cubicBezTo>
                      <a:pt x="11" y="0"/>
                      <a:pt x="0" y="11"/>
                      <a:pt x="0" y="24"/>
                    </a:cubicBezTo>
                    <a:cubicBezTo>
                      <a:pt x="0" y="27"/>
                      <a:pt x="0" y="27"/>
                      <a:pt x="0" y="27"/>
                    </a:cubicBezTo>
                    <a:cubicBezTo>
                      <a:pt x="0" y="41"/>
                      <a:pt x="11" y="51"/>
                      <a:pt x="24" y="51"/>
                    </a:cubicBezTo>
                    <a:cubicBezTo>
                      <a:pt x="227" y="51"/>
                      <a:pt x="227" y="51"/>
                      <a:pt x="227" y="51"/>
                    </a:cubicBezTo>
                    <a:cubicBezTo>
                      <a:pt x="240" y="51"/>
                      <a:pt x="250" y="41"/>
                      <a:pt x="250" y="27"/>
                    </a:cubicBezTo>
                    <a:cubicBezTo>
                      <a:pt x="250" y="24"/>
                      <a:pt x="250" y="24"/>
                      <a:pt x="250" y="24"/>
                    </a:cubicBezTo>
                    <a:cubicBezTo>
                      <a:pt x="250" y="11"/>
                      <a:pt x="240" y="0"/>
                      <a:pt x="227"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13" name="矩形: 圆角 412"/>
              <p:cNvSpPr>
                <a:spLocks noChangeAspect="1"/>
              </p:cNvSpPr>
              <p:nvPr/>
            </p:nvSpPr>
            <p:spPr>
              <a:xfrm>
                <a:off x="810452" y="3480441"/>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14" name="矩形: 圆角 413"/>
              <p:cNvSpPr>
                <a:spLocks noChangeAspect="1"/>
              </p:cNvSpPr>
              <p:nvPr/>
            </p:nvSpPr>
            <p:spPr>
              <a:xfrm>
                <a:off x="810452" y="3849165"/>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17" name="矩形: 圆角 416"/>
              <p:cNvSpPr>
                <a:spLocks noChangeAspect="1"/>
              </p:cNvSpPr>
              <p:nvPr/>
            </p:nvSpPr>
            <p:spPr>
              <a:xfrm>
                <a:off x="810452" y="4216750"/>
                <a:ext cx="526366" cy="127814"/>
              </a:xfrm>
              <a:prstGeom prst="roundRect">
                <a:avLst>
                  <a:gd name="adj" fmla="val 14540"/>
                </a:avLst>
              </a:prstGeom>
              <a:gradFill>
                <a:gsLst>
                  <a:gs pos="8000">
                    <a:srgbClr val="F0EEF2"/>
                  </a:gs>
                  <a:gs pos="100000">
                    <a:srgbClr val="F0EEF2">
                      <a:alpha val="0"/>
                    </a:srgb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18" name="矩形: 圆角 417"/>
              <p:cNvSpPr>
                <a:spLocks noChangeAspect="1"/>
              </p:cNvSpPr>
              <p:nvPr/>
            </p:nvSpPr>
            <p:spPr>
              <a:xfrm>
                <a:off x="1448859" y="2742992"/>
                <a:ext cx="2578310" cy="1523165"/>
              </a:xfrm>
              <a:prstGeom prst="roundRect">
                <a:avLst>
                  <a:gd name="adj" fmla="val 2829"/>
                </a:avLst>
              </a:prstGeom>
              <a:noFill/>
              <a:ln w="25400">
                <a:gradFill>
                  <a:gsLst>
                    <a:gs pos="62000">
                      <a:srgbClr val="F0EEF2"/>
                    </a:gs>
                    <a:gs pos="100000">
                      <a:srgbClr val="F0EEF2">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5" name="矩形: 圆角 134"/>
              <p:cNvSpPr>
                <a:spLocks noChangeAspect="1"/>
              </p:cNvSpPr>
              <p:nvPr/>
            </p:nvSpPr>
            <p:spPr>
              <a:xfrm>
                <a:off x="810452" y="3111717"/>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4" name="组合 13"/>
            <p:cNvGrpSpPr/>
            <p:nvPr/>
          </p:nvGrpSpPr>
          <p:grpSpPr>
            <a:xfrm>
              <a:off x="1625650" y="2998805"/>
              <a:ext cx="2224728" cy="1011538"/>
              <a:chOff x="1625650" y="2998805"/>
              <a:chExt cx="2224728" cy="1011538"/>
            </a:xfrm>
          </p:grpSpPr>
          <p:sp>
            <p:nvSpPr>
              <p:cNvPr id="420" name="矩形 419"/>
              <p:cNvSpPr/>
              <p:nvPr/>
            </p:nvSpPr>
            <p:spPr>
              <a:xfrm>
                <a:off x="1658306" y="3180638"/>
                <a:ext cx="2142449" cy="109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3" name="六边形 442"/>
              <p:cNvSpPr/>
              <p:nvPr/>
            </p:nvSpPr>
            <p:spPr>
              <a:xfrm>
                <a:off x="1625650" y="2998805"/>
                <a:ext cx="544954" cy="469786"/>
              </a:xfrm>
              <a:prstGeom prst="hexagon">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dirty="0">
                  <a:solidFill>
                    <a:srgbClr val="44546A">
                      <a:lumMod val="60000"/>
                      <a:lumOff val="40000"/>
                    </a:srgbClr>
                  </a:solidFill>
                </a:endParaRPr>
              </a:p>
            </p:txBody>
          </p:sp>
          <p:sp>
            <p:nvSpPr>
              <p:cNvPr id="444" name="六边形 443"/>
              <p:cNvSpPr/>
              <p:nvPr/>
            </p:nvSpPr>
            <p:spPr>
              <a:xfrm>
                <a:off x="2121786" y="3264910"/>
                <a:ext cx="544954" cy="469786"/>
              </a:xfrm>
              <a:prstGeom prst="hexagon">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a:solidFill>
                    <a:srgbClr val="44546A">
                      <a:lumMod val="60000"/>
                      <a:lumOff val="40000"/>
                    </a:srgbClr>
                  </a:solidFill>
                </a:endParaRPr>
              </a:p>
            </p:txBody>
          </p:sp>
          <p:sp>
            <p:nvSpPr>
              <p:cNvPr id="445" name="六边形 444"/>
              <p:cNvSpPr/>
              <p:nvPr/>
            </p:nvSpPr>
            <p:spPr>
              <a:xfrm>
                <a:off x="1635531" y="3540559"/>
                <a:ext cx="544952" cy="469784"/>
              </a:xfrm>
              <a:prstGeom prst="hexagon">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dirty="0">
                  <a:solidFill>
                    <a:srgbClr val="44546A">
                      <a:lumMod val="60000"/>
                      <a:lumOff val="40000"/>
                    </a:srgbClr>
                  </a:solidFill>
                </a:endParaRPr>
              </a:p>
            </p:txBody>
          </p:sp>
          <p:sp>
            <p:nvSpPr>
              <p:cNvPr id="446" name="矩形 445"/>
              <p:cNvSpPr/>
              <p:nvPr/>
            </p:nvSpPr>
            <p:spPr>
              <a:xfrm>
                <a:off x="2840921" y="3226205"/>
                <a:ext cx="1009457" cy="120582"/>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7" name="矩形 446"/>
              <p:cNvSpPr/>
              <p:nvPr/>
            </p:nvSpPr>
            <p:spPr>
              <a:xfrm>
                <a:off x="2840916" y="3443416"/>
                <a:ext cx="884270" cy="120582"/>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48" name="矩形 447"/>
              <p:cNvSpPr/>
              <p:nvPr/>
            </p:nvSpPr>
            <p:spPr>
              <a:xfrm>
                <a:off x="2840916" y="3662360"/>
                <a:ext cx="757094" cy="120582"/>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7" name="任意多边形: 形状 466"/>
              <p:cNvSpPr>
                <a:spLocks noChangeArrowheads="1"/>
              </p:cNvSpPr>
              <p:nvPr/>
            </p:nvSpPr>
            <p:spPr bwMode="auto">
              <a:xfrm>
                <a:off x="1755343" y="3079063"/>
                <a:ext cx="289293" cy="289295"/>
              </a:xfrm>
              <a:custGeom>
                <a:avLst/>
                <a:gdLst>
                  <a:gd name="connsiteX0" fmla="*/ 31617 w 289293"/>
                  <a:gd name="connsiteY0" fmla="*/ 267953 h 289295"/>
                  <a:gd name="connsiteX1" fmla="*/ 257677 w 289293"/>
                  <a:gd name="connsiteY1" fmla="*/ 267953 h 289295"/>
                  <a:gd name="connsiteX2" fmla="*/ 267952 w 289293"/>
                  <a:gd name="connsiteY2" fmla="*/ 278624 h 289295"/>
                  <a:gd name="connsiteX3" fmla="*/ 257677 w 289293"/>
                  <a:gd name="connsiteY3" fmla="*/ 289295 h 289295"/>
                  <a:gd name="connsiteX4" fmla="*/ 31617 w 289293"/>
                  <a:gd name="connsiteY4" fmla="*/ 289295 h 289295"/>
                  <a:gd name="connsiteX5" fmla="*/ 21342 w 289293"/>
                  <a:gd name="connsiteY5" fmla="*/ 278624 h 289295"/>
                  <a:gd name="connsiteX6" fmla="*/ 31617 w 289293"/>
                  <a:gd name="connsiteY6" fmla="*/ 267953 h 289295"/>
                  <a:gd name="connsiteX7" fmla="*/ 123983 w 289293"/>
                  <a:gd name="connsiteY7" fmla="*/ 138821 h 289295"/>
                  <a:gd name="connsiteX8" fmla="*/ 144648 w 289293"/>
                  <a:gd name="connsiteY8" fmla="*/ 142993 h 289295"/>
                  <a:gd name="connsiteX9" fmla="*/ 165310 w 289293"/>
                  <a:gd name="connsiteY9" fmla="*/ 138822 h 289295"/>
                  <a:gd name="connsiteX10" fmla="*/ 165310 w 289293"/>
                  <a:gd name="connsiteY10" fmla="*/ 161161 h 289295"/>
                  <a:gd name="connsiteX11" fmla="*/ 175642 w 289293"/>
                  <a:gd name="connsiteY11" fmla="*/ 171493 h 289295"/>
                  <a:gd name="connsiteX12" fmla="*/ 278961 w 289293"/>
                  <a:gd name="connsiteY12" fmla="*/ 186991 h 289295"/>
                  <a:gd name="connsiteX13" fmla="*/ 289293 w 289293"/>
                  <a:gd name="connsiteY13" fmla="*/ 197323 h 289295"/>
                  <a:gd name="connsiteX14" fmla="*/ 289293 w 289293"/>
                  <a:gd name="connsiteY14" fmla="*/ 238651 h 289295"/>
                  <a:gd name="connsiteX15" fmla="*/ 278961 w 289293"/>
                  <a:gd name="connsiteY15" fmla="*/ 248983 h 289295"/>
                  <a:gd name="connsiteX16" fmla="*/ 10332 w 289293"/>
                  <a:gd name="connsiteY16" fmla="*/ 248983 h 289295"/>
                  <a:gd name="connsiteX17" fmla="*/ 0 w 289293"/>
                  <a:gd name="connsiteY17" fmla="*/ 238651 h 289295"/>
                  <a:gd name="connsiteX18" fmla="*/ 0 w 289293"/>
                  <a:gd name="connsiteY18" fmla="*/ 197323 h 289295"/>
                  <a:gd name="connsiteX19" fmla="*/ 10332 w 289293"/>
                  <a:gd name="connsiteY19" fmla="*/ 186991 h 289295"/>
                  <a:gd name="connsiteX20" fmla="*/ 113651 w 289293"/>
                  <a:gd name="connsiteY20" fmla="*/ 171493 h 289295"/>
                  <a:gd name="connsiteX21" fmla="*/ 123983 w 289293"/>
                  <a:gd name="connsiteY21" fmla="*/ 161161 h 289295"/>
                  <a:gd name="connsiteX22" fmla="*/ 123983 w 289293"/>
                  <a:gd name="connsiteY22" fmla="*/ 141546 h 289295"/>
                  <a:gd name="connsiteX23" fmla="*/ 144648 w 289293"/>
                  <a:gd name="connsiteY23" fmla="*/ 0 h 289295"/>
                  <a:gd name="connsiteX24" fmla="*/ 206301 w 289293"/>
                  <a:gd name="connsiteY24" fmla="*/ 61653 h 289295"/>
                  <a:gd name="connsiteX25" fmla="*/ 144648 w 289293"/>
                  <a:gd name="connsiteY25" fmla="*/ 123306 h 289295"/>
                  <a:gd name="connsiteX26" fmla="*/ 82995 w 289293"/>
                  <a:gd name="connsiteY26" fmla="*/ 61653 h 289295"/>
                  <a:gd name="connsiteX27" fmla="*/ 144648 w 289293"/>
                  <a:gd name="connsiteY27" fmla="*/ 0 h 289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89293" h="289295">
                    <a:moveTo>
                      <a:pt x="31617" y="267953"/>
                    </a:moveTo>
                    <a:cubicBezTo>
                      <a:pt x="257677" y="267953"/>
                      <a:pt x="257677" y="267953"/>
                      <a:pt x="257677" y="267953"/>
                    </a:cubicBezTo>
                    <a:cubicBezTo>
                      <a:pt x="262814" y="267953"/>
                      <a:pt x="267952" y="273289"/>
                      <a:pt x="267952" y="278624"/>
                    </a:cubicBezTo>
                    <a:cubicBezTo>
                      <a:pt x="267952" y="283960"/>
                      <a:pt x="262814" y="289295"/>
                      <a:pt x="257677" y="289295"/>
                    </a:cubicBezTo>
                    <a:cubicBezTo>
                      <a:pt x="31617" y="289295"/>
                      <a:pt x="31617" y="289295"/>
                      <a:pt x="31617" y="289295"/>
                    </a:cubicBezTo>
                    <a:cubicBezTo>
                      <a:pt x="26480" y="289295"/>
                      <a:pt x="21342" y="283960"/>
                      <a:pt x="21342" y="278624"/>
                    </a:cubicBezTo>
                    <a:cubicBezTo>
                      <a:pt x="21342" y="273289"/>
                      <a:pt x="26480" y="267953"/>
                      <a:pt x="31617" y="267953"/>
                    </a:cubicBezTo>
                    <a:close/>
                    <a:moveTo>
                      <a:pt x="123983" y="138821"/>
                    </a:moveTo>
                    <a:lnTo>
                      <a:pt x="144648" y="142993"/>
                    </a:lnTo>
                    <a:lnTo>
                      <a:pt x="165310" y="138822"/>
                    </a:lnTo>
                    <a:lnTo>
                      <a:pt x="165310" y="161161"/>
                    </a:lnTo>
                    <a:cubicBezTo>
                      <a:pt x="165310" y="166327"/>
                      <a:pt x="170476" y="171493"/>
                      <a:pt x="175642" y="171493"/>
                    </a:cubicBezTo>
                    <a:cubicBezTo>
                      <a:pt x="175642" y="171493"/>
                      <a:pt x="175642" y="171493"/>
                      <a:pt x="278961" y="186991"/>
                    </a:cubicBezTo>
                    <a:cubicBezTo>
                      <a:pt x="284127" y="186991"/>
                      <a:pt x="289293" y="192157"/>
                      <a:pt x="289293" y="197323"/>
                    </a:cubicBezTo>
                    <a:cubicBezTo>
                      <a:pt x="289293" y="197323"/>
                      <a:pt x="289293" y="197323"/>
                      <a:pt x="289293" y="238651"/>
                    </a:cubicBezTo>
                    <a:cubicBezTo>
                      <a:pt x="289293" y="243817"/>
                      <a:pt x="284127" y="248983"/>
                      <a:pt x="278961" y="248983"/>
                    </a:cubicBezTo>
                    <a:cubicBezTo>
                      <a:pt x="278961" y="248983"/>
                      <a:pt x="278961" y="248983"/>
                      <a:pt x="10332" y="248983"/>
                    </a:cubicBezTo>
                    <a:cubicBezTo>
                      <a:pt x="5166" y="248983"/>
                      <a:pt x="0" y="243817"/>
                      <a:pt x="0" y="238651"/>
                    </a:cubicBezTo>
                    <a:cubicBezTo>
                      <a:pt x="0" y="238651"/>
                      <a:pt x="0" y="238651"/>
                      <a:pt x="0" y="197323"/>
                    </a:cubicBezTo>
                    <a:cubicBezTo>
                      <a:pt x="0" y="192157"/>
                      <a:pt x="5166" y="186991"/>
                      <a:pt x="10332" y="186991"/>
                    </a:cubicBezTo>
                    <a:cubicBezTo>
                      <a:pt x="10332" y="186991"/>
                      <a:pt x="10332" y="186991"/>
                      <a:pt x="113651" y="171493"/>
                    </a:cubicBezTo>
                    <a:cubicBezTo>
                      <a:pt x="118817" y="171493"/>
                      <a:pt x="123983" y="166327"/>
                      <a:pt x="123983" y="161161"/>
                    </a:cubicBezTo>
                    <a:cubicBezTo>
                      <a:pt x="123983" y="161161"/>
                      <a:pt x="123983" y="161161"/>
                      <a:pt x="123983" y="141546"/>
                    </a:cubicBezTo>
                    <a:close/>
                    <a:moveTo>
                      <a:pt x="144648" y="0"/>
                    </a:moveTo>
                    <a:cubicBezTo>
                      <a:pt x="178698" y="0"/>
                      <a:pt x="206301" y="27603"/>
                      <a:pt x="206301" y="61653"/>
                    </a:cubicBezTo>
                    <a:cubicBezTo>
                      <a:pt x="206301" y="95703"/>
                      <a:pt x="178698" y="123306"/>
                      <a:pt x="144648" y="123306"/>
                    </a:cubicBezTo>
                    <a:cubicBezTo>
                      <a:pt x="110598" y="123306"/>
                      <a:pt x="82995" y="95703"/>
                      <a:pt x="82995" y="61653"/>
                    </a:cubicBezTo>
                    <a:cubicBezTo>
                      <a:pt x="82995" y="27603"/>
                      <a:pt x="110598" y="0"/>
                      <a:pt x="144648" y="0"/>
                    </a:cubicBezTo>
                    <a:close/>
                  </a:path>
                </a:pathLst>
              </a:custGeom>
              <a:solidFill>
                <a:srgbClr val="4E4658"/>
              </a:solidFill>
              <a:ln>
                <a:noFill/>
              </a:ln>
            </p:spPr>
            <p:txBody>
              <a:bodyPr vert="horz" wrap="square" lIns="91440" tIns="45720" rIns="91440" bIns="45720" numCol="1" anchor="t" anchorCtr="0" compatLnSpc="1">
                <a:noAutofit/>
              </a:bodyPr>
              <a:lstStyle/>
              <a:p>
                <a:endParaRPr lang="zh-CN" altLang="en-US"/>
              </a:p>
            </p:txBody>
          </p:sp>
          <p:grpSp>
            <p:nvGrpSpPr>
              <p:cNvPr id="645" name="组合 644"/>
              <p:cNvGrpSpPr/>
              <p:nvPr/>
            </p:nvGrpSpPr>
            <p:grpSpPr>
              <a:xfrm>
                <a:off x="1710532" y="3031370"/>
                <a:ext cx="380194" cy="380158"/>
                <a:chOff x="4979129" y="5045363"/>
                <a:chExt cx="209362" cy="209343"/>
              </a:xfrm>
            </p:grpSpPr>
            <p:sp>
              <p:nvSpPr>
                <p:cNvPr id="646" name="矩形 645"/>
                <p:cNvSpPr/>
                <p:nvPr/>
              </p:nvSpPr>
              <p:spPr>
                <a:xfrm>
                  <a:off x="5001989" y="5068223"/>
                  <a:ext cx="164175" cy="164176"/>
                </a:xfrm>
                <a:prstGeom prst="rect">
                  <a:avLst/>
                </a:prstGeom>
                <a:noFill/>
                <a:ln w="63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647" name="椭圆 646"/>
                <p:cNvSpPr/>
                <p:nvPr/>
              </p:nvSpPr>
              <p:spPr>
                <a:xfrm flipH="1">
                  <a:off x="4979129" y="5045363"/>
                  <a:ext cx="45720" cy="45720"/>
                </a:xfrm>
                <a:prstGeom prst="ellipse">
                  <a:avLst/>
                </a:prstGeom>
                <a:solidFill>
                  <a:schemeClr val="bg1"/>
                </a:solidFill>
                <a:ln w="63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8" name="椭圆 647"/>
                <p:cNvSpPr/>
                <p:nvPr/>
              </p:nvSpPr>
              <p:spPr>
                <a:xfrm flipH="1">
                  <a:off x="5060950" y="5045363"/>
                  <a:ext cx="45720" cy="45720"/>
                </a:xfrm>
                <a:prstGeom prst="ellipse">
                  <a:avLst/>
                </a:prstGeom>
                <a:solidFill>
                  <a:schemeClr val="bg1"/>
                </a:solidFill>
                <a:ln w="63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9" name="椭圆 648"/>
                <p:cNvSpPr/>
                <p:nvPr/>
              </p:nvSpPr>
              <p:spPr>
                <a:xfrm flipH="1">
                  <a:off x="5142771" y="5045363"/>
                  <a:ext cx="45720" cy="45720"/>
                </a:xfrm>
                <a:prstGeom prst="ellipse">
                  <a:avLst/>
                </a:prstGeom>
                <a:solidFill>
                  <a:schemeClr val="bg1"/>
                </a:solidFill>
                <a:ln w="63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0" name="椭圆 649"/>
                <p:cNvSpPr/>
                <p:nvPr/>
              </p:nvSpPr>
              <p:spPr>
                <a:xfrm flipH="1">
                  <a:off x="4979129" y="5208986"/>
                  <a:ext cx="45720" cy="45720"/>
                </a:xfrm>
                <a:prstGeom prst="ellipse">
                  <a:avLst/>
                </a:prstGeom>
                <a:solidFill>
                  <a:schemeClr val="bg1"/>
                </a:solidFill>
                <a:ln w="63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1" name="椭圆 650"/>
                <p:cNvSpPr/>
                <p:nvPr/>
              </p:nvSpPr>
              <p:spPr>
                <a:xfrm flipH="1">
                  <a:off x="5060950" y="5208986"/>
                  <a:ext cx="45720" cy="45720"/>
                </a:xfrm>
                <a:prstGeom prst="ellipse">
                  <a:avLst/>
                </a:prstGeom>
                <a:solidFill>
                  <a:schemeClr val="bg1"/>
                </a:solidFill>
                <a:ln w="63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2" name="椭圆 651"/>
                <p:cNvSpPr/>
                <p:nvPr/>
              </p:nvSpPr>
              <p:spPr>
                <a:xfrm flipH="1">
                  <a:off x="5142771" y="5208986"/>
                  <a:ext cx="45720" cy="45720"/>
                </a:xfrm>
                <a:prstGeom prst="ellipse">
                  <a:avLst/>
                </a:prstGeom>
                <a:solidFill>
                  <a:schemeClr val="bg1"/>
                </a:solidFill>
                <a:ln w="63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3" name="椭圆 652"/>
                <p:cNvSpPr/>
                <p:nvPr/>
              </p:nvSpPr>
              <p:spPr>
                <a:xfrm flipH="1">
                  <a:off x="4979129" y="5123645"/>
                  <a:ext cx="45720" cy="45720"/>
                </a:xfrm>
                <a:prstGeom prst="ellipse">
                  <a:avLst/>
                </a:prstGeom>
                <a:solidFill>
                  <a:schemeClr val="bg1"/>
                </a:solidFill>
                <a:ln w="63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4" name="椭圆 653"/>
                <p:cNvSpPr/>
                <p:nvPr/>
              </p:nvSpPr>
              <p:spPr>
                <a:xfrm flipH="1">
                  <a:off x="5142771" y="5123645"/>
                  <a:ext cx="45720" cy="45720"/>
                </a:xfrm>
                <a:prstGeom prst="ellipse">
                  <a:avLst/>
                </a:prstGeom>
                <a:solidFill>
                  <a:schemeClr val="bg1"/>
                </a:solidFill>
                <a:ln w="6350">
                  <a:solidFill>
                    <a:srgbClr val="7F7F7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nvGrpSpPr>
          <p:cNvPr id="19" name="组合 18"/>
          <p:cNvGrpSpPr/>
          <p:nvPr/>
        </p:nvGrpSpPr>
        <p:grpSpPr>
          <a:xfrm>
            <a:off x="8024992" y="1959178"/>
            <a:ext cx="3493913" cy="2403813"/>
            <a:chOff x="8024986" y="1959176"/>
            <a:chExt cx="3493913" cy="2403813"/>
          </a:xfrm>
        </p:grpSpPr>
        <p:grpSp>
          <p:nvGrpSpPr>
            <p:cNvPr id="13" name="组合 12"/>
            <p:cNvGrpSpPr/>
            <p:nvPr/>
          </p:nvGrpSpPr>
          <p:grpSpPr>
            <a:xfrm>
              <a:off x="8024986" y="1959176"/>
              <a:ext cx="3493913" cy="2403813"/>
              <a:chOff x="8024986" y="1959176"/>
              <a:chExt cx="3493913" cy="2403813"/>
            </a:xfrm>
          </p:grpSpPr>
          <p:sp>
            <p:nvSpPr>
              <p:cNvPr id="527" name="Freeform 6"/>
              <p:cNvSpPr/>
              <p:nvPr/>
            </p:nvSpPr>
            <p:spPr bwMode="auto">
              <a:xfrm>
                <a:off x="8024986" y="1959176"/>
                <a:ext cx="3493913" cy="2403813"/>
              </a:xfrm>
              <a:prstGeom prst="rect">
                <a:avLst/>
              </a:prstGeom>
              <a:gradFill>
                <a:gsLst>
                  <a:gs pos="83000">
                    <a:schemeClr val="bg1"/>
                  </a:gs>
                  <a:gs pos="100000">
                    <a:schemeClr val="bg1">
                      <a:alpha val="0"/>
                    </a:schemeClr>
                  </a:gs>
                </a:gsLst>
                <a:lin ang="5400000" scaled="1"/>
              </a:gradFill>
              <a:ln w="9525">
                <a:noFill/>
                <a:round/>
              </a:ln>
              <a:effectLst>
                <a:outerShdw blurRad="63500" sx="102000" sy="102000" algn="ctr" rotWithShape="0">
                  <a:srgbClr val="E7E5EA">
                    <a:alpha val="50000"/>
                  </a:srgbClr>
                </a:outerShdw>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8" name="矩形: 圆角 527"/>
              <p:cNvSpPr>
                <a:spLocks noChangeAspect="1"/>
              </p:cNvSpPr>
              <p:nvPr/>
            </p:nvSpPr>
            <p:spPr>
              <a:xfrm>
                <a:off x="8162338" y="2742993"/>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29" name="Rectangle 8"/>
              <p:cNvSpPr>
                <a:spLocks noChangeArrowheads="1"/>
              </p:cNvSpPr>
              <p:nvPr/>
            </p:nvSpPr>
            <p:spPr bwMode="auto">
              <a:xfrm>
                <a:off x="8162340" y="2228518"/>
                <a:ext cx="3240163" cy="311711"/>
              </a:xfrm>
              <a:prstGeom prst="rect">
                <a:avLst/>
              </a:prstGeom>
              <a:solidFill>
                <a:srgbClr val="F0EE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0" name="Rectangle 9"/>
              <p:cNvSpPr>
                <a:spLocks noChangeArrowheads="1"/>
              </p:cNvSpPr>
              <p:nvPr/>
            </p:nvSpPr>
            <p:spPr bwMode="auto">
              <a:xfrm>
                <a:off x="8162340" y="2228518"/>
                <a:ext cx="3240163" cy="181579"/>
              </a:xfrm>
              <a:prstGeom prst="rect">
                <a:avLst/>
              </a:prstGeom>
              <a:solidFill>
                <a:srgbClr val="B4B4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531" name="Oval 14"/>
              <p:cNvSpPr>
                <a:spLocks noChangeArrowheads="1"/>
              </p:cNvSpPr>
              <p:nvPr/>
            </p:nvSpPr>
            <p:spPr bwMode="auto">
              <a:xfrm>
                <a:off x="8523496" y="2098386"/>
                <a:ext cx="59552"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2" name="Oval 15"/>
              <p:cNvSpPr>
                <a:spLocks noChangeArrowheads="1"/>
              </p:cNvSpPr>
              <p:nvPr/>
            </p:nvSpPr>
            <p:spPr bwMode="auto">
              <a:xfrm>
                <a:off x="8628193" y="2098386"/>
                <a:ext cx="60514"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3" name="Oval 16"/>
              <p:cNvSpPr>
                <a:spLocks noChangeArrowheads="1"/>
              </p:cNvSpPr>
              <p:nvPr/>
            </p:nvSpPr>
            <p:spPr bwMode="auto">
              <a:xfrm>
                <a:off x="8732889" y="2098386"/>
                <a:ext cx="60514"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4" name="Freeform 18"/>
              <p:cNvSpPr/>
              <p:nvPr/>
            </p:nvSpPr>
            <p:spPr bwMode="auto">
              <a:xfrm>
                <a:off x="8967257" y="2262817"/>
                <a:ext cx="505234" cy="164430"/>
              </a:xfrm>
              <a:custGeom>
                <a:avLst/>
                <a:gdLst>
                  <a:gd name="T0" fmla="*/ 520 w 547"/>
                  <a:gd name="T1" fmla="*/ 170 h 170"/>
                  <a:gd name="T2" fmla="*/ 27 w 547"/>
                  <a:gd name="T3" fmla="*/ 170 h 170"/>
                  <a:gd name="T4" fmla="*/ 0 w 547"/>
                  <a:gd name="T5" fmla="*/ 143 h 170"/>
                  <a:gd name="T6" fmla="*/ 0 w 547"/>
                  <a:gd name="T7" fmla="*/ 27 h 170"/>
                  <a:gd name="T8" fmla="*/ 27 w 547"/>
                  <a:gd name="T9" fmla="*/ 0 h 170"/>
                  <a:gd name="T10" fmla="*/ 520 w 547"/>
                  <a:gd name="T11" fmla="*/ 0 h 170"/>
                  <a:gd name="T12" fmla="*/ 547 w 547"/>
                  <a:gd name="T13" fmla="*/ 27 h 170"/>
                  <a:gd name="T14" fmla="*/ 547 w 547"/>
                  <a:gd name="T15" fmla="*/ 143 h 170"/>
                  <a:gd name="T16" fmla="*/ 520 w 547"/>
                  <a:gd name="T17"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7" h="170">
                    <a:moveTo>
                      <a:pt x="520" y="170"/>
                    </a:moveTo>
                    <a:cubicBezTo>
                      <a:pt x="27" y="170"/>
                      <a:pt x="27" y="170"/>
                      <a:pt x="27" y="170"/>
                    </a:cubicBezTo>
                    <a:cubicBezTo>
                      <a:pt x="12" y="170"/>
                      <a:pt x="0" y="158"/>
                      <a:pt x="0" y="143"/>
                    </a:cubicBezTo>
                    <a:cubicBezTo>
                      <a:pt x="0" y="27"/>
                      <a:pt x="0" y="27"/>
                      <a:pt x="0" y="27"/>
                    </a:cubicBezTo>
                    <a:cubicBezTo>
                      <a:pt x="0" y="12"/>
                      <a:pt x="12" y="0"/>
                      <a:pt x="27" y="0"/>
                    </a:cubicBezTo>
                    <a:cubicBezTo>
                      <a:pt x="520" y="0"/>
                      <a:pt x="520" y="0"/>
                      <a:pt x="520" y="0"/>
                    </a:cubicBezTo>
                    <a:cubicBezTo>
                      <a:pt x="535" y="0"/>
                      <a:pt x="547" y="12"/>
                      <a:pt x="547" y="27"/>
                    </a:cubicBezTo>
                    <a:cubicBezTo>
                      <a:pt x="547" y="143"/>
                      <a:pt x="547" y="143"/>
                      <a:pt x="547" y="143"/>
                    </a:cubicBezTo>
                    <a:cubicBezTo>
                      <a:pt x="547" y="158"/>
                      <a:pt x="535" y="170"/>
                      <a:pt x="520" y="170"/>
                    </a:cubicBezTo>
                    <a:close/>
                  </a:path>
                </a:pathLst>
              </a:cu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5" name="Rectangle 19"/>
              <p:cNvSpPr>
                <a:spLocks noChangeArrowheads="1"/>
              </p:cNvSpPr>
              <p:nvPr/>
            </p:nvSpPr>
            <p:spPr bwMode="auto">
              <a:xfrm>
                <a:off x="9089243" y="2320316"/>
                <a:ext cx="243973" cy="49430"/>
              </a:xfrm>
              <a:prstGeom prst="rect">
                <a:avLst/>
              </a:prstGeom>
              <a:solidFill>
                <a:srgbClr val="CFCBD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6" name="Freeform 20"/>
              <p:cNvSpPr/>
              <p:nvPr/>
            </p:nvSpPr>
            <p:spPr bwMode="auto">
              <a:xfrm>
                <a:off x="8491798" y="2306193"/>
                <a:ext cx="232445" cy="49430"/>
              </a:xfrm>
              <a:custGeom>
                <a:avLst/>
                <a:gdLst>
                  <a:gd name="T0" fmla="*/ 227 w 251"/>
                  <a:gd name="T1" fmla="*/ 0 h 51"/>
                  <a:gd name="T2" fmla="*/ 24 w 251"/>
                  <a:gd name="T3" fmla="*/ 0 h 51"/>
                  <a:gd name="T4" fmla="*/ 0 w 251"/>
                  <a:gd name="T5" fmla="*/ 24 h 51"/>
                  <a:gd name="T6" fmla="*/ 0 w 251"/>
                  <a:gd name="T7" fmla="*/ 27 h 51"/>
                  <a:gd name="T8" fmla="*/ 24 w 251"/>
                  <a:gd name="T9" fmla="*/ 51 h 51"/>
                  <a:gd name="T10" fmla="*/ 227 w 251"/>
                  <a:gd name="T11" fmla="*/ 51 h 51"/>
                  <a:gd name="T12" fmla="*/ 251 w 251"/>
                  <a:gd name="T13" fmla="*/ 27 h 51"/>
                  <a:gd name="T14" fmla="*/ 251 w 251"/>
                  <a:gd name="T15" fmla="*/ 24 h 51"/>
                  <a:gd name="T16" fmla="*/ 227 w 251"/>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1" h="51">
                    <a:moveTo>
                      <a:pt x="227" y="0"/>
                    </a:moveTo>
                    <a:cubicBezTo>
                      <a:pt x="24" y="0"/>
                      <a:pt x="24" y="0"/>
                      <a:pt x="24" y="0"/>
                    </a:cubicBezTo>
                    <a:cubicBezTo>
                      <a:pt x="11" y="0"/>
                      <a:pt x="0" y="11"/>
                      <a:pt x="0" y="24"/>
                    </a:cubicBezTo>
                    <a:cubicBezTo>
                      <a:pt x="0" y="27"/>
                      <a:pt x="0" y="27"/>
                      <a:pt x="0" y="27"/>
                    </a:cubicBezTo>
                    <a:cubicBezTo>
                      <a:pt x="0" y="41"/>
                      <a:pt x="11" y="51"/>
                      <a:pt x="24" y="51"/>
                    </a:cubicBezTo>
                    <a:cubicBezTo>
                      <a:pt x="227" y="51"/>
                      <a:pt x="227" y="51"/>
                      <a:pt x="227" y="51"/>
                    </a:cubicBezTo>
                    <a:cubicBezTo>
                      <a:pt x="240" y="51"/>
                      <a:pt x="251" y="41"/>
                      <a:pt x="251" y="27"/>
                    </a:cubicBezTo>
                    <a:cubicBezTo>
                      <a:pt x="251" y="24"/>
                      <a:pt x="251" y="24"/>
                      <a:pt x="251" y="24"/>
                    </a:cubicBezTo>
                    <a:cubicBezTo>
                      <a:pt x="251" y="11"/>
                      <a:pt x="240" y="0"/>
                      <a:pt x="227"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7" name="Freeform 21"/>
              <p:cNvSpPr/>
              <p:nvPr/>
            </p:nvSpPr>
            <p:spPr bwMode="auto">
              <a:xfrm>
                <a:off x="9669398" y="2306193"/>
                <a:ext cx="231486" cy="49430"/>
              </a:xfrm>
              <a:custGeom>
                <a:avLst/>
                <a:gdLst>
                  <a:gd name="T0" fmla="*/ 226 w 250"/>
                  <a:gd name="T1" fmla="*/ 0 h 51"/>
                  <a:gd name="T2" fmla="*/ 24 w 250"/>
                  <a:gd name="T3" fmla="*/ 0 h 51"/>
                  <a:gd name="T4" fmla="*/ 0 w 250"/>
                  <a:gd name="T5" fmla="*/ 24 h 51"/>
                  <a:gd name="T6" fmla="*/ 0 w 250"/>
                  <a:gd name="T7" fmla="*/ 27 h 51"/>
                  <a:gd name="T8" fmla="*/ 24 w 250"/>
                  <a:gd name="T9" fmla="*/ 51 h 51"/>
                  <a:gd name="T10" fmla="*/ 226 w 250"/>
                  <a:gd name="T11" fmla="*/ 51 h 51"/>
                  <a:gd name="T12" fmla="*/ 250 w 250"/>
                  <a:gd name="T13" fmla="*/ 27 h 51"/>
                  <a:gd name="T14" fmla="*/ 250 w 250"/>
                  <a:gd name="T15" fmla="*/ 24 h 51"/>
                  <a:gd name="T16" fmla="*/ 226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6" y="0"/>
                    </a:moveTo>
                    <a:cubicBezTo>
                      <a:pt x="24" y="0"/>
                      <a:pt x="24" y="0"/>
                      <a:pt x="24" y="0"/>
                    </a:cubicBezTo>
                    <a:cubicBezTo>
                      <a:pt x="10" y="0"/>
                      <a:pt x="0" y="11"/>
                      <a:pt x="0" y="24"/>
                    </a:cubicBezTo>
                    <a:cubicBezTo>
                      <a:pt x="0" y="27"/>
                      <a:pt x="0" y="27"/>
                      <a:pt x="0" y="27"/>
                    </a:cubicBezTo>
                    <a:cubicBezTo>
                      <a:pt x="0" y="41"/>
                      <a:pt x="10" y="51"/>
                      <a:pt x="24" y="51"/>
                    </a:cubicBezTo>
                    <a:cubicBezTo>
                      <a:pt x="226" y="51"/>
                      <a:pt x="226" y="51"/>
                      <a:pt x="226" y="51"/>
                    </a:cubicBezTo>
                    <a:cubicBezTo>
                      <a:pt x="239" y="51"/>
                      <a:pt x="250" y="41"/>
                      <a:pt x="250" y="27"/>
                    </a:cubicBezTo>
                    <a:cubicBezTo>
                      <a:pt x="250" y="24"/>
                      <a:pt x="250" y="24"/>
                      <a:pt x="250" y="24"/>
                    </a:cubicBezTo>
                    <a:cubicBezTo>
                      <a:pt x="250" y="11"/>
                      <a:pt x="239" y="0"/>
                      <a:pt x="226"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8" name="Freeform 22"/>
              <p:cNvSpPr/>
              <p:nvPr/>
            </p:nvSpPr>
            <p:spPr bwMode="auto">
              <a:xfrm>
                <a:off x="10109316" y="2306193"/>
                <a:ext cx="231486" cy="49430"/>
              </a:xfrm>
              <a:custGeom>
                <a:avLst/>
                <a:gdLst>
                  <a:gd name="T0" fmla="*/ 226 w 250"/>
                  <a:gd name="T1" fmla="*/ 0 h 51"/>
                  <a:gd name="T2" fmla="*/ 24 w 250"/>
                  <a:gd name="T3" fmla="*/ 0 h 51"/>
                  <a:gd name="T4" fmla="*/ 0 w 250"/>
                  <a:gd name="T5" fmla="*/ 24 h 51"/>
                  <a:gd name="T6" fmla="*/ 0 w 250"/>
                  <a:gd name="T7" fmla="*/ 27 h 51"/>
                  <a:gd name="T8" fmla="*/ 24 w 250"/>
                  <a:gd name="T9" fmla="*/ 51 h 51"/>
                  <a:gd name="T10" fmla="*/ 226 w 250"/>
                  <a:gd name="T11" fmla="*/ 51 h 51"/>
                  <a:gd name="T12" fmla="*/ 250 w 250"/>
                  <a:gd name="T13" fmla="*/ 27 h 51"/>
                  <a:gd name="T14" fmla="*/ 250 w 250"/>
                  <a:gd name="T15" fmla="*/ 24 h 51"/>
                  <a:gd name="T16" fmla="*/ 226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6" y="0"/>
                    </a:moveTo>
                    <a:cubicBezTo>
                      <a:pt x="24" y="0"/>
                      <a:pt x="24" y="0"/>
                      <a:pt x="24" y="0"/>
                    </a:cubicBezTo>
                    <a:cubicBezTo>
                      <a:pt x="11" y="0"/>
                      <a:pt x="0" y="11"/>
                      <a:pt x="0" y="24"/>
                    </a:cubicBezTo>
                    <a:cubicBezTo>
                      <a:pt x="0" y="27"/>
                      <a:pt x="0" y="27"/>
                      <a:pt x="0" y="27"/>
                    </a:cubicBezTo>
                    <a:cubicBezTo>
                      <a:pt x="0" y="41"/>
                      <a:pt x="11" y="51"/>
                      <a:pt x="24" y="51"/>
                    </a:cubicBezTo>
                    <a:cubicBezTo>
                      <a:pt x="226" y="51"/>
                      <a:pt x="226" y="51"/>
                      <a:pt x="226" y="51"/>
                    </a:cubicBezTo>
                    <a:cubicBezTo>
                      <a:pt x="240" y="51"/>
                      <a:pt x="250" y="41"/>
                      <a:pt x="250" y="27"/>
                    </a:cubicBezTo>
                    <a:cubicBezTo>
                      <a:pt x="250" y="24"/>
                      <a:pt x="250" y="24"/>
                      <a:pt x="250" y="24"/>
                    </a:cubicBezTo>
                    <a:cubicBezTo>
                      <a:pt x="250" y="11"/>
                      <a:pt x="240" y="0"/>
                      <a:pt x="226"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39" name="Freeform 23"/>
              <p:cNvSpPr/>
              <p:nvPr/>
            </p:nvSpPr>
            <p:spPr bwMode="auto">
              <a:xfrm>
                <a:off x="10549235" y="2306193"/>
                <a:ext cx="231486" cy="49430"/>
              </a:xfrm>
              <a:custGeom>
                <a:avLst/>
                <a:gdLst>
                  <a:gd name="T0" fmla="*/ 227 w 250"/>
                  <a:gd name="T1" fmla="*/ 0 h 51"/>
                  <a:gd name="T2" fmla="*/ 24 w 250"/>
                  <a:gd name="T3" fmla="*/ 0 h 51"/>
                  <a:gd name="T4" fmla="*/ 0 w 250"/>
                  <a:gd name="T5" fmla="*/ 24 h 51"/>
                  <a:gd name="T6" fmla="*/ 0 w 250"/>
                  <a:gd name="T7" fmla="*/ 27 h 51"/>
                  <a:gd name="T8" fmla="*/ 24 w 250"/>
                  <a:gd name="T9" fmla="*/ 51 h 51"/>
                  <a:gd name="T10" fmla="*/ 227 w 250"/>
                  <a:gd name="T11" fmla="*/ 51 h 51"/>
                  <a:gd name="T12" fmla="*/ 250 w 250"/>
                  <a:gd name="T13" fmla="*/ 27 h 51"/>
                  <a:gd name="T14" fmla="*/ 250 w 250"/>
                  <a:gd name="T15" fmla="*/ 24 h 51"/>
                  <a:gd name="T16" fmla="*/ 227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7" y="0"/>
                    </a:moveTo>
                    <a:cubicBezTo>
                      <a:pt x="24" y="0"/>
                      <a:pt x="24" y="0"/>
                      <a:pt x="24" y="0"/>
                    </a:cubicBezTo>
                    <a:cubicBezTo>
                      <a:pt x="11" y="0"/>
                      <a:pt x="0" y="11"/>
                      <a:pt x="0" y="24"/>
                    </a:cubicBezTo>
                    <a:cubicBezTo>
                      <a:pt x="0" y="27"/>
                      <a:pt x="0" y="27"/>
                      <a:pt x="0" y="27"/>
                    </a:cubicBezTo>
                    <a:cubicBezTo>
                      <a:pt x="0" y="41"/>
                      <a:pt x="11" y="51"/>
                      <a:pt x="24" y="51"/>
                    </a:cubicBezTo>
                    <a:cubicBezTo>
                      <a:pt x="227" y="51"/>
                      <a:pt x="227" y="51"/>
                      <a:pt x="227" y="51"/>
                    </a:cubicBezTo>
                    <a:cubicBezTo>
                      <a:pt x="240" y="51"/>
                      <a:pt x="250" y="41"/>
                      <a:pt x="250" y="27"/>
                    </a:cubicBezTo>
                    <a:cubicBezTo>
                      <a:pt x="250" y="24"/>
                      <a:pt x="250" y="24"/>
                      <a:pt x="250" y="24"/>
                    </a:cubicBezTo>
                    <a:cubicBezTo>
                      <a:pt x="250" y="11"/>
                      <a:pt x="240" y="0"/>
                      <a:pt x="227"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541" name="矩形: 圆角 540"/>
              <p:cNvSpPr>
                <a:spLocks noChangeAspect="1"/>
              </p:cNvSpPr>
              <p:nvPr/>
            </p:nvSpPr>
            <p:spPr>
              <a:xfrm>
                <a:off x="8162338" y="3480441"/>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42" name="矩形: 圆角 541"/>
              <p:cNvSpPr>
                <a:spLocks noChangeAspect="1"/>
              </p:cNvSpPr>
              <p:nvPr/>
            </p:nvSpPr>
            <p:spPr>
              <a:xfrm>
                <a:off x="8162338" y="3849165"/>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44" name="矩形: 圆角 543"/>
              <p:cNvSpPr>
                <a:spLocks noChangeAspect="1"/>
              </p:cNvSpPr>
              <p:nvPr/>
            </p:nvSpPr>
            <p:spPr>
              <a:xfrm>
                <a:off x="8162338" y="4216750"/>
                <a:ext cx="526366" cy="127814"/>
              </a:xfrm>
              <a:prstGeom prst="roundRect">
                <a:avLst>
                  <a:gd name="adj" fmla="val 14540"/>
                </a:avLst>
              </a:prstGeom>
              <a:gradFill>
                <a:gsLst>
                  <a:gs pos="8000">
                    <a:srgbClr val="F0EEF2"/>
                  </a:gs>
                  <a:gs pos="100000">
                    <a:srgbClr val="F0EEF2">
                      <a:alpha val="0"/>
                    </a:srgb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45" name="矩形: 圆角 544"/>
              <p:cNvSpPr>
                <a:spLocks noChangeAspect="1"/>
              </p:cNvSpPr>
              <p:nvPr/>
            </p:nvSpPr>
            <p:spPr>
              <a:xfrm>
                <a:off x="8800745" y="2742992"/>
                <a:ext cx="2578310" cy="1523165"/>
              </a:xfrm>
              <a:prstGeom prst="roundRect">
                <a:avLst>
                  <a:gd name="adj" fmla="val 2829"/>
                </a:avLst>
              </a:prstGeom>
              <a:noFill/>
              <a:ln w="25400">
                <a:gradFill>
                  <a:gsLst>
                    <a:gs pos="62000">
                      <a:srgbClr val="F0EEF2"/>
                    </a:gs>
                    <a:gs pos="100000">
                      <a:srgbClr val="F0EEF2">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36" name="矩形: 圆角 135"/>
              <p:cNvSpPr>
                <a:spLocks noChangeAspect="1"/>
              </p:cNvSpPr>
              <p:nvPr/>
            </p:nvSpPr>
            <p:spPr>
              <a:xfrm>
                <a:off x="8162338" y="3111717"/>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6" name="组合 15"/>
            <p:cNvGrpSpPr/>
            <p:nvPr/>
          </p:nvGrpSpPr>
          <p:grpSpPr>
            <a:xfrm>
              <a:off x="8977536" y="2998805"/>
              <a:ext cx="2224728" cy="1011538"/>
              <a:chOff x="8977536" y="2998805"/>
              <a:chExt cx="2224728" cy="1011538"/>
            </a:xfrm>
          </p:grpSpPr>
          <p:sp>
            <p:nvSpPr>
              <p:cNvPr id="543" name="矩形 542"/>
              <p:cNvSpPr/>
              <p:nvPr/>
            </p:nvSpPr>
            <p:spPr>
              <a:xfrm>
                <a:off x="9010192" y="3180638"/>
                <a:ext cx="2142449" cy="109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546" name="组合 545"/>
              <p:cNvGrpSpPr/>
              <p:nvPr/>
            </p:nvGrpSpPr>
            <p:grpSpPr>
              <a:xfrm>
                <a:off x="8977536" y="2998805"/>
                <a:ext cx="2224728" cy="1011538"/>
                <a:chOff x="958894" y="2827593"/>
                <a:chExt cx="996293" cy="452994"/>
              </a:xfrm>
            </p:grpSpPr>
            <p:sp>
              <p:nvSpPr>
                <p:cNvPr id="555" name="六边形 554"/>
                <p:cNvSpPr/>
                <p:nvPr/>
              </p:nvSpPr>
              <p:spPr>
                <a:xfrm>
                  <a:off x="958894" y="2827593"/>
                  <a:ext cx="244045" cy="210383"/>
                </a:xfrm>
                <a:prstGeom prst="hexagon">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dirty="0">
                    <a:solidFill>
                      <a:srgbClr val="44546A">
                        <a:lumMod val="60000"/>
                        <a:lumOff val="40000"/>
                      </a:srgbClr>
                    </a:solidFill>
                  </a:endParaRPr>
                </a:p>
              </p:txBody>
            </p:sp>
            <p:sp>
              <p:nvSpPr>
                <p:cNvPr id="556" name="六边形 555"/>
                <p:cNvSpPr/>
                <p:nvPr/>
              </p:nvSpPr>
              <p:spPr>
                <a:xfrm>
                  <a:off x="1181077" y="2946762"/>
                  <a:ext cx="244045" cy="210383"/>
                </a:xfrm>
                <a:prstGeom prst="hexagon">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a:solidFill>
                      <a:srgbClr val="44546A">
                        <a:lumMod val="60000"/>
                        <a:lumOff val="40000"/>
                      </a:srgbClr>
                    </a:solidFill>
                  </a:endParaRPr>
                </a:p>
              </p:txBody>
            </p:sp>
            <p:sp>
              <p:nvSpPr>
                <p:cNvPr id="557" name="六边形 556"/>
                <p:cNvSpPr/>
                <p:nvPr/>
              </p:nvSpPr>
              <p:spPr>
                <a:xfrm>
                  <a:off x="963319" y="3070205"/>
                  <a:ext cx="244044" cy="210382"/>
                </a:xfrm>
                <a:prstGeom prst="hexagon">
                  <a:avLst/>
                </a:prstGeom>
                <a:solidFill>
                  <a:srgbClr val="867D98">
                    <a:lumMod val="20000"/>
                    <a:lumOff val="80000"/>
                  </a:srgbClr>
                </a:solid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dirty="0">
                    <a:solidFill>
                      <a:srgbClr val="44546A">
                        <a:lumMod val="60000"/>
                        <a:lumOff val="40000"/>
                      </a:srgbClr>
                    </a:solidFill>
                  </a:endParaRPr>
                </a:p>
              </p:txBody>
            </p:sp>
            <p:sp>
              <p:nvSpPr>
                <p:cNvPr id="558" name="矩形 557"/>
                <p:cNvSpPr/>
                <p:nvPr/>
              </p:nvSpPr>
              <p:spPr>
                <a:xfrm>
                  <a:off x="1503125" y="2929429"/>
                  <a:ext cx="452062"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59" name="矩形 558"/>
                <p:cNvSpPr/>
                <p:nvPr/>
              </p:nvSpPr>
              <p:spPr>
                <a:xfrm>
                  <a:off x="1503123" y="3026702"/>
                  <a:ext cx="396000"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560" name="矩形 559"/>
                <p:cNvSpPr/>
                <p:nvPr/>
              </p:nvSpPr>
              <p:spPr>
                <a:xfrm>
                  <a:off x="1503123" y="3124751"/>
                  <a:ext cx="339047" cy="54000"/>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548" name="Freeform 499"/>
              <p:cNvSpPr>
                <a:spLocks noChangeArrowheads="1"/>
              </p:cNvSpPr>
              <p:nvPr/>
            </p:nvSpPr>
            <p:spPr bwMode="auto">
              <a:xfrm>
                <a:off x="9107228" y="3101934"/>
                <a:ext cx="289295" cy="262601"/>
              </a:xfrm>
              <a:custGeom>
                <a:avLst/>
                <a:gdLst>
                  <a:gd name="T0" fmla="*/ 12091 w 12800"/>
                  <a:gd name="T1" fmla="*/ 0 h 11619"/>
                  <a:gd name="T2" fmla="*/ 709 w 12800"/>
                  <a:gd name="T3" fmla="*/ 0 h 11619"/>
                  <a:gd name="T4" fmla="*/ 0 w 12800"/>
                  <a:gd name="T5" fmla="*/ 708 h 11619"/>
                  <a:gd name="T6" fmla="*/ 0 w 12800"/>
                  <a:gd name="T7" fmla="*/ 8504 h 11619"/>
                  <a:gd name="T8" fmla="*/ 709 w 12800"/>
                  <a:gd name="T9" fmla="*/ 9212 h 11619"/>
                  <a:gd name="T10" fmla="*/ 3860 w 12800"/>
                  <a:gd name="T11" fmla="*/ 9212 h 11619"/>
                  <a:gd name="T12" fmla="*/ 3860 w 12800"/>
                  <a:gd name="T13" fmla="*/ 10556 h 11619"/>
                  <a:gd name="T14" fmla="*/ 2131 w 12800"/>
                  <a:gd name="T15" fmla="*/ 10556 h 11619"/>
                  <a:gd name="T16" fmla="*/ 1600 w 12800"/>
                  <a:gd name="T17" fmla="*/ 11087 h 11619"/>
                  <a:gd name="T18" fmla="*/ 2131 w 12800"/>
                  <a:gd name="T19" fmla="*/ 11619 h 11619"/>
                  <a:gd name="T20" fmla="*/ 10669 w 12800"/>
                  <a:gd name="T21" fmla="*/ 11619 h 11619"/>
                  <a:gd name="T22" fmla="*/ 11200 w 12800"/>
                  <a:gd name="T23" fmla="*/ 11087 h 11619"/>
                  <a:gd name="T24" fmla="*/ 10669 w 12800"/>
                  <a:gd name="T25" fmla="*/ 10556 h 11619"/>
                  <a:gd name="T26" fmla="*/ 8941 w 12800"/>
                  <a:gd name="T27" fmla="*/ 10556 h 11619"/>
                  <a:gd name="T28" fmla="*/ 8941 w 12800"/>
                  <a:gd name="T29" fmla="*/ 9212 h 11619"/>
                  <a:gd name="T30" fmla="*/ 12091 w 12800"/>
                  <a:gd name="T31" fmla="*/ 9212 h 11619"/>
                  <a:gd name="T32" fmla="*/ 12800 w 12800"/>
                  <a:gd name="T33" fmla="*/ 8504 h 11619"/>
                  <a:gd name="T34" fmla="*/ 12800 w 12800"/>
                  <a:gd name="T35" fmla="*/ 708 h 11619"/>
                  <a:gd name="T36" fmla="*/ 12091 w 12800"/>
                  <a:gd name="T37" fmla="*/ 0 h 11619"/>
                  <a:gd name="T38" fmla="*/ 12050 w 12800"/>
                  <a:gd name="T39" fmla="*/ 8462 h 11619"/>
                  <a:gd name="T40" fmla="*/ 750 w 12800"/>
                  <a:gd name="T41" fmla="*/ 8462 h 11619"/>
                  <a:gd name="T42" fmla="*/ 750 w 12800"/>
                  <a:gd name="T43" fmla="*/ 750 h 11619"/>
                  <a:gd name="T44" fmla="*/ 12050 w 12800"/>
                  <a:gd name="T45" fmla="*/ 750 h 11619"/>
                  <a:gd name="T46" fmla="*/ 12050 w 12800"/>
                  <a:gd name="T47" fmla="*/ 8462 h 11619"/>
                  <a:gd name="T48" fmla="*/ 1971 w 12800"/>
                  <a:gd name="T49" fmla="*/ 1948 h 11619"/>
                  <a:gd name="T50" fmla="*/ 10829 w 12800"/>
                  <a:gd name="T51" fmla="*/ 1948 h 11619"/>
                  <a:gd name="T52" fmla="*/ 10829 w 12800"/>
                  <a:gd name="T53" fmla="*/ 7263 h 11619"/>
                  <a:gd name="T54" fmla="*/ 1971 w 12800"/>
                  <a:gd name="T55" fmla="*/ 7263 h 11619"/>
                  <a:gd name="T56" fmla="*/ 1971 w 12800"/>
                  <a:gd name="T57" fmla="*/ 1948 h 11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800" h="11619">
                    <a:moveTo>
                      <a:pt x="12091" y="0"/>
                    </a:moveTo>
                    <a:lnTo>
                      <a:pt x="709" y="0"/>
                    </a:lnTo>
                    <a:cubicBezTo>
                      <a:pt x="317" y="0"/>
                      <a:pt x="0" y="317"/>
                      <a:pt x="0" y="708"/>
                    </a:cubicBezTo>
                    <a:lnTo>
                      <a:pt x="0" y="8504"/>
                    </a:lnTo>
                    <a:cubicBezTo>
                      <a:pt x="0" y="8895"/>
                      <a:pt x="317" y="9212"/>
                      <a:pt x="709" y="9212"/>
                    </a:cubicBezTo>
                    <a:lnTo>
                      <a:pt x="3860" y="9212"/>
                    </a:lnTo>
                    <a:lnTo>
                      <a:pt x="3860" y="10556"/>
                    </a:lnTo>
                    <a:lnTo>
                      <a:pt x="2131" y="10556"/>
                    </a:lnTo>
                    <a:cubicBezTo>
                      <a:pt x="1838" y="10556"/>
                      <a:pt x="1600" y="10794"/>
                      <a:pt x="1600" y="11087"/>
                    </a:cubicBezTo>
                    <a:cubicBezTo>
                      <a:pt x="1600" y="11381"/>
                      <a:pt x="1838" y="11619"/>
                      <a:pt x="2131" y="11619"/>
                    </a:cubicBezTo>
                    <a:lnTo>
                      <a:pt x="10669" y="11619"/>
                    </a:lnTo>
                    <a:cubicBezTo>
                      <a:pt x="10962" y="11619"/>
                      <a:pt x="11200" y="11381"/>
                      <a:pt x="11200" y="11087"/>
                    </a:cubicBezTo>
                    <a:cubicBezTo>
                      <a:pt x="11200" y="10794"/>
                      <a:pt x="10962" y="10556"/>
                      <a:pt x="10669" y="10556"/>
                    </a:cubicBezTo>
                    <a:lnTo>
                      <a:pt x="8941" y="10556"/>
                    </a:lnTo>
                    <a:lnTo>
                      <a:pt x="8941" y="9212"/>
                    </a:lnTo>
                    <a:lnTo>
                      <a:pt x="12091" y="9212"/>
                    </a:lnTo>
                    <a:cubicBezTo>
                      <a:pt x="12483" y="9212"/>
                      <a:pt x="12800" y="8895"/>
                      <a:pt x="12800" y="8504"/>
                    </a:cubicBezTo>
                    <a:lnTo>
                      <a:pt x="12800" y="708"/>
                    </a:lnTo>
                    <a:cubicBezTo>
                      <a:pt x="12800" y="317"/>
                      <a:pt x="12483" y="0"/>
                      <a:pt x="12091" y="0"/>
                    </a:cubicBezTo>
                    <a:close/>
                    <a:moveTo>
                      <a:pt x="12050" y="8462"/>
                    </a:moveTo>
                    <a:lnTo>
                      <a:pt x="750" y="8462"/>
                    </a:lnTo>
                    <a:lnTo>
                      <a:pt x="750" y="750"/>
                    </a:lnTo>
                    <a:lnTo>
                      <a:pt x="12050" y="750"/>
                    </a:lnTo>
                    <a:lnTo>
                      <a:pt x="12050" y="8462"/>
                    </a:lnTo>
                    <a:close/>
                    <a:moveTo>
                      <a:pt x="1971" y="1948"/>
                    </a:moveTo>
                    <a:lnTo>
                      <a:pt x="10829" y="1948"/>
                    </a:lnTo>
                    <a:lnTo>
                      <a:pt x="10829" y="7263"/>
                    </a:lnTo>
                    <a:lnTo>
                      <a:pt x="1971" y="7263"/>
                    </a:lnTo>
                    <a:lnTo>
                      <a:pt x="1971" y="1948"/>
                    </a:lnTo>
                    <a:close/>
                  </a:path>
                </a:pathLst>
              </a:custGeom>
              <a:solidFill>
                <a:srgbClr val="4E4658"/>
              </a:soli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grpSp>
        <p:nvGrpSpPr>
          <p:cNvPr id="25" name="组合 24"/>
          <p:cNvGrpSpPr/>
          <p:nvPr/>
        </p:nvGrpSpPr>
        <p:grpSpPr>
          <a:xfrm>
            <a:off x="4588452" y="1963867"/>
            <a:ext cx="3002400" cy="3002400"/>
            <a:chOff x="4595239" y="1963866"/>
            <a:chExt cx="3002400" cy="3002400"/>
          </a:xfrm>
        </p:grpSpPr>
        <p:sp>
          <p:nvSpPr>
            <p:cNvPr id="302" name="矩形 301"/>
            <p:cNvSpPr/>
            <p:nvPr/>
          </p:nvSpPr>
          <p:spPr>
            <a:xfrm>
              <a:off x="4595239" y="1963866"/>
              <a:ext cx="3002400" cy="3002400"/>
            </a:xfrm>
            <a:prstGeom prst="rect">
              <a:avLst/>
            </a:prstGeom>
            <a:gradFill>
              <a:gsLst>
                <a:gs pos="80000">
                  <a:schemeClr val="bg1"/>
                </a:gs>
                <a:gs pos="100000">
                  <a:schemeClr val="bg1">
                    <a:alpha val="0"/>
                  </a:schemeClr>
                </a:gs>
              </a:gsLst>
              <a:lin ang="5400000" scaled="1"/>
            </a:gradFill>
            <a:ln w="9525">
              <a:noFill/>
            </a:ln>
            <a:effectLst>
              <a:outerShdw blurRad="63500" sx="102000" sy="102000" algn="ctr" rotWithShape="0">
                <a:srgbClr val="E7E5EA">
                  <a:alpha val="5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335" name="组合 334"/>
            <p:cNvGrpSpPr/>
            <p:nvPr/>
          </p:nvGrpSpPr>
          <p:grpSpPr>
            <a:xfrm>
              <a:off x="4715293" y="2404041"/>
              <a:ext cx="1638861" cy="160073"/>
              <a:chOff x="4248155" y="2141651"/>
              <a:chExt cx="1474301" cy="144000"/>
            </a:xfrm>
            <a:solidFill>
              <a:srgbClr val="E7E5EA"/>
            </a:solidFill>
          </p:grpSpPr>
          <p:sp>
            <p:nvSpPr>
              <p:cNvPr id="489" name="矩形 488"/>
              <p:cNvSpPr/>
              <p:nvPr/>
            </p:nvSpPr>
            <p:spPr>
              <a:xfrm>
                <a:off x="4248155"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90" name="矩形 489"/>
              <p:cNvSpPr/>
              <p:nvPr/>
            </p:nvSpPr>
            <p:spPr>
              <a:xfrm>
                <a:off x="4648245"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91" name="矩形 490"/>
              <p:cNvSpPr/>
              <p:nvPr/>
            </p:nvSpPr>
            <p:spPr>
              <a:xfrm>
                <a:off x="5044245"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495" name="矩形 494"/>
              <p:cNvSpPr/>
              <p:nvPr/>
            </p:nvSpPr>
            <p:spPr>
              <a:xfrm>
                <a:off x="5434456"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grpSp>
        <p:grpSp>
          <p:nvGrpSpPr>
            <p:cNvPr id="336" name="组合 335"/>
            <p:cNvGrpSpPr/>
            <p:nvPr/>
          </p:nvGrpSpPr>
          <p:grpSpPr>
            <a:xfrm>
              <a:off x="6715511" y="2404041"/>
              <a:ext cx="761195" cy="160073"/>
              <a:chOff x="6047529" y="2141651"/>
              <a:chExt cx="684762" cy="144000"/>
            </a:xfrm>
            <a:solidFill>
              <a:srgbClr val="E7E5EA"/>
            </a:solidFill>
          </p:grpSpPr>
          <p:sp>
            <p:nvSpPr>
              <p:cNvPr id="487" name="矩形 486"/>
              <p:cNvSpPr/>
              <p:nvPr/>
            </p:nvSpPr>
            <p:spPr>
              <a:xfrm>
                <a:off x="6047529"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88" name="矩形 487"/>
              <p:cNvSpPr/>
              <p:nvPr/>
            </p:nvSpPr>
            <p:spPr>
              <a:xfrm>
                <a:off x="6444291"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9" name="组合 8"/>
            <p:cNvGrpSpPr/>
            <p:nvPr/>
          </p:nvGrpSpPr>
          <p:grpSpPr>
            <a:xfrm>
              <a:off x="4716352" y="2686508"/>
              <a:ext cx="2759294" cy="600274"/>
              <a:chOff x="8108849" y="2664061"/>
              <a:chExt cx="2482230" cy="540000"/>
            </a:xfrm>
          </p:grpSpPr>
          <p:sp>
            <p:nvSpPr>
              <p:cNvPr id="498" name="矩形: 圆角 497"/>
              <p:cNvSpPr/>
              <p:nvPr/>
            </p:nvSpPr>
            <p:spPr>
              <a:xfrm>
                <a:off x="8108849" y="2664061"/>
                <a:ext cx="540000" cy="540000"/>
              </a:xfrm>
              <a:prstGeom prst="roundRect">
                <a:avLst>
                  <a:gd name="adj" fmla="val 4859"/>
                </a:avLst>
              </a:prstGeom>
              <a:solidFill>
                <a:srgbClr val="E7E5EA"/>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01" name="矩形: 圆角 500"/>
              <p:cNvSpPr/>
              <p:nvPr/>
            </p:nvSpPr>
            <p:spPr>
              <a:xfrm>
                <a:off x="8756259" y="2664061"/>
                <a:ext cx="540000" cy="540000"/>
              </a:xfrm>
              <a:prstGeom prst="roundRect">
                <a:avLst>
                  <a:gd name="adj" fmla="val 4859"/>
                </a:avLst>
              </a:prstGeom>
              <a:solidFill>
                <a:srgbClr val="E7E5EA"/>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03" name="矩形: 圆角 502"/>
              <p:cNvSpPr/>
              <p:nvPr/>
            </p:nvSpPr>
            <p:spPr>
              <a:xfrm>
                <a:off x="9403669" y="2664061"/>
                <a:ext cx="540000" cy="540000"/>
              </a:xfrm>
              <a:prstGeom prst="roundRect">
                <a:avLst>
                  <a:gd name="adj" fmla="val 4859"/>
                </a:avLst>
              </a:prstGeom>
              <a:solidFill>
                <a:srgbClr val="E7E5EA"/>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05" name="矩形: 圆角 504"/>
              <p:cNvSpPr/>
              <p:nvPr/>
            </p:nvSpPr>
            <p:spPr>
              <a:xfrm>
                <a:off x="10051079" y="2664061"/>
                <a:ext cx="540000" cy="540000"/>
              </a:xfrm>
              <a:prstGeom prst="roundRect">
                <a:avLst>
                  <a:gd name="adj" fmla="val 4859"/>
                </a:avLst>
              </a:prstGeom>
              <a:solidFill>
                <a:srgbClr val="E7E5EA"/>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515" name="矩形: 圆角 514"/>
            <p:cNvSpPr/>
            <p:nvPr/>
          </p:nvSpPr>
          <p:spPr>
            <a:xfrm>
              <a:off x="5436026" y="3410069"/>
              <a:ext cx="600274" cy="600274"/>
            </a:xfrm>
            <a:prstGeom prst="roundRect">
              <a:avLst>
                <a:gd name="adj" fmla="val 4859"/>
              </a:avLst>
            </a:prstGeom>
            <a:solidFill>
              <a:srgbClr val="E7E5EA"/>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1" name="组合 10"/>
            <p:cNvGrpSpPr/>
            <p:nvPr/>
          </p:nvGrpSpPr>
          <p:grpSpPr>
            <a:xfrm>
              <a:off x="4716352" y="3410069"/>
              <a:ext cx="2759294" cy="600274"/>
              <a:chOff x="8110911" y="3314969"/>
              <a:chExt cx="2482230" cy="540000"/>
            </a:xfrm>
          </p:grpSpPr>
          <p:sp>
            <p:nvSpPr>
              <p:cNvPr id="514" name="矩形: 圆角 513"/>
              <p:cNvSpPr/>
              <p:nvPr/>
            </p:nvSpPr>
            <p:spPr>
              <a:xfrm>
                <a:off x="8110911" y="3314969"/>
                <a:ext cx="540000" cy="540000"/>
              </a:xfrm>
              <a:prstGeom prst="roundRect">
                <a:avLst>
                  <a:gd name="adj" fmla="val 4859"/>
                </a:avLst>
              </a:prstGeom>
              <a:solidFill>
                <a:srgbClr val="E7E5EA"/>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16" name="矩形: 圆角 515"/>
              <p:cNvSpPr/>
              <p:nvPr/>
            </p:nvSpPr>
            <p:spPr>
              <a:xfrm>
                <a:off x="9405731" y="3314969"/>
                <a:ext cx="540000" cy="540000"/>
              </a:xfrm>
              <a:prstGeom prst="roundRect">
                <a:avLst>
                  <a:gd name="adj" fmla="val 4859"/>
                </a:avLst>
              </a:prstGeom>
              <a:solidFill>
                <a:srgbClr val="E7E5EA"/>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17" name="矩形: 圆角 516"/>
              <p:cNvSpPr/>
              <p:nvPr/>
            </p:nvSpPr>
            <p:spPr>
              <a:xfrm>
                <a:off x="10053141" y="3314969"/>
                <a:ext cx="540000" cy="540000"/>
              </a:xfrm>
              <a:prstGeom prst="roundRect">
                <a:avLst>
                  <a:gd name="adj" fmla="val 4859"/>
                </a:avLst>
              </a:prstGeom>
              <a:solidFill>
                <a:srgbClr val="E7E5EA"/>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519" name="组合 518"/>
            <p:cNvGrpSpPr/>
            <p:nvPr/>
          </p:nvGrpSpPr>
          <p:grpSpPr>
            <a:xfrm>
              <a:off x="4716352" y="4133631"/>
              <a:ext cx="2759294" cy="600274"/>
              <a:chOff x="8108849" y="2664061"/>
              <a:chExt cx="2482230" cy="540000"/>
            </a:xfrm>
          </p:grpSpPr>
          <p:sp>
            <p:nvSpPr>
              <p:cNvPr id="520" name="矩形: 圆角 519"/>
              <p:cNvSpPr/>
              <p:nvPr/>
            </p:nvSpPr>
            <p:spPr>
              <a:xfrm>
                <a:off x="8108849" y="2664061"/>
                <a:ext cx="540000" cy="540000"/>
              </a:xfrm>
              <a:prstGeom prst="roundRect">
                <a:avLst>
                  <a:gd name="adj" fmla="val 4859"/>
                </a:avLst>
              </a:prstGeom>
              <a:gradFill flip="none" rotWithShape="1">
                <a:gsLst>
                  <a:gs pos="27000">
                    <a:srgbClr val="E7E5EA">
                      <a:alpha val="0"/>
                    </a:srgbClr>
                  </a:gs>
                  <a:gs pos="100000">
                    <a:srgbClr val="E7E5EA">
                      <a:alpha val="80000"/>
                    </a:srgbClr>
                  </a:gs>
                </a:gsLst>
                <a:lin ang="162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21" name="矩形: 圆角 520"/>
              <p:cNvSpPr/>
              <p:nvPr/>
            </p:nvSpPr>
            <p:spPr>
              <a:xfrm>
                <a:off x="8756259" y="2664061"/>
                <a:ext cx="540000" cy="540000"/>
              </a:xfrm>
              <a:prstGeom prst="roundRect">
                <a:avLst>
                  <a:gd name="adj" fmla="val 4859"/>
                </a:avLst>
              </a:prstGeom>
              <a:gradFill flip="none" rotWithShape="1">
                <a:gsLst>
                  <a:gs pos="27000">
                    <a:srgbClr val="E7E5EA">
                      <a:alpha val="0"/>
                    </a:srgbClr>
                  </a:gs>
                  <a:gs pos="100000">
                    <a:srgbClr val="E7E5EA">
                      <a:alpha val="80000"/>
                    </a:srgbClr>
                  </a:gs>
                </a:gsLst>
                <a:lin ang="162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22" name="矩形: 圆角 521"/>
              <p:cNvSpPr/>
              <p:nvPr/>
            </p:nvSpPr>
            <p:spPr>
              <a:xfrm>
                <a:off x="9403669" y="2664061"/>
                <a:ext cx="540000" cy="540000"/>
              </a:xfrm>
              <a:prstGeom prst="roundRect">
                <a:avLst>
                  <a:gd name="adj" fmla="val 4859"/>
                </a:avLst>
              </a:prstGeom>
              <a:gradFill flip="none" rotWithShape="1">
                <a:gsLst>
                  <a:gs pos="27000">
                    <a:srgbClr val="E7E5EA">
                      <a:alpha val="0"/>
                    </a:srgbClr>
                  </a:gs>
                  <a:gs pos="100000">
                    <a:srgbClr val="E7E5EA">
                      <a:alpha val="80000"/>
                    </a:srgbClr>
                  </a:gs>
                </a:gsLst>
                <a:lin ang="162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23" name="矩形: 圆角 522"/>
              <p:cNvSpPr/>
              <p:nvPr/>
            </p:nvSpPr>
            <p:spPr>
              <a:xfrm>
                <a:off x="10051079" y="2664061"/>
                <a:ext cx="540000" cy="540000"/>
              </a:xfrm>
              <a:prstGeom prst="roundRect">
                <a:avLst>
                  <a:gd name="adj" fmla="val 4859"/>
                </a:avLst>
              </a:prstGeom>
              <a:gradFill flip="none" rotWithShape="1">
                <a:gsLst>
                  <a:gs pos="27000">
                    <a:srgbClr val="E7E5EA">
                      <a:alpha val="0"/>
                    </a:srgbClr>
                  </a:gs>
                  <a:gs pos="100000">
                    <a:srgbClr val="E7E5EA">
                      <a:alpha val="80000"/>
                    </a:srgbClr>
                  </a:gs>
                </a:gsLst>
                <a:lin ang="16200000" scaled="1"/>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635" name="Rounded Rectangle 514_1"/>
            <p:cNvSpPr/>
            <p:nvPr/>
          </p:nvSpPr>
          <p:spPr>
            <a:xfrm>
              <a:off x="5436026" y="3410069"/>
              <a:ext cx="600274" cy="600274"/>
            </a:xfrm>
            <a:prstGeom prst="roundRect">
              <a:avLst>
                <a:gd name="adj" fmla="val 4859"/>
              </a:avLst>
            </a:prstGeom>
            <a:noFill/>
            <a:ln w="19050">
              <a:solidFill>
                <a:srgbClr val="F734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25" name="Freeform 467"/>
            <p:cNvSpPr>
              <a:spLocks noChangeArrowheads="1"/>
            </p:cNvSpPr>
            <p:nvPr/>
          </p:nvSpPr>
          <p:spPr bwMode="auto">
            <a:xfrm>
              <a:off x="5591516" y="3578906"/>
              <a:ext cx="289295" cy="262601"/>
            </a:xfrm>
            <a:custGeom>
              <a:avLst/>
              <a:gdLst>
                <a:gd name="T0" fmla="*/ 12091 w 12800"/>
                <a:gd name="T1" fmla="*/ 0 h 11619"/>
                <a:gd name="T2" fmla="*/ 709 w 12800"/>
                <a:gd name="T3" fmla="*/ 0 h 11619"/>
                <a:gd name="T4" fmla="*/ 0 w 12800"/>
                <a:gd name="T5" fmla="*/ 708 h 11619"/>
                <a:gd name="T6" fmla="*/ 0 w 12800"/>
                <a:gd name="T7" fmla="*/ 8504 h 11619"/>
                <a:gd name="T8" fmla="*/ 709 w 12800"/>
                <a:gd name="T9" fmla="*/ 9212 h 11619"/>
                <a:gd name="T10" fmla="*/ 3860 w 12800"/>
                <a:gd name="T11" fmla="*/ 9212 h 11619"/>
                <a:gd name="T12" fmla="*/ 3860 w 12800"/>
                <a:gd name="T13" fmla="*/ 10556 h 11619"/>
                <a:gd name="T14" fmla="*/ 2131 w 12800"/>
                <a:gd name="T15" fmla="*/ 10556 h 11619"/>
                <a:gd name="T16" fmla="*/ 1600 w 12800"/>
                <a:gd name="T17" fmla="*/ 11087 h 11619"/>
                <a:gd name="T18" fmla="*/ 2131 w 12800"/>
                <a:gd name="T19" fmla="*/ 11619 h 11619"/>
                <a:gd name="T20" fmla="*/ 10669 w 12800"/>
                <a:gd name="T21" fmla="*/ 11619 h 11619"/>
                <a:gd name="T22" fmla="*/ 11200 w 12800"/>
                <a:gd name="T23" fmla="*/ 11087 h 11619"/>
                <a:gd name="T24" fmla="*/ 10669 w 12800"/>
                <a:gd name="T25" fmla="*/ 10556 h 11619"/>
                <a:gd name="T26" fmla="*/ 8941 w 12800"/>
                <a:gd name="T27" fmla="*/ 10556 h 11619"/>
                <a:gd name="T28" fmla="*/ 8941 w 12800"/>
                <a:gd name="T29" fmla="*/ 9212 h 11619"/>
                <a:gd name="T30" fmla="*/ 12091 w 12800"/>
                <a:gd name="T31" fmla="*/ 9212 h 11619"/>
                <a:gd name="T32" fmla="*/ 12800 w 12800"/>
                <a:gd name="T33" fmla="*/ 8504 h 11619"/>
                <a:gd name="T34" fmla="*/ 12800 w 12800"/>
                <a:gd name="T35" fmla="*/ 708 h 11619"/>
                <a:gd name="T36" fmla="*/ 12091 w 12800"/>
                <a:gd name="T37" fmla="*/ 0 h 11619"/>
                <a:gd name="T38" fmla="*/ 12050 w 12800"/>
                <a:gd name="T39" fmla="*/ 8462 h 11619"/>
                <a:gd name="T40" fmla="*/ 750 w 12800"/>
                <a:gd name="T41" fmla="*/ 8462 h 11619"/>
                <a:gd name="T42" fmla="*/ 750 w 12800"/>
                <a:gd name="T43" fmla="*/ 750 h 11619"/>
                <a:gd name="T44" fmla="*/ 12050 w 12800"/>
                <a:gd name="T45" fmla="*/ 750 h 11619"/>
                <a:gd name="T46" fmla="*/ 12050 w 12800"/>
                <a:gd name="T47" fmla="*/ 8462 h 11619"/>
                <a:gd name="T48" fmla="*/ 1971 w 12800"/>
                <a:gd name="T49" fmla="*/ 1948 h 11619"/>
                <a:gd name="T50" fmla="*/ 10829 w 12800"/>
                <a:gd name="T51" fmla="*/ 1948 h 11619"/>
                <a:gd name="T52" fmla="*/ 10829 w 12800"/>
                <a:gd name="T53" fmla="*/ 7263 h 11619"/>
                <a:gd name="T54" fmla="*/ 1971 w 12800"/>
                <a:gd name="T55" fmla="*/ 7263 h 11619"/>
                <a:gd name="T56" fmla="*/ 1971 w 12800"/>
                <a:gd name="T57" fmla="*/ 1948 h 116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800" h="11619">
                  <a:moveTo>
                    <a:pt x="12091" y="0"/>
                  </a:moveTo>
                  <a:lnTo>
                    <a:pt x="709" y="0"/>
                  </a:lnTo>
                  <a:cubicBezTo>
                    <a:pt x="317" y="0"/>
                    <a:pt x="0" y="317"/>
                    <a:pt x="0" y="708"/>
                  </a:cubicBezTo>
                  <a:lnTo>
                    <a:pt x="0" y="8504"/>
                  </a:lnTo>
                  <a:cubicBezTo>
                    <a:pt x="0" y="8895"/>
                    <a:pt x="317" y="9212"/>
                    <a:pt x="709" y="9212"/>
                  </a:cubicBezTo>
                  <a:lnTo>
                    <a:pt x="3860" y="9212"/>
                  </a:lnTo>
                  <a:lnTo>
                    <a:pt x="3860" y="10556"/>
                  </a:lnTo>
                  <a:lnTo>
                    <a:pt x="2131" y="10556"/>
                  </a:lnTo>
                  <a:cubicBezTo>
                    <a:pt x="1838" y="10556"/>
                    <a:pt x="1600" y="10794"/>
                    <a:pt x="1600" y="11087"/>
                  </a:cubicBezTo>
                  <a:cubicBezTo>
                    <a:pt x="1600" y="11381"/>
                    <a:pt x="1838" y="11619"/>
                    <a:pt x="2131" y="11619"/>
                  </a:cubicBezTo>
                  <a:lnTo>
                    <a:pt x="10669" y="11619"/>
                  </a:lnTo>
                  <a:cubicBezTo>
                    <a:pt x="10962" y="11619"/>
                    <a:pt x="11200" y="11381"/>
                    <a:pt x="11200" y="11087"/>
                  </a:cubicBezTo>
                  <a:cubicBezTo>
                    <a:pt x="11200" y="10794"/>
                    <a:pt x="10962" y="10556"/>
                    <a:pt x="10669" y="10556"/>
                  </a:cubicBezTo>
                  <a:lnTo>
                    <a:pt x="8941" y="10556"/>
                  </a:lnTo>
                  <a:lnTo>
                    <a:pt x="8941" y="9212"/>
                  </a:lnTo>
                  <a:lnTo>
                    <a:pt x="12091" y="9212"/>
                  </a:lnTo>
                  <a:cubicBezTo>
                    <a:pt x="12483" y="9212"/>
                    <a:pt x="12800" y="8895"/>
                    <a:pt x="12800" y="8504"/>
                  </a:cubicBezTo>
                  <a:lnTo>
                    <a:pt x="12800" y="708"/>
                  </a:lnTo>
                  <a:cubicBezTo>
                    <a:pt x="12800" y="317"/>
                    <a:pt x="12483" y="0"/>
                    <a:pt x="12091" y="0"/>
                  </a:cubicBezTo>
                  <a:close/>
                  <a:moveTo>
                    <a:pt x="12050" y="8462"/>
                  </a:moveTo>
                  <a:lnTo>
                    <a:pt x="750" y="8462"/>
                  </a:lnTo>
                  <a:lnTo>
                    <a:pt x="750" y="750"/>
                  </a:lnTo>
                  <a:lnTo>
                    <a:pt x="12050" y="750"/>
                  </a:lnTo>
                  <a:lnTo>
                    <a:pt x="12050" y="8462"/>
                  </a:lnTo>
                  <a:close/>
                  <a:moveTo>
                    <a:pt x="1971" y="1948"/>
                  </a:moveTo>
                  <a:lnTo>
                    <a:pt x="10829" y="1948"/>
                  </a:lnTo>
                  <a:lnTo>
                    <a:pt x="10829" y="7263"/>
                  </a:lnTo>
                  <a:lnTo>
                    <a:pt x="1971" y="7263"/>
                  </a:lnTo>
                  <a:lnTo>
                    <a:pt x="1971" y="1948"/>
                  </a:lnTo>
                  <a:close/>
                </a:path>
              </a:pathLst>
            </a:custGeom>
            <a:solidFill>
              <a:srgbClr val="4E4658"/>
            </a:solidFill>
            <a:ln>
              <a:noFill/>
            </a:ln>
          </p:spPr>
          <p:txBody>
            <a:bodyPr vert="horz" wrap="square" lIns="91440" tIns="45720" rIns="91440" bIns="45720" numCol="1" anchor="t" anchorCtr="0" compatLnSpc="1">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50" name="组合 149"/>
            <p:cNvGrpSpPr/>
            <p:nvPr/>
          </p:nvGrpSpPr>
          <p:grpSpPr>
            <a:xfrm>
              <a:off x="4595239" y="1963866"/>
              <a:ext cx="3002400" cy="320240"/>
              <a:chOff x="4595239" y="1963866"/>
              <a:chExt cx="3002400" cy="320240"/>
            </a:xfrm>
          </p:grpSpPr>
          <p:grpSp>
            <p:nvGrpSpPr>
              <p:cNvPr id="151" name="组合 150"/>
              <p:cNvGrpSpPr/>
              <p:nvPr/>
            </p:nvGrpSpPr>
            <p:grpSpPr>
              <a:xfrm>
                <a:off x="4595239" y="1963866"/>
                <a:ext cx="3002400" cy="320240"/>
                <a:chOff x="8616223" y="1963866"/>
                <a:chExt cx="3002400" cy="320240"/>
              </a:xfrm>
            </p:grpSpPr>
            <p:sp>
              <p:nvSpPr>
                <p:cNvPr id="153" name="矩形 152"/>
                <p:cNvSpPr/>
                <p:nvPr/>
              </p:nvSpPr>
              <p:spPr>
                <a:xfrm>
                  <a:off x="8616223" y="1963866"/>
                  <a:ext cx="3002400" cy="320240"/>
                </a:xfrm>
                <a:prstGeom prst="rect">
                  <a:avLst/>
                </a:prstGeom>
                <a:solidFill>
                  <a:srgbClr val="B4B4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dirty="0"/>
                </a:p>
              </p:txBody>
            </p:sp>
            <p:sp>
              <p:nvSpPr>
                <p:cNvPr id="154" name="Multiply 213"/>
                <p:cNvSpPr>
                  <a:spLocks noChangeAspect="1"/>
                </p:cNvSpPr>
                <p:nvPr/>
              </p:nvSpPr>
              <p:spPr>
                <a:xfrm>
                  <a:off x="11404732" y="2067944"/>
                  <a:ext cx="112084" cy="112084"/>
                </a:xfrm>
                <a:custGeom>
                  <a:avLst/>
                  <a:gdLst>
                    <a:gd name="T0" fmla="*/ 11040 w 11360"/>
                    <a:gd name="T1" fmla="*/ 320 h 11360"/>
                    <a:gd name="T2" fmla="*/ 11040 w 11360"/>
                    <a:gd name="T3" fmla="*/ 1360 h 11360"/>
                    <a:gd name="T4" fmla="*/ 6720 w 11360"/>
                    <a:gd name="T5" fmla="*/ 5680 h 11360"/>
                    <a:gd name="T6" fmla="*/ 11040 w 11360"/>
                    <a:gd name="T7" fmla="*/ 10000 h 11360"/>
                    <a:gd name="T8" fmla="*/ 11040 w 11360"/>
                    <a:gd name="T9" fmla="*/ 11040 h 11360"/>
                    <a:gd name="T10" fmla="*/ 10000 w 11360"/>
                    <a:gd name="T11" fmla="*/ 11040 h 11360"/>
                    <a:gd name="T12" fmla="*/ 5680 w 11360"/>
                    <a:gd name="T13" fmla="*/ 6720 h 11360"/>
                    <a:gd name="T14" fmla="*/ 1360 w 11360"/>
                    <a:gd name="T15" fmla="*/ 11040 h 11360"/>
                    <a:gd name="T16" fmla="*/ 320 w 11360"/>
                    <a:gd name="T17" fmla="*/ 11040 h 11360"/>
                    <a:gd name="T18" fmla="*/ 320 w 11360"/>
                    <a:gd name="T19" fmla="*/ 10000 h 11360"/>
                    <a:gd name="T20" fmla="*/ 4640 w 11360"/>
                    <a:gd name="T21" fmla="*/ 5680 h 11360"/>
                    <a:gd name="T22" fmla="*/ 320 w 11360"/>
                    <a:gd name="T23" fmla="*/ 1360 h 11360"/>
                    <a:gd name="T24" fmla="*/ 320 w 11360"/>
                    <a:gd name="T25" fmla="*/ 320 h 11360"/>
                    <a:gd name="T26" fmla="*/ 1360 w 11360"/>
                    <a:gd name="T27" fmla="*/ 320 h 11360"/>
                    <a:gd name="T28" fmla="*/ 5680 w 11360"/>
                    <a:gd name="T29" fmla="*/ 4640 h 11360"/>
                    <a:gd name="T30" fmla="*/ 10000 w 11360"/>
                    <a:gd name="T31" fmla="*/ 320 h 11360"/>
                    <a:gd name="T32" fmla="*/ 11040 w 11360"/>
                    <a:gd name="T33" fmla="*/ 320 h 1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360" h="11360">
                      <a:moveTo>
                        <a:pt x="11040" y="320"/>
                      </a:moveTo>
                      <a:cubicBezTo>
                        <a:pt x="11360" y="640"/>
                        <a:pt x="11360" y="1120"/>
                        <a:pt x="11040" y="1360"/>
                      </a:cubicBezTo>
                      <a:lnTo>
                        <a:pt x="6720" y="5680"/>
                      </a:lnTo>
                      <a:lnTo>
                        <a:pt x="11040" y="10000"/>
                      </a:lnTo>
                      <a:cubicBezTo>
                        <a:pt x="11360" y="10320"/>
                        <a:pt x="11360" y="10800"/>
                        <a:pt x="11040" y="11040"/>
                      </a:cubicBezTo>
                      <a:cubicBezTo>
                        <a:pt x="10720" y="11360"/>
                        <a:pt x="10240" y="11360"/>
                        <a:pt x="10000" y="11040"/>
                      </a:cubicBezTo>
                      <a:lnTo>
                        <a:pt x="5680" y="6720"/>
                      </a:lnTo>
                      <a:lnTo>
                        <a:pt x="1360" y="11040"/>
                      </a:lnTo>
                      <a:cubicBezTo>
                        <a:pt x="1040" y="11360"/>
                        <a:pt x="560" y="11360"/>
                        <a:pt x="320" y="11040"/>
                      </a:cubicBezTo>
                      <a:cubicBezTo>
                        <a:pt x="0" y="10720"/>
                        <a:pt x="0" y="10240"/>
                        <a:pt x="320" y="10000"/>
                      </a:cubicBezTo>
                      <a:lnTo>
                        <a:pt x="4640" y="5680"/>
                      </a:lnTo>
                      <a:lnTo>
                        <a:pt x="320" y="1360"/>
                      </a:lnTo>
                      <a:cubicBezTo>
                        <a:pt x="0" y="1040"/>
                        <a:pt x="0" y="560"/>
                        <a:pt x="320" y="320"/>
                      </a:cubicBezTo>
                      <a:cubicBezTo>
                        <a:pt x="640" y="80"/>
                        <a:pt x="1120" y="0"/>
                        <a:pt x="1360" y="320"/>
                      </a:cubicBezTo>
                      <a:lnTo>
                        <a:pt x="5680" y="4640"/>
                      </a:lnTo>
                      <a:lnTo>
                        <a:pt x="10000" y="320"/>
                      </a:lnTo>
                      <a:cubicBezTo>
                        <a:pt x="10240" y="0"/>
                        <a:pt x="10800" y="0"/>
                        <a:pt x="11040" y="320"/>
                      </a:cubicBezTo>
                      <a:close/>
                    </a:path>
                  </a:pathLst>
                </a:custGeom>
                <a:solidFill>
                  <a:schemeClr val="bg1"/>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defRPr/>
                  </a:pPr>
                  <a:endParaRPr lang="zh-CN" altLang="en-US" kern="0">
                    <a:solidFill>
                      <a:srgbClr val="FFFFFF"/>
                    </a:solidFill>
                    <a:latin typeface="Arial" panose="020B0604020202020204"/>
                    <a:ea typeface="微软雅黑" panose="020B0503020204020204" charset="-122"/>
                  </a:endParaRPr>
                </a:p>
              </p:txBody>
            </p:sp>
          </p:grpSp>
          <p:sp>
            <p:nvSpPr>
              <p:cNvPr id="152" name="矩形 151"/>
              <p:cNvSpPr/>
              <p:nvPr/>
            </p:nvSpPr>
            <p:spPr>
              <a:xfrm>
                <a:off x="4715292" y="2038873"/>
                <a:ext cx="1548011" cy="153888"/>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r>
                  <a:rPr lang="zh-CN" altLang="en-US" sz="1000" kern="0" dirty="0">
                    <a:solidFill>
                      <a:srgbClr val="FFFFFF"/>
                    </a:solidFill>
                  </a:rPr>
                  <a:t>图标</a:t>
                </a:r>
                <a:r>
                  <a:rPr lang="zh-CN" altLang="en-US" sz="1000" kern="0">
                    <a:solidFill>
                      <a:srgbClr val="FFFFFF"/>
                    </a:solidFill>
                  </a:rPr>
                  <a:t>库 </a:t>
                </a:r>
                <a:r>
                  <a:rPr lang="en-US" altLang="zh-CN" sz="1000" kern="0">
                    <a:solidFill>
                      <a:srgbClr val="FFFFFF"/>
                    </a:solidFill>
                  </a:rPr>
                  <a:t>/</a:t>
                </a:r>
                <a:r>
                  <a:rPr lang="en-US" altLang="zh-CN" sz="100" kern="0">
                    <a:solidFill>
                      <a:srgbClr val="FFFFFF"/>
                    </a:solidFill>
                  </a:rPr>
                  <a:t> </a:t>
                </a:r>
                <a:r>
                  <a:rPr lang="en-US" altLang="zh-CN" sz="1000" kern="0">
                    <a:solidFill>
                      <a:srgbClr val="FFFFFF"/>
                    </a:solidFill>
                  </a:rPr>
                  <a:t> </a:t>
                </a:r>
                <a:r>
                  <a:rPr lang="en-US" altLang="zh-CN" sz="1000" kern="0" dirty="0">
                    <a:solidFill>
                      <a:srgbClr val="FFFFFF"/>
                    </a:solidFill>
                  </a:rPr>
                  <a:t>Icon Library</a:t>
                </a:r>
                <a:endParaRPr lang="zh-CN" altLang="en-US" sz="1000" kern="0" dirty="0">
                  <a:solidFill>
                    <a:srgbClr val="FFFFFF"/>
                  </a:solidFill>
                </a:endParaRPr>
              </a:p>
            </p:txBody>
          </p:sp>
        </p:grpSp>
      </p:grpSp>
      <p:sp>
        <p:nvSpPr>
          <p:cNvPr id="2" name="矩形 1"/>
          <p:cNvSpPr/>
          <p:nvPr/>
        </p:nvSpPr>
        <p:spPr>
          <a:xfrm>
            <a:off x="8978025" y="128575"/>
            <a:ext cx="2540875" cy="771556"/>
          </a:xfrm>
          <a:prstGeom prst="rect">
            <a:avLst/>
          </a:prstGeom>
          <a:solidFill>
            <a:srgbClr val="F73434"/>
          </a:solidFill>
          <a:ln w="12700">
            <a:noFill/>
            <a:prstDash val="sysDash"/>
          </a:ln>
        </p:spPr>
        <p:txBody>
          <a:bodyPr wrap="square" lIns="91440" tIns="91440" rIns="91440" bIns="91440" rtlCol="0" anchor="ctr">
            <a:noAutofit/>
          </a:bodyPr>
          <a:lstStyle/>
          <a:p>
            <a:pPr>
              <a:lnSpc>
                <a:spcPct val="120000"/>
              </a:lnSpc>
            </a:pPr>
            <a:r>
              <a:rPr lang="en-US" altLang="zh-CN" sz="800" b="1" dirty="0">
                <a:solidFill>
                  <a:schemeClr val="bg1"/>
                </a:solidFill>
              </a:rPr>
              <a:t>Note:</a:t>
            </a:r>
            <a:endParaRPr lang="en-US" altLang="zh-CN" sz="800" b="1" dirty="0">
              <a:solidFill>
                <a:schemeClr val="bg1"/>
              </a:solidFill>
            </a:endParaRPr>
          </a:p>
          <a:p>
            <a:pPr>
              <a:lnSpc>
                <a:spcPct val="120000"/>
              </a:lnSpc>
            </a:pPr>
            <a:r>
              <a:rPr lang="zh-CN" altLang="en-US" sz="800" dirty="0">
                <a:solidFill>
                  <a:schemeClr val="bg1"/>
                </a:solidFill>
              </a:rPr>
              <a:t>本页为说明页，使用时请删除本页内容。</a:t>
            </a:r>
            <a:endParaRPr lang="zh-CN" altLang="en-US" sz="800" dirty="0">
              <a:solidFill>
                <a:schemeClr val="bg1"/>
              </a:solidFill>
            </a:endParaRPr>
          </a:p>
          <a:p>
            <a:pPr>
              <a:lnSpc>
                <a:spcPct val="120000"/>
              </a:lnSpc>
            </a:pPr>
            <a:r>
              <a:rPr lang="en-US" altLang="zh-CN" sz="800">
                <a:solidFill>
                  <a:schemeClr val="bg1"/>
                </a:solidFill>
              </a:rPr>
              <a:t>This </a:t>
            </a:r>
            <a:r>
              <a:rPr lang="en-US" altLang="zh-CN" sz="100">
                <a:solidFill>
                  <a:schemeClr val="bg1"/>
                </a:solidFill>
              </a:rPr>
              <a:t> </a:t>
            </a:r>
            <a:r>
              <a:rPr lang="en-US" altLang="zh-CN" sz="800">
                <a:solidFill>
                  <a:schemeClr val="bg1"/>
                </a:solidFill>
              </a:rPr>
              <a:t>slide </a:t>
            </a:r>
            <a:r>
              <a:rPr lang="en-US" altLang="zh-CN" sz="800" dirty="0">
                <a:solidFill>
                  <a:schemeClr val="bg1"/>
                </a:solidFill>
              </a:rPr>
              <a:t>is an instruction. Please delete this slide before using it for presentation.</a:t>
            </a:r>
            <a:endParaRPr lang="en-US" altLang="zh-CN" sz="800" dirty="0">
              <a:solidFill>
                <a:schemeClr val="bg1"/>
              </a:solidFill>
            </a:endParaRPr>
          </a:p>
        </p:txBody>
      </p:sp>
    </p:spTree>
    <p:custDataLst>
      <p:tags r:id="rId1"/>
    </p:custData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3" name="组合 2"/>
          <p:cNvGrpSpPr/>
          <p:nvPr/>
        </p:nvGrpSpPr>
        <p:grpSpPr>
          <a:xfrm>
            <a:off x="660400" y="5464436"/>
            <a:ext cx="3493913" cy="400110"/>
            <a:chOff x="673100" y="5464436"/>
            <a:chExt cx="3493913" cy="400110"/>
          </a:xfrm>
        </p:grpSpPr>
        <p:sp>
          <p:nvSpPr>
            <p:cNvPr id="351" name="文本框 350"/>
            <p:cNvSpPr txBox="1"/>
            <p:nvPr/>
          </p:nvSpPr>
          <p:spPr>
            <a:xfrm>
              <a:off x="994562" y="5464436"/>
              <a:ext cx="3172451" cy="400110"/>
            </a:xfrm>
            <a:prstGeom prst="rect">
              <a:avLst/>
            </a:prstGeom>
            <a:noFill/>
          </p:spPr>
          <p:txBody>
            <a:bodyPr wrap="square" rtlCol="0" anchor="ctr">
              <a:spAutoFit/>
            </a:bodyPr>
            <a:lstStyle/>
            <a:p>
              <a:r>
                <a:rPr lang="zh-CN" altLang="en-US" sz="1000" dirty="0">
                  <a:solidFill>
                    <a:srgbClr val="2F2F2F"/>
                  </a:solidFill>
                </a:rPr>
                <a:t>选中图示中的占位形状</a:t>
              </a:r>
              <a:endParaRPr lang="en-US" altLang="zh-CN" sz="1000" dirty="0">
                <a:solidFill>
                  <a:srgbClr val="2F2F2F"/>
                </a:solidFill>
              </a:endParaRPr>
            </a:p>
            <a:p>
              <a:r>
                <a:rPr lang="en-US" altLang="zh-CN" sz="1000">
                  <a:solidFill>
                    <a:srgbClr val="2F2F2F"/>
                  </a:solidFill>
                </a:rPr>
                <a:t>Select</a:t>
              </a:r>
              <a:r>
                <a:rPr lang="en-US" altLang="zh-CN" sz="100">
                  <a:solidFill>
                    <a:srgbClr val="2F2F2F"/>
                  </a:solidFill>
                </a:rPr>
                <a:t> </a:t>
              </a:r>
              <a:r>
                <a:rPr lang="en-US" altLang="zh-CN" sz="1000">
                  <a:solidFill>
                    <a:srgbClr val="2F2F2F"/>
                  </a:solidFill>
                </a:rPr>
                <a:t> </a:t>
              </a:r>
              <a:r>
                <a:rPr lang="en-US" altLang="zh-CN" sz="1000" dirty="0">
                  <a:solidFill>
                    <a:srgbClr val="2F2F2F"/>
                  </a:solidFill>
                </a:rPr>
                <a:t>the shape that</a:t>
              </a:r>
              <a:r>
                <a:rPr lang="zh-CN" altLang="en-US" sz="1000" dirty="0">
                  <a:solidFill>
                    <a:srgbClr val="2F2F2F"/>
                  </a:solidFill>
                </a:rPr>
                <a:t> </a:t>
              </a:r>
              <a:r>
                <a:rPr lang="en-US" altLang="zh-CN" sz="1000" dirty="0">
                  <a:solidFill>
                    <a:srgbClr val="2F2F2F"/>
                  </a:solidFill>
                </a:rPr>
                <a:t>needs</a:t>
              </a:r>
              <a:r>
                <a:rPr lang="zh-CN" altLang="en-US" sz="1000" dirty="0">
                  <a:solidFill>
                    <a:srgbClr val="2F2F2F"/>
                  </a:solidFill>
                </a:rPr>
                <a:t> </a:t>
              </a:r>
              <a:r>
                <a:rPr lang="en-US" altLang="zh-CN" sz="1000" dirty="0">
                  <a:solidFill>
                    <a:srgbClr val="2F2F2F"/>
                  </a:solidFill>
                </a:rPr>
                <a:t>to</a:t>
              </a:r>
              <a:r>
                <a:rPr lang="zh-CN" altLang="en-US" sz="1000" dirty="0">
                  <a:solidFill>
                    <a:srgbClr val="2F2F2F"/>
                  </a:solidFill>
                </a:rPr>
                <a:t> </a:t>
              </a:r>
              <a:r>
                <a:rPr lang="en-US" altLang="zh-CN" sz="1000" dirty="0">
                  <a:solidFill>
                    <a:srgbClr val="2F2F2F"/>
                  </a:solidFill>
                </a:rPr>
                <a:t>be</a:t>
              </a:r>
              <a:r>
                <a:rPr lang="zh-CN" altLang="en-US" sz="1000" dirty="0">
                  <a:solidFill>
                    <a:srgbClr val="2F2F2F"/>
                  </a:solidFill>
                </a:rPr>
                <a:t> </a:t>
              </a:r>
              <a:r>
                <a:rPr lang="en-US" altLang="zh-CN" sz="1000" dirty="0">
                  <a:solidFill>
                    <a:srgbClr val="2F2F2F"/>
                  </a:solidFill>
                </a:rPr>
                <a:t>filled</a:t>
              </a:r>
              <a:r>
                <a:rPr lang="zh-CN" altLang="en-US" sz="1000" dirty="0">
                  <a:solidFill>
                    <a:srgbClr val="2F2F2F"/>
                  </a:solidFill>
                </a:rPr>
                <a:t> </a:t>
              </a:r>
              <a:r>
                <a:rPr lang="en-US" altLang="zh-CN" sz="1000" dirty="0">
                  <a:solidFill>
                    <a:srgbClr val="2F2F2F"/>
                  </a:solidFill>
                </a:rPr>
                <a:t>with</a:t>
              </a:r>
              <a:r>
                <a:rPr lang="zh-CN" altLang="en-US" sz="1000" dirty="0">
                  <a:solidFill>
                    <a:srgbClr val="2F2F2F"/>
                  </a:solidFill>
                </a:rPr>
                <a:t> </a:t>
              </a:r>
              <a:r>
                <a:rPr lang="en-US" altLang="zh-CN" sz="1000" dirty="0">
                  <a:solidFill>
                    <a:srgbClr val="2F2F2F"/>
                  </a:solidFill>
                </a:rPr>
                <a:t>picture</a:t>
              </a:r>
              <a:endParaRPr lang="zh-CN" altLang="en-US" sz="1000" dirty="0">
                <a:solidFill>
                  <a:srgbClr val="2F2F2F"/>
                </a:solidFill>
              </a:endParaRPr>
            </a:p>
          </p:txBody>
        </p:sp>
        <p:sp>
          <p:nvSpPr>
            <p:cNvPr id="350" name="椭圆 349"/>
            <p:cNvSpPr/>
            <p:nvPr/>
          </p:nvSpPr>
          <p:spPr>
            <a:xfrm>
              <a:off x="673100" y="5526315"/>
              <a:ext cx="276343" cy="276343"/>
            </a:xfrm>
            <a:prstGeom prst="ellipse">
              <a:avLst/>
            </a:prstGeom>
            <a:solidFill>
              <a:srgbClr val="2F2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1</a:t>
              </a:r>
              <a:endParaRPr lang="zh-CN" altLang="en-US" sz="1200" dirty="0"/>
            </a:p>
          </p:txBody>
        </p:sp>
      </p:grpSp>
      <p:sp>
        <p:nvSpPr>
          <p:cNvPr id="890" name="Right Arrow 16"/>
          <p:cNvSpPr/>
          <p:nvPr/>
        </p:nvSpPr>
        <p:spPr>
          <a:xfrm>
            <a:off x="4284308" y="3338119"/>
            <a:ext cx="174147" cy="156344"/>
          </a:xfrm>
          <a:custGeom>
            <a:avLst/>
            <a:gdLst>
              <a:gd name="T0" fmla="*/ 4048 w 6714"/>
              <a:gd name="T1" fmla="*/ 194 h 6036"/>
              <a:gd name="T2" fmla="*/ 3696 w 6714"/>
              <a:gd name="T3" fmla="*/ 340 h 6036"/>
              <a:gd name="T4" fmla="*/ 3696 w 6714"/>
              <a:gd name="T5" fmla="*/ 1283 h 6036"/>
              <a:gd name="T6" fmla="*/ 199 w 6714"/>
              <a:gd name="T7" fmla="*/ 1283 h 6036"/>
              <a:gd name="T8" fmla="*/ 0 w 6714"/>
              <a:gd name="T9" fmla="*/ 1482 h 6036"/>
              <a:gd name="T10" fmla="*/ 0 w 6714"/>
              <a:gd name="T11" fmla="*/ 4553 h 6036"/>
              <a:gd name="T12" fmla="*/ 199 w 6714"/>
              <a:gd name="T13" fmla="*/ 4752 h 6036"/>
              <a:gd name="T14" fmla="*/ 3696 w 6714"/>
              <a:gd name="T15" fmla="*/ 4752 h 6036"/>
              <a:gd name="T16" fmla="*/ 3696 w 6714"/>
              <a:gd name="T17" fmla="*/ 5696 h 6036"/>
              <a:gd name="T18" fmla="*/ 4048 w 6714"/>
              <a:gd name="T19" fmla="*/ 5842 h 6036"/>
              <a:gd name="T20" fmla="*/ 6520 w 6714"/>
              <a:gd name="T21" fmla="*/ 3369 h 6036"/>
              <a:gd name="T22" fmla="*/ 6520 w 6714"/>
              <a:gd name="T23" fmla="*/ 2666 h 6036"/>
              <a:gd name="T24" fmla="*/ 4048 w 6714"/>
              <a:gd name="T25" fmla="*/ 194 h 6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14" h="6036">
                <a:moveTo>
                  <a:pt x="4048" y="194"/>
                </a:moveTo>
                <a:cubicBezTo>
                  <a:pt x="3853" y="0"/>
                  <a:pt x="3696" y="65"/>
                  <a:pt x="3696" y="340"/>
                </a:cubicBezTo>
                <a:lnTo>
                  <a:pt x="3696" y="1283"/>
                </a:lnTo>
                <a:lnTo>
                  <a:pt x="199" y="1283"/>
                </a:lnTo>
                <a:cubicBezTo>
                  <a:pt x="89" y="1283"/>
                  <a:pt x="0" y="1372"/>
                  <a:pt x="0" y="1482"/>
                </a:cubicBezTo>
                <a:lnTo>
                  <a:pt x="0" y="4553"/>
                </a:lnTo>
                <a:cubicBezTo>
                  <a:pt x="0" y="4663"/>
                  <a:pt x="89" y="4752"/>
                  <a:pt x="199" y="4752"/>
                </a:cubicBezTo>
                <a:lnTo>
                  <a:pt x="3696" y="4752"/>
                </a:lnTo>
                <a:lnTo>
                  <a:pt x="3696" y="5696"/>
                </a:lnTo>
                <a:cubicBezTo>
                  <a:pt x="3696" y="5971"/>
                  <a:pt x="3853" y="6036"/>
                  <a:pt x="4048" y="5842"/>
                </a:cubicBezTo>
                <a:lnTo>
                  <a:pt x="6520" y="3369"/>
                </a:lnTo>
                <a:cubicBezTo>
                  <a:pt x="6714" y="3175"/>
                  <a:pt x="6714" y="2860"/>
                  <a:pt x="6520" y="2666"/>
                </a:cubicBezTo>
                <a:lnTo>
                  <a:pt x="4048" y="194"/>
                </a:lnTo>
                <a:close/>
              </a:path>
            </a:pathLst>
          </a:custGeom>
          <a:solidFill>
            <a:srgbClr val="867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9" name="组合 18"/>
          <p:cNvGrpSpPr/>
          <p:nvPr/>
        </p:nvGrpSpPr>
        <p:grpSpPr>
          <a:xfrm>
            <a:off x="4588450" y="1963867"/>
            <a:ext cx="3002400" cy="3200416"/>
            <a:chOff x="4595239" y="1963866"/>
            <a:chExt cx="3002400" cy="3200416"/>
          </a:xfrm>
        </p:grpSpPr>
        <p:sp>
          <p:nvSpPr>
            <p:cNvPr id="302" name="矩形 301"/>
            <p:cNvSpPr/>
            <p:nvPr/>
          </p:nvSpPr>
          <p:spPr>
            <a:xfrm>
              <a:off x="4595239" y="1963866"/>
              <a:ext cx="3002400" cy="3002400"/>
            </a:xfrm>
            <a:prstGeom prst="rect">
              <a:avLst/>
            </a:prstGeom>
            <a:gradFill>
              <a:gsLst>
                <a:gs pos="80000">
                  <a:schemeClr val="bg1"/>
                </a:gs>
                <a:gs pos="100000">
                  <a:schemeClr val="bg1">
                    <a:alpha val="0"/>
                  </a:schemeClr>
                </a:gs>
              </a:gsLst>
              <a:lin ang="5400000" scaled="1"/>
            </a:gradFill>
            <a:ln w="9525">
              <a:noFill/>
            </a:ln>
            <a:effectLst>
              <a:outerShdw blurRad="63500" sx="102000" sy="102000" algn="ctr" rotWithShape="0">
                <a:srgbClr val="E7E5EA">
                  <a:alpha val="5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53" name="组合 152"/>
            <p:cNvGrpSpPr/>
            <p:nvPr/>
          </p:nvGrpSpPr>
          <p:grpSpPr>
            <a:xfrm>
              <a:off x="4706067" y="2686508"/>
              <a:ext cx="2780745" cy="2477774"/>
              <a:chOff x="5543523" y="3950927"/>
              <a:chExt cx="2485245" cy="2214470"/>
            </a:xfrm>
            <a:solidFill>
              <a:srgbClr val="E7E5EA"/>
            </a:solidFill>
          </p:grpSpPr>
          <p:sp>
            <p:nvSpPr>
              <p:cNvPr id="154" name="矩形: 圆角 153"/>
              <p:cNvSpPr>
                <a:spLocks noChangeAspect="1"/>
              </p:cNvSpPr>
              <p:nvPr/>
            </p:nvSpPr>
            <p:spPr>
              <a:xfrm>
                <a:off x="5543523" y="3950927"/>
                <a:ext cx="1189177" cy="668912"/>
              </a:xfrm>
              <a:prstGeom prst="roundRect">
                <a:avLst>
                  <a:gd name="adj" fmla="val 4418"/>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55" name="矩形: 圆角 154"/>
              <p:cNvSpPr>
                <a:spLocks noChangeAspect="1"/>
              </p:cNvSpPr>
              <p:nvPr/>
            </p:nvSpPr>
            <p:spPr>
              <a:xfrm>
                <a:off x="5543523" y="4723706"/>
                <a:ext cx="1189177" cy="668912"/>
              </a:xfrm>
              <a:prstGeom prst="roundRect">
                <a:avLst>
                  <a:gd name="adj" fmla="val 4418"/>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56" name="矩形: 圆角 155"/>
              <p:cNvSpPr>
                <a:spLocks noChangeAspect="1"/>
              </p:cNvSpPr>
              <p:nvPr/>
            </p:nvSpPr>
            <p:spPr>
              <a:xfrm>
                <a:off x="5543523" y="5496485"/>
                <a:ext cx="1189177" cy="668912"/>
              </a:xfrm>
              <a:prstGeom prst="roundRect">
                <a:avLst>
                  <a:gd name="adj" fmla="val 4418"/>
                </a:avLst>
              </a:prstGeom>
              <a:gradFill>
                <a:gsLst>
                  <a:gs pos="0">
                    <a:srgbClr val="E7E5EA"/>
                  </a:gs>
                  <a:gs pos="62000">
                    <a:srgbClr val="E7E5EA">
                      <a:alpha val="0"/>
                    </a:srgbClr>
                  </a:gs>
                </a:gsLst>
                <a:lin ang="5400000" scaled="1"/>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57" name="矩形: 圆角 156"/>
              <p:cNvSpPr>
                <a:spLocks noChangeAspect="1"/>
              </p:cNvSpPr>
              <p:nvPr/>
            </p:nvSpPr>
            <p:spPr>
              <a:xfrm>
                <a:off x="6839591" y="5496485"/>
                <a:ext cx="1189177" cy="668912"/>
              </a:xfrm>
              <a:prstGeom prst="roundRect">
                <a:avLst>
                  <a:gd name="adj" fmla="val 4418"/>
                </a:avLst>
              </a:prstGeom>
              <a:gradFill>
                <a:gsLst>
                  <a:gs pos="0">
                    <a:srgbClr val="E7E5EA"/>
                  </a:gs>
                  <a:gs pos="62000">
                    <a:srgbClr val="E7E5EA">
                      <a:alpha val="0"/>
                    </a:srgbClr>
                  </a:gs>
                </a:gsLst>
                <a:lin ang="5400000" scaled="1"/>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58" name="矩形: 圆角 157"/>
              <p:cNvSpPr>
                <a:spLocks noChangeAspect="1"/>
              </p:cNvSpPr>
              <p:nvPr/>
            </p:nvSpPr>
            <p:spPr>
              <a:xfrm>
                <a:off x="6839591" y="4723706"/>
                <a:ext cx="1189177" cy="668912"/>
              </a:xfrm>
              <a:prstGeom prst="roundRect">
                <a:avLst>
                  <a:gd name="adj" fmla="val 4418"/>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59" name="矩形: 圆角 158"/>
              <p:cNvSpPr>
                <a:spLocks noChangeAspect="1"/>
              </p:cNvSpPr>
              <p:nvPr/>
            </p:nvSpPr>
            <p:spPr>
              <a:xfrm>
                <a:off x="6839591" y="3950927"/>
                <a:ext cx="1189177" cy="668912"/>
              </a:xfrm>
              <a:prstGeom prst="roundRect">
                <a:avLst>
                  <a:gd name="adj" fmla="val 4418"/>
                </a:avLst>
              </a:prstGeom>
              <a:blipFill>
                <a:blip r:embed="rId1"/>
                <a:srcRect/>
                <a:stretch>
                  <a:fillRect t="-153" b="-153"/>
                </a:stretch>
              </a:blipFill>
              <a:ln w="3175">
                <a:noFill/>
                <a:prstDash val="solid"/>
                <a:miter lim="800000"/>
              </a:ln>
              <a:effectLst/>
            </p:spPr>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defTabSz="914400"/>
                <a:endParaRPr lang="zh-CN" altLang="en-US" kern="0">
                  <a:solidFill>
                    <a:srgbClr val="44546A">
                      <a:lumMod val="60000"/>
                      <a:lumOff val="40000"/>
                    </a:srgbClr>
                  </a:solidFill>
                </a:endParaRPr>
              </a:p>
            </p:txBody>
          </p:sp>
          <p:sp>
            <p:nvSpPr>
              <p:cNvPr id="160" name="矩形: 圆角 159"/>
              <p:cNvSpPr>
                <a:spLocks noChangeAspect="1"/>
              </p:cNvSpPr>
              <p:nvPr/>
            </p:nvSpPr>
            <p:spPr>
              <a:xfrm>
                <a:off x="6839591" y="3950927"/>
                <a:ext cx="1189177" cy="668912"/>
              </a:xfrm>
              <a:prstGeom prst="roundRect">
                <a:avLst>
                  <a:gd name="adj" fmla="val 4418"/>
                </a:avLst>
              </a:prstGeom>
              <a:noFill/>
              <a:ln w="19050">
                <a:solidFill>
                  <a:srgbClr val="F734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6" name="组合 15"/>
            <p:cNvGrpSpPr/>
            <p:nvPr/>
          </p:nvGrpSpPr>
          <p:grpSpPr>
            <a:xfrm>
              <a:off x="4595239" y="1963866"/>
              <a:ext cx="3002400" cy="320240"/>
              <a:chOff x="4595239" y="1963866"/>
              <a:chExt cx="3002400" cy="320240"/>
            </a:xfrm>
          </p:grpSpPr>
          <p:grpSp>
            <p:nvGrpSpPr>
              <p:cNvPr id="5" name="组合 4"/>
              <p:cNvGrpSpPr/>
              <p:nvPr/>
            </p:nvGrpSpPr>
            <p:grpSpPr>
              <a:xfrm>
                <a:off x="4595239" y="1963866"/>
                <a:ext cx="3002400" cy="320240"/>
                <a:chOff x="8616223" y="1963866"/>
                <a:chExt cx="3002400" cy="320240"/>
              </a:xfrm>
            </p:grpSpPr>
            <p:sp>
              <p:nvSpPr>
                <p:cNvPr id="304" name="矩形 303"/>
                <p:cNvSpPr/>
                <p:nvPr/>
              </p:nvSpPr>
              <p:spPr>
                <a:xfrm>
                  <a:off x="8616223" y="1963866"/>
                  <a:ext cx="3002400" cy="320240"/>
                </a:xfrm>
                <a:prstGeom prst="rect">
                  <a:avLst/>
                </a:prstGeom>
                <a:solidFill>
                  <a:srgbClr val="B4B4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dirty="0"/>
                </a:p>
              </p:txBody>
            </p:sp>
            <p:sp>
              <p:nvSpPr>
                <p:cNvPr id="306" name="Multiply 213"/>
                <p:cNvSpPr>
                  <a:spLocks noChangeAspect="1"/>
                </p:cNvSpPr>
                <p:nvPr/>
              </p:nvSpPr>
              <p:spPr>
                <a:xfrm>
                  <a:off x="11404732" y="2067944"/>
                  <a:ext cx="112084" cy="112084"/>
                </a:xfrm>
                <a:custGeom>
                  <a:avLst/>
                  <a:gdLst>
                    <a:gd name="T0" fmla="*/ 11040 w 11360"/>
                    <a:gd name="T1" fmla="*/ 320 h 11360"/>
                    <a:gd name="T2" fmla="*/ 11040 w 11360"/>
                    <a:gd name="T3" fmla="*/ 1360 h 11360"/>
                    <a:gd name="T4" fmla="*/ 6720 w 11360"/>
                    <a:gd name="T5" fmla="*/ 5680 h 11360"/>
                    <a:gd name="T6" fmla="*/ 11040 w 11360"/>
                    <a:gd name="T7" fmla="*/ 10000 h 11360"/>
                    <a:gd name="T8" fmla="*/ 11040 w 11360"/>
                    <a:gd name="T9" fmla="*/ 11040 h 11360"/>
                    <a:gd name="T10" fmla="*/ 10000 w 11360"/>
                    <a:gd name="T11" fmla="*/ 11040 h 11360"/>
                    <a:gd name="T12" fmla="*/ 5680 w 11360"/>
                    <a:gd name="T13" fmla="*/ 6720 h 11360"/>
                    <a:gd name="T14" fmla="*/ 1360 w 11360"/>
                    <a:gd name="T15" fmla="*/ 11040 h 11360"/>
                    <a:gd name="T16" fmla="*/ 320 w 11360"/>
                    <a:gd name="T17" fmla="*/ 11040 h 11360"/>
                    <a:gd name="T18" fmla="*/ 320 w 11360"/>
                    <a:gd name="T19" fmla="*/ 10000 h 11360"/>
                    <a:gd name="T20" fmla="*/ 4640 w 11360"/>
                    <a:gd name="T21" fmla="*/ 5680 h 11360"/>
                    <a:gd name="T22" fmla="*/ 320 w 11360"/>
                    <a:gd name="T23" fmla="*/ 1360 h 11360"/>
                    <a:gd name="T24" fmla="*/ 320 w 11360"/>
                    <a:gd name="T25" fmla="*/ 320 h 11360"/>
                    <a:gd name="T26" fmla="*/ 1360 w 11360"/>
                    <a:gd name="T27" fmla="*/ 320 h 11360"/>
                    <a:gd name="T28" fmla="*/ 5680 w 11360"/>
                    <a:gd name="T29" fmla="*/ 4640 h 11360"/>
                    <a:gd name="T30" fmla="*/ 10000 w 11360"/>
                    <a:gd name="T31" fmla="*/ 320 h 11360"/>
                    <a:gd name="T32" fmla="*/ 11040 w 11360"/>
                    <a:gd name="T33" fmla="*/ 320 h 1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360" h="11360">
                      <a:moveTo>
                        <a:pt x="11040" y="320"/>
                      </a:moveTo>
                      <a:cubicBezTo>
                        <a:pt x="11360" y="640"/>
                        <a:pt x="11360" y="1120"/>
                        <a:pt x="11040" y="1360"/>
                      </a:cubicBezTo>
                      <a:lnTo>
                        <a:pt x="6720" y="5680"/>
                      </a:lnTo>
                      <a:lnTo>
                        <a:pt x="11040" y="10000"/>
                      </a:lnTo>
                      <a:cubicBezTo>
                        <a:pt x="11360" y="10320"/>
                        <a:pt x="11360" y="10800"/>
                        <a:pt x="11040" y="11040"/>
                      </a:cubicBezTo>
                      <a:cubicBezTo>
                        <a:pt x="10720" y="11360"/>
                        <a:pt x="10240" y="11360"/>
                        <a:pt x="10000" y="11040"/>
                      </a:cubicBezTo>
                      <a:lnTo>
                        <a:pt x="5680" y="6720"/>
                      </a:lnTo>
                      <a:lnTo>
                        <a:pt x="1360" y="11040"/>
                      </a:lnTo>
                      <a:cubicBezTo>
                        <a:pt x="1040" y="11360"/>
                        <a:pt x="560" y="11360"/>
                        <a:pt x="320" y="11040"/>
                      </a:cubicBezTo>
                      <a:cubicBezTo>
                        <a:pt x="0" y="10720"/>
                        <a:pt x="0" y="10240"/>
                        <a:pt x="320" y="10000"/>
                      </a:cubicBezTo>
                      <a:lnTo>
                        <a:pt x="4640" y="5680"/>
                      </a:lnTo>
                      <a:lnTo>
                        <a:pt x="320" y="1360"/>
                      </a:lnTo>
                      <a:cubicBezTo>
                        <a:pt x="0" y="1040"/>
                        <a:pt x="0" y="560"/>
                        <a:pt x="320" y="320"/>
                      </a:cubicBezTo>
                      <a:cubicBezTo>
                        <a:pt x="640" y="80"/>
                        <a:pt x="1120" y="0"/>
                        <a:pt x="1360" y="320"/>
                      </a:cubicBezTo>
                      <a:lnTo>
                        <a:pt x="5680" y="4640"/>
                      </a:lnTo>
                      <a:lnTo>
                        <a:pt x="10000" y="320"/>
                      </a:lnTo>
                      <a:cubicBezTo>
                        <a:pt x="10240" y="0"/>
                        <a:pt x="10800" y="0"/>
                        <a:pt x="11040" y="320"/>
                      </a:cubicBezTo>
                      <a:close/>
                    </a:path>
                  </a:pathLst>
                </a:custGeom>
                <a:solidFill>
                  <a:schemeClr val="bg1"/>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defRPr/>
                  </a:pPr>
                  <a:endParaRPr lang="zh-CN" altLang="en-US" kern="0">
                    <a:solidFill>
                      <a:srgbClr val="FFFFFF"/>
                    </a:solidFill>
                    <a:latin typeface="Arial" panose="020B0604020202020204"/>
                    <a:ea typeface="微软雅黑" panose="020B0503020204020204" charset="-122"/>
                  </a:endParaRPr>
                </a:p>
              </p:txBody>
            </p:sp>
          </p:grpSp>
          <p:sp>
            <p:nvSpPr>
              <p:cNvPr id="332" name="矩形 331"/>
              <p:cNvSpPr/>
              <p:nvPr/>
            </p:nvSpPr>
            <p:spPr>
              <a:xfrm>
                <a:off x="4715292" y="2038873"/>
                <a:ext cx="1548011" cy="153888"/>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r>
                  <a:rPr lang="zh-CN" altLang="en-US" sz="1000" kern="0" dirty="0">
                    <a:solidFill>
                      <a:srgbClr val="FFFFFF"/>
                    </a:solidFill>
                  </a:rPr>
                  <a:t>图片</a:t>
                </a:r>
                <a:r>
                  <a:rPr lang="zh-CN" altLang="en-US" sz="1000" kern="0">
                    <a:solidFill>
                      <a:srgbClr val="FFFFFF"/>
                    </a:solidFill>
                  </a:rPr>
                  <a:t>库 </a:t>
                </a:r>
                <a:r>
                  <a:rPr lang="en-US" altLang="zh-CN" sz="1000" kern="0">
                    <a:solidFill>
                      <a:srgbClr val="FFFFFF"/>
                    </a:solidFill>
                  </a:rPr>
                  <a:t>/</a:t>
                </a:r>
                <a:r>
                  <a:rPr lang="en-US" altLang="zh-CN" sz="100" kern="0">
                    <a:solidFill>
                      <a:srgbClr val="FFFFFF"/>
                    </a:solidFill>
                  </a:rPr>
                  <a:t> </a:t>
                </a:r>
                <a:r>
                  <a:rPr lang="en-US" altLang="zh-CN" sz="1000" kern="0">
                    <a:solidFill>
                      <a:srgbClr val="FFFFFF"/>
                    </a:solidFill>
                  </a:rPr>
                  <a:t> </a:t>
                </a:r>
                <a:r>
                  <a:rPr lang="en-US" altLang="zh-CN" sz="1000" kern="0" dirty="0">
                    <a:solidFill>
                      <a:srgbClr val="FFFFFF"/>
                    </a:solidFill>
                  </a:rPr>
                  <a:t>Picture Library</a:t>
                </a:r>
                <a:endParaRPr lang="zh-CN" altLang="en-US" sz="1000" kern="0" dirty="0">
                  <a:solidFill>
                    <a:srgbClr val="FFFFFF"/>
                  </a:solidFill>
                </a:endParaRPr>
              </a:p>
            </p:txBody>
          </p:sp>
        </p:grpSp>
        <p:grpSp>
          <p:nvGrpSpPr>
            <p:cNvPr id="335" name="组合 334"/>
            <p:cNvGrpSpPr/>
            <p:nvPr/>
          </p:nvGrpSpPr>
          <p:grpSpPr>
            <a:xfrm>
              <a:off x="4715293" y="2404041"/>
              <a:ext cx="1638861" cy="160073"/>
              <a:chOff x="4248155" y="2141651"/>
              <a:chExt cx="1474301" cy="144000"/>
            </a:xfrm>
            <a:solidFill>
              <a:srgbClr val="E7E5EA"/>
            </a:solidFill>
          </p:grpSpPr>
          <p:sp>
            <p:nvSpPr>
              <p:cNvPr id="489" name="矩形 488"/>
              <p:cNvSpPr/>
              <p:nvPr/>
            </p:nvSpPr>
            <p:spPr>
              <a:xfrm>
                <a:off x="4248155"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90" name="矩形 489"/>
              <p:cNvSpPr/>
              <p:nvPr/>
            </p:nvSpPr>
            <p:spPr>
              <a:xfrm>
                <a:off x="4648245"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91" name="矩形 490"/>
              <p:cNvSpPr/>
              <p:nvPr/>
            </p:nvSpPr>
            <p:spPr>
              <a:xfrm>
                <a:off x="5044245"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495" name="矩形 494"/>
              <p:cNvSpPr/>
              <p:nvPr/>
            </p:nvSpPr>
            <p:spPr>
              <a:xfrm>
                <a:off x="5434456"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grpSp>
        <p:grpSp>
          <p:nvGrpSpPr>
            <p:cNvPr id="336" name="组合 335"/>
            <p:cNvGrpSpPr/>
            <p:nvPr/>
          </p:nvGrpSpPr>
          <p:grpSpPr>
            <a:xfrm>
              <a:off x="6715511" y="2404041"/>
              <a:ext cx="761195" cy="160073"/>
              <a:chOff x="6047529" y="2141651"/>
              <a:chExt cx="684762" cy="144000"/>
            </a:xfrm>
            <a:solidFill>
              <a:srgbClr val="E7E5EA"/>
            </a:solidFill>
          </p:grpSpPr>
          <p:sp>
            <p:nvSpPr>
              <p:cNvPr id="487" name="矩形 486"/>
              <p:cNvSpPr/>
              <p:nvPr/>
            </p:nvSpPr>
            <p:spPr>
              <a:xfrm>
                <a:off x="6047529"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88" name="矩形 487"/>
              <p:cNvSpPr/>
              <p:nvPr/>
            </p:nvSpPr>
            <p:spPr>
              <a:xfrm>
                <a:off x="6444291"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sp>
        <p:nvSpPr>
          <p:cNvPr id="613" name="文本框 612"/>
          <p:cNvSpPr txBox="1"/>
          <p:nvPr/>
        </p:nvSpPr>
        <p:spPr>
          <a:xfrm>
            <a:off x="4916703" y="5387482"/>
            <a:ext cx="2558947" cy="553998"/>
          </a:xfrm>
          <a:prstGeom prst="rect">
            <a:avLst/>
          </a:prstGeom>
          <a:noFill/>
        </p:spPr>
        <p:txBody>
          <a:bodyPr wrap="square" rtlCol="0" anchor="ctr">
            <a:spAutoFit/>
          </a:bodyPr>
          <a:lstStyle/>
          <a:p>
            <a:r>
              <a:rPr lang="zh-CN" altLang="en-US" sz="1000" dirty="0">
                <a:solidFill>
                  <a:srgbClr val="2F2F2F"/>
                </a:solidFill>
              </a:rPr>
              <a:t>点击 </a:t>
            </a:r>
            <a:r>
              <a:rPr lang="en-US" altLang="zh-CN" sz="1000" dirty="0" err="1">
                <a:solidFill>
                  <a:srgbClr val="2F2F2F"/>
                </a:solidFill>
              </a:rPr>
              <a:t>iSlide</a:t>
            </a:r>
            <a:r>
              <a:rPr lang="en-US" altLang="zh-CN" sz="1000" dirty="0">
                <a:solidFill>
                  <a:srgbClr val="2F2F2F"/>
                </a:solidFill>
              </a:rPr>
              <a:t>【</a:t>
            </a:r>
            <a:r>
              <a:rPr lang="zh-CN" altLang="en-US" sz="1000" dirty="0">
                <a:solidFill>
                  <a:srgbClr val="2F2F2F"/>
                </a:solidFill>
              </a:rPr>
              <a:t>图片库</a:t>
            </a:r>
            <a:r>
              <a:rPr lang="en-US" altLang="zh-CN" sz="1000" dirty="0">
                <a:solidFill>
                  <a:srgbClr val="2F2F2F"/>
                </a:solidFill>
              </a:rPr>
              <a:t>】</a:t>
            </a:r>
            <a:r>
              <a:rPr lang="zh-CN" altLang="en-US" sz="1000" dirty="0">
                <a:solidFill>
                  <a:srgbClr val="2F2F2F"/>
                </a:solidFill>
              </a:rPr>
              <a:t>中的图片替换</a:t>
            </a:r>
            <a:endParaRPr lang="en-US" altLang="zh-CN" sz="1000" dirty="0">
              <a:solidFill>
                <a:srgbClr val="2F2F2F"/>
              </a:solidFill>
            </a:endParaRPr>
          </a:p>
          <a:p>
            <a:r>
              <a:rPr lang="en-US" altLang="zh-CN" sz="1000">
                <a:solidFill>
                  <a:srgbClr val="2F2F2F"/>
                </a:solidFill>
              </a:rPr>
              <a:t>Click</a:t>
            </a:r>
            <a:r>
              <a:rPr lang="en-US" altLang="zh-CN" sz="100">
                <a:solidFill>
                  <a:srgbClr val="2F2F2F"/>
                </a:solidFill>
              </a:rPr>
              <a:t> </a:t>
            </a:r>
            <a:r>
              <a:rPr lang="en-US" altLang="zh-CN" sz="1000">
                <a:solidFill>
                  <a:srgbClr val="2F2F2F"/>
                </a:solidFill>
              </a:rPr>
              <a:t> </a:t>
            </a:r>
            <a:r>
              <a:rPr lang="en-US" altLang="zh-CN" sz="1000" dirty="0">
                <a:solidFill>
                  <a:srgbClr val="2F2F2F"/>
                </a:solidFill>
              </a:rPr>
              <a:t>the target picture in iSlide “Picture Library” to insert it into the shape</a:t>
            </a:r>
            <a:endParaRPr lang="zh-CN" altLang="en-US" sz="1000" dirty="0">
              <a:solidFill>
                <a:srgbClr val="2F2F2F"/>
              </a:solidFill>
            </a:endParaRPr>
          </a:p>
        </p:txBody>
      </p:sp>
      <p:sp>
        <p:nvSpPr>
          <p:cNvPr id="614" name="椭圆 613"/>
          <p:cNvSpPr/>
          <p:nvPr/>
        </p:nvSpPr>
        <p:spPr>
          <a:xfrm>
            <a:off x="4595244" y="5526315"/>
            <a:ext cx="276343" cy="276343"/>
          </a:xfrm>
          <a:prstGeom prst="ellipse">
            <a:avLst/>
          </a:prstGeom>
          <a:solidFill>
            <a:srgbClr val="2F2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2</a:t>
            </a:r>
            <a:endParaRPr lang="zh-CN" altLang="en-US" sz="1200" dirty="0"/>
          </a:p>
        </p:txBody>
      </p:sp>
      <p:sp>
        <p:nvSpPr>
          <p:cNvPr id="891" name="Right Arrow 751"/>
          <p:cNvSpPr/>
          <p:nvPr/>
        </p:nvSpPr>
        <p:spPr>
          <a:xfrm>
            <a:off x="7720845" y="3338119"/>
            <a:ext cx="174147" cy="156344"/>
          </a:xfrm>
          <a:custGeom>
            <a:avLst/>
            <a:gdLst>
              <a:gd name="T0" fmla="*/ 4048 w 6714"/>
              <a:gd name="T1" fmla="*/ 194 h 6036"/>
              <a:gd name="T2" fmla="*/ 3696 w 6714"/>
              <a:gd name="T3" fmla="*/ 340 h 6036"/>
              <a:gd name="T4" fmla="*/ 3696 w 6714"/>
              <a:gd name="T5" fmla="*/ 1283 h 6036"/>
              <a:gd name="T6" fmla="*/ 199 w 6714"/>
              <a:gd name="T7" fmla="*/ 1283 h 6036"/>
              <a:gd name="T8" fmla="*/ 0 w 6714"/>
              <a:gd name="T9" fmla="*/ 1482 h 6036"/>
              <a:gd name="T10" fmla="*/ 0 w 6714"/>
              <a:gd name="T11" fmla="*/ 4553 h 6036"/>
              <a:gd name="T12" fmla="*/ 199 w 6714"/>
              <a:gd name="T13" fmla="*/ 4752 h 6036"/>
              <a:gd name="T14" fmla="*/ 3696 w 6714"/>
              <a:gd name="T15" fmla="*/ 4752 h 6036"/>
              <a:gd name="T16" fmla="*/ 3696 w 6714"/>
              <a:gd name="T17" fmla="*/ 5696 h 6036"/>
              <a:gd name="T18" fmla="*/ 4048 w 6714"/>
              <a:gd name="T19" fmla="*/ 5842 h 6036"/>
              <a:gd name="T20" fmla="*/ 6520 w 6714"/>
              <a:gd name="T21" fmla="*/ 3369 h 6036"/>
              <a:gd name="T22" fmla="*/ 6520 w 6714"/>
              <a:gd name="T23" fmla="*/ 2666 h 6036"/>
              <a:gd name="T24" fmla="*/ 4048 w 6714"/>
              <a:gd name="T25" fmla="*/ 194 h 6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14" h="6036">
                <a:moveTo>
                  <a:pt x="4048" y="194"/>
                </a:moveTo>
                <a:cubicBezTo>
                  <a:pt x="3853" y="0"/>
                  <a:pt x="3696" y="65"/>
                  <a:pt x="3696" y="340"/>
                </a:cubicBezTo>
                <a:lnTo>
                  <a:pt x="3696" y="1283"/>
                </a:lnTo>
                <a:lnTo>
                  <a:pt x="199" y="1283"/>
                </a:lnTo>
                <a:cubicBezTo>
                  <a:pt x="89" y="1283"/>
                  <a:pt x="0" y="1372"/>
                  <a:pt x="0" y="1482"/>
                </a:cubicBezTo>
                <a:lnTo>
                  <a:pt x="0" y="4553"/>
                </a:lnTo>
                <a:cubicBezTo>
                  <a:pt x="0" y="4663"/>
                  <a:pt x="89" y="4752"/>
                  <a:pt x="199" y="4752"/>
                </a:cubicBezTo>
                <a:lnTo>
                  <a:pt x="3696" y="4752"/>
                </a:lnTo>
                <a:lnTo>
                  <a:pt x="3696" y="5696"/>
                </a:lnTo>
                <a:cubicBezTo>
                  <a:pt x="3696" y="5971"/>
                  <a:pt x="3853" y="6036"/>
                  <a:pt x="4048" y="5842"/>
                </a:cubicBezTo>
                <a:lnTo>
                  <a:pt x="6520" y="3369"/>
                </a:lnTo>
                <a:cubicBezTo>
                  <a:pt x="6714" y="3175"/>
                  <a:pt x="6714" y="2860"/>
                  <a:pt x="6520" y="2666"/>
                </a:cubicBezTo>
                <a:lnTo>
                  <a:pt x="4048" y="194"/>
                </a:lnTo>
                <a:close/>
              </a:path>
            </a:pathLst>
          </a:custGeom>
          <a:solidFill>
            <a:srgbClr val="867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53" name="文本框 752"/>
          <p:cNvSpPr txBox="1"/>
          <p:nvPr/>
        </p:nvSpPr>
        <p:spPr>
          <a:xfrm>
            <a:off x="8346455" y="5387493"/>
            <a:ext cx="3174039" cy="553998"/>
          </a:xfrm>
          <a:prstGeom prst="rect">
            <a:avLst/>
          </a:prstGeom>
          <a:noFill/>
        </p:spPr>
        <p:txBody>
          <a:bodyPr wrap="square" rtlCol="0" anchor="ctr">
            <a:spAutoFit/>
          </a:bodyPr>
          <a:lstStyle/>
          <a:p>
            <a:r>
              <a:rPr lang="zh-CN" altLang="en-US" sz="1000" dirty="0">
                <a:solidFill>
                  <a:srgbClr val="2F2F2F"/>
                </a:solidFill>
              </a:rPr>
              <a:t>自动填充，图片保持比例不变</a:t>
            </a:r>
            <a:endParaRPr lang="en-US" altLang="zh-CN" sz="1000" dirty="0">
              <a:solidFill>
                <a:srgbClr val="2F2F2F"/>
              </a:solidFill>
            </a:endParaRPr>
          </a:p>
          <a:p>
            <a:r>
              <a:rPr lang="en-US" altLang="zh-CN" sz="1000" dirty="0">
                <a:solidFill>
                  <a:srgbClr val="2F2F2F"/>
                </a:solidFill>
              </a:rPr>
              <a:t>The </a:t>
            </a:r>
            <a:r>
              <a:rPr lang="en-US" altLang="zh-CN" sz="1000">
                <a:solidFill>
                  <a:srgbClr val="2F2F2F"/>
                </a:solidFill>
              </a:rPr>
              <a:t>picture wil</a:t>
            </a:r>
            <a:r>
              <a:rPr lang="en-US" altLang="zh-CN" sz="100">
                <a:solidFill>
                  <a:srgbClr val="2F2F2F"/>
                </a:solidFill>
              </a:rPr>
              <a:t> </a:t>
            </a:r>
            <a:r>
              <a:rPr lang="en-US" altLang="zh-CN" sz="1000">
                <a:solidFill>
                  <a:srgbClr val="2F2F2F"/>
                </a:solidFill>
              </a:rPr>
              <a:t>l </a:t>
            </a:r>
            <a:r>
              <a:rPr lang="en-US" altLang="zh-CN" sz="1000" dirty="0">
                <a:solidFill>
                  <a:srgbClr val="2F2F2F"/>
                </a:solidFill>
              </a:rPr>
              <a:t>be filled in the shape automatically while maintaining the original aspect ratio</a:t>
            </a:r>
            <a:endParaRPr lang="zh-CN" altLang="en-US" sz="1000" dirty="0">
              <a:solidFill>
                <a:srgbClr val="2F2F2F"/>
              </a:solidFill>
            </a:endParaRPr>
          </a:p>
        </p:txBody>
      </p:sp>
      <p:sp>
        <p:nvSpPr>
          <p:cNvPr id="754" name="椭圆 753"/>
          <p:cNvSpPr/>
          <p:nvPr/>
        </p:nvSpPr>
        <p:spPr>
          <a:xfrm>
            <a:off x="8024992" y="5526324"/>
            <a:ext cx="276343" cy="276343"/>
          </a:xfrm>
          <a:prstGeom prst="ellipse">
            <a:avLst/>
          </a:prstGeom>
          <a:solidFill>
            <a:srgbClr val="2F2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3</a:t>
            </a:r>
            <a:endParaRPr lang="zh-CN" altLang="en-US" sz="1200" dirty="0"/>
          </a:p>
        </p:txBody>
      </p:sp>
      <p:grpSp>
        <p:nvGrpSpPr>
          <p:cNvPr id="6" name="组合 5"/>
          <p:cNvGrpSpPr/>
          <p:nvPr/>
        </p:nvGrpSpPr>
        <p:grpSpPr>
          <a:xfrm>
            <a:off x="660400" y="1959178"/>
            <a:ext cx="3493913" cy="2403813"/>
            <a:chOff x="660400" y="1959178"/>
            <a:chExt cx="3493913" cy="2403813"/>
          </a:xfrm>
        </p:grpSpPr>
        <p:sp>
          <p:nvSpPr>
            <p:cNvPr id="795" name="Rectangle 10"/>
            <p:cNvSpPr>
              <a:spLocks noChangeArrowheads="1"/>
            </p:cNvSpPr>
            <p:nvPr/>
          </p:nvSpPr>
          <p:spPr bwMode="auto">
            <a:xfrm>
              <a:off x="809622" y="2219171"/>
              <a:ext cx="3240163" cy="17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nvGrpSpPr>
            <p:cNvPr id="10" name="组合 9"/>
            <p:cNvGrpSpPr/>
            <p:nvPr/>
          </p:nvGrpSpPr>
          <p:grpSpPr>
            <a:xfrm>
              <a:off x="660400" y="1959178"/>
              <a:ext cx="3493913" cy="2403813"/>
              <a:chOff x="673100" y="1959176"/>
              <a:chExt cx="3493913" cy="2403813"/>
            </a:xfrm>
          </p:grpSpPr>
          <p:grpSp>
            <p:nvGrpSpPr>
              <p:cNvPr id="630" name="组合 629"/>
              <p:cNvGrpSpPr/>
              <p:nvPr/>
            </p:nvGrpSpPr>
            <p:grpSpPr>
              <a:xfrm>
                <a:off x="673100" y="1959176"/>
                <a:ext cx="3493913" cy="2403813"/>
                <a:chOff x="673100" y="1959176"/>
                <a:chExt cx="3493913" cy="2403813"/>
              </a:xfrm>
            </p:grpSpPr>
            <p:sp>
              <p:nvSpPr>
                <p:cNvPr id="631" name="Freeform 6"/>
                <p:cNvSpPr/>
                <p:nvPr/>
              </p:nvSpPr>
              <p:spPr bwMode="auto">
                <a:xfrm>
                  <a:off x="673100" y="1959176"/>
                  <a:ext cx="3493913" cy="2403813"/>
                </a:xfrm>
                <a:prstGeom prst="rect">
                  <a:avLst/>
                </a:prstGeom>
                <a:gradFill>
                  <a:gsLst>
                    <a:gs pos="83000">
                      <a:schemeClr val="bg1"/>
                    </a:gs>
                    <a:gs pos="100000">
                      <a:schemeClr val="bg1">
                        <a:alpha val="0"/>
                      </a:schemeClr>
                    </a:gs>
                  </a:gsLst>
                  <a:lin ang="5400000" scaled="1"/>
                </a:gradFill>
                <a:ln w="9525">
                  <a:noFill/>
                  <a:round/>
                </a:ln>
                <a:effectLst>
                  <a:outerShdw blurRad="63500" sx="102000" sy="102000" algn="ctr" rotWithShape="0">
                    <a:srgbClr val="E7E5EA">
                      <a:alpha val="50000"/>
                    </a:srgbClr>
                  </a:outerShdw>
                </a:effectLst>
              </p:spPr>
              <p:txBody>
                <a:bodyPr vert="horz" wrap="square" lIns="91440" tIns="45720" rIns="91440" bIns="45720" numCol="1" anchor="t" anchorCtr="0" compatLnSpc="1"/>
                <a:lstStyle/>
                <a:p>
                  <a:endParaRPr lang="zh-CN" altLang="en-US" dirty="0"/>
                </a:p>
              </p:txBody>
            </p:sp>
            <p:sp>
              <p:nvSpPr>
                <p:cNvPr id="632" name="矩形: 圆角 631"/>
                <p:cNvSpPr>
                  <a:spLocks noChangeAspect="1"/>
                </p:cNvSpPr>
                <p:nvPr/>
              </p:nvSpPr>
              <p:spPr>
                <a:xfrm>
                  <a:off x="810452" y="2742993"/>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33" name="Rectangle 8"/>
                <p:cNvSpPr>
                  <a:spLocks noChangeArrowheads="1"/>
                </p:cNvSpPr>
                <p:nvPr/>
              </p:nvSpPr>
              <p:spPr bwMode="auto">
                <a:xfrm>
                  <a:off x="810454" y="2228518"/>
                  <a:ext cx="3240163" cy="311711"/>
                </a:xfrm>
                <a:prstGeom prst="rect">
                  <a:avLst/>
                </a:prstGeom>
                <a:solidFill>
                  <a:srgbClr val="F0EE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34" name="Rectangle 9"/>
                <p:cNvSpPr>
                  <a:spLocks noChangeArrowheads="1"/>
                </p:cNvSpPr>
                <p:nvPr/>
              </p:nvSpPr>
              <p:spPr bwMode="auto">
                <a:xfrm>
                  <a:off x="810454" y="2228518"/>
                  <a:ext cx="3240163" cy="181579"/>
                </a:xfrm>
                <a:prstGeom prst="rect">
                  <a:avLst/>
                </a:prstGeom>
                <a:solidFill>
                  <a:srgbClr val="B4B4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35" name="Oval 14"/>
                <p:cNvSpPr>
                  <a:spLocks noChangeArrowheads="1"/>
                </p:cNvSpPr>
                <p:nvPr/>
              </p:nvSpPr>
              <p:spPr bwMode="auto">
                <a:xfrm>
                  <a:off x="1171610" y="2098386"/>
                  <a:ext cx="59552"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6" name="Oval 15"/>
                <p:cNvSpPr>
                  <a:spLocks noChangeArrowheads="1"/>
                </p:cNvSpPr>
                <p:nvPr/>
              </p:nvSpPr>
              <p:spPr bwMode="auto">
                <a:xfrm>
                  <a:off x="1276307" y="2098386"/>
                  <a:ext cx="60514"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7" name="Oval 16"/>
                <p:cNvSpPr>
                  <a:spLocks noChangeArrowheads="1"/>
                </p:cNvSpPr>
                <p:nvPr/>
              </p:nvSpPr>
              <p:spPr bwMode="auto">
                <a:xfrm>
                  <a:off x="1381003" y="2098386"/>
                  <a:ext cx="60514"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8" name="Freeform 18"/>
                <p:cNvSpPr/>
                <p:nvPr/>
              </p:nvSpPr>
              <p:spPr bwMode="auto">
                <a:xfrm>
                  <a:off x="1615371" y="2262817"/>
                  <a:ext cx="505234" cy="164430"/>
                </a:xfrm>
                <a:custGeom>
                  <a:avLst/>
                  <a:gdLst>
                    <a:gd name="T0" fmla="*/ 520 w 547"/>
                    <a:gd name="T1" fmla="*/ 170 h 170"/>
                    <a:gd name="T2" fmla="*/ 27 w 547"/>
                    <a:gd name="T3" fmla="*/ 170 h 170"/>
                    <a:gd name="T4" fmla="*/ 0 w 547"/>
                    <a:gd name="T5" fmla="*/ 143 h 170"/>
                    <a:gd name="T6" fmla="*/ 0 w 547"/>
                    <a:gd name="T7" fmla="*/ 27 h 170"/>
                    <a:gd name="T8" fmla="*/ 27 w 547"/>
                    <a:gd name="T9" fmla="*/ 0 h 170"/>
                    <a:gd name="T10" fmla="*/ 520 w 547"/>
                    <a:gd name="T11" fmla="*/ 0 h 170"/>
                    <a:gd name="T12" fmla="*/ 547 w 547"/>
                    <a:gd name="T13" fmla="*/ 27 h 170"/>
                    <a:gd name="T14" fmla="*/ 547 w 547"/>
                    <a:gd name="T15" fmla="*/ 143 h 170"/>
                    <a:gd name="T16" fmla="*/ 520 w 547"/>
                    <a:gd name="T17"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7" h="170">
                      <a:moveTo>
                        <a:pt x="520" y="170"/>
                      </a:moveTo>
                      <a:cubicBezTo>
                        <a:pt x="27" y="170"/>
                        <a:pt x="27" y="170"/>
                        <a:pt x="27" y="170"/>
                      </a:cubicBezTo>
                      <a:cubicBezTo>
                        <a:pt x="12" y="170"/>
                        <a:pt x="0" y="158"/>
                        <a:pt x="0" y="143"/>
                      </a:cubicBezTo>
                      <a:cubicBezTo>
                        <a:pt x="0" y="27"/>
                        <a:pt x="0" y="27"/>
                        <a:pt x="0" y="27"/>
                      </a:cubicBezTo>
                      <a:cubicBezTo>
                        <a:pt x="0" y="12"/>
                        <a:pt x="12" y="0"/>
                        <a:pt x="27" y="0"/>
                      </a:cubicBezTo>
                      <a:cubicBezTo>
                        <a:pt x="520" y="0"/>
                        <a:pt x="520" y="0"/>
                        <a:pt x="520" y="0"/>
                      </a:cubicBezTo>
                      <a:cubicBezTo>
                        <a:pt x="535" y="0"/>
                        <a:pt x="547" y="12"/>
                        <a:pt x="547" y="27"/>
                      </a:cubicBezTo>
                      <a:cubicBezTo>
                        <a:pt x="547" y="143"/>
                        <a:pt x="547" y="143"/>
                        <a:pt x="547" y="143"/>
                      </a:cubicBezTo>
                      <a:cubicBezTo>
                        <a:pt x="547" y="158"/>
                        <a:pt x="535" y="170"/>
                        <a:pt x="520" y="170"/>
                      </a:cubicBezTo>
                      <a:close/>
                    </a:path>
                  </a:pathLst>
                </a:cu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39" name="Rectangle 19"/>
                <p:cNvSpPr>
                  <a:spLocks noChangeArrowheads="1"/>
                </p:cNvSpPr>
                <p:nvPr/>
              </p:nvSpPr>
              <p:spPr bwMode="auto">
                <a:xfrm>
                  <a:off x="1737357" y="2320316"/>
                  <a:ext cx="243973" cy="49430"/>
                </a:xfrm>
                <a:prstGeom prst="rect">
                  <a:avLst/>
                </a:prstGeom>
                <a:solidFill>
                  <a:srgbClr val="CFCBD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40" name="Freeform 20"/>
                <p:cNvSpPr/>
                <p:nvPr/>
              </p:nvSpPr>
              <p:spPr bwMode="auto">
                <a:xfrm>
                  <a:off x="1139912" y="2306193"/>
                  <a:ext cx="232445" cy="49430"/>
                </a:xfrm>
                <a:custGeom>
                  <a:avLst/>
                  <a:gdLst>
                    <a:gd name="T0" fmla="*/ 227 w 251"/>
                    <a:gd name="T1" fmla="*/ 0 h 51"/>
                    <a:gd name="T2" fmla="*/ 24 w 251"/>
                    <a:gd name="T3" fmla="*/ 0 h 51"/>
                    <a:gd name="T4" fmla="*/ 0 w 251"/>
                    <a:gd name="T5" fmla="*/ 24 h 51"/>
                    <a:gd name="T6" fmla="*/ 0 w 251"/>
                    <a:gd name="T7" fmla="*/ 27 h 51"/>
                    <a:gd name="T8" fmla="*/ 24 w 251"/>
                    <a:gd name="T9" fmla="*/ 51 h 51"/>
                    <a:gd name="T10" fmla="*/ 227 w 251"/>
                    <a:gd name="T11" fmla="*/ 51 h 51"/>
                    <a:gd name="T12" fmla="*/ 251 w 251"/>
                    <a:gd name="T13" fmla="*/ 27 h 51"/>
                    <a:gd name="T14" fmla="*/ 251 w 251"/>
                    <a:gd name="T15" fmla="*/ 24 h 51"/>
                    <a:gd name="T16" fmla="*/ 227 w 251"/>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1" h="51">
                      <a:moveTo>
                        <a:pt x="227" y="0"/>
                      </a:moveTo>
                      <a:cubicBezTo>
                        <a:pt x="24" y="0"/>
                        <a:pt x="24" y="0"/>
                        <a:pt x="24" y="0"/>
                      </a:cubicBezTo>
                      <a:cubicBezTo>
                        <a:pt x="11" y="0"/>
                        <a:pt x="0" y="11"/>
                        <a:pt x="0" y="24"/>
                      </a:cubicBezTo>
                      <a:cubicBezTo>
                        <a:pt x="0" y="27"/>
                        <a:pt x="0" y="27"/>
                        <a:pt x="0" y="27"/>
                      </a:cubicBezTo>
                      <a:cubicBezTo>
                        <a:pt x="0" y="41"/>
                        <a:pt x="11" y="51"/>
                        <a:pt x="24" y="51"/>
                      </a:cubicBezTo>
                      <a:cubicBezTo>
                        <a:pt x="227" y="51"/>
                        <a:pt x="227" y="51"/>
                        <a:pt x="227" y="51"/>
                      </a:cubicBezTo>
                      <a:cubicBezTo>
                        <a:pt x="240" y="51"/>
                        <a:pt x="251" y="41"/>
                        <a:pt x="251" y="27"/>
                      </a:cubicBezTo>
                      <a:cubicBezTo>
                        <a:pt x="251" y="24"/>
                        <a:pt x="251" y="24"/>
                        <a:pt x="251" y="24"/>
                      </a:cubicBezTo>
                      <a:cubicBezTo>
                        <a:pt x="251" y="11"/>
                        <a:pt x="240" y="0"/>
                        <a:pt x="227"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1" name="Freeform 21"/>
                <p:cNvSpPr/>
                <p:nvPr/>
              </p:nvSpPr>
              <p:spPr bwMode="auto">
                <a:xfrm>
                  <a:off x="2317512" y="2306193"/>
                  <a:ext cx="231486" cy="49430"/>
                </a:xfrm>
                <a:custGeom>
                  <a:avLst/>
                  <a:gdLst>
                    <a:gd name="T0" fmla="*/ 226 w 250"/>
                    <a:gd name="T1" fmla="*/ 0 h 51"/>
                    <a:gd name="T2" fmla="*/ 24 w 250"/>
                    <a:gd name="T3" fmla="*/ 0 h 51"/>
                    <a:gd name="T4" fmla="*/ 0 w 250"/>
                    <a:gd name="T5" fmla="*/ 24 h 51"/>
                    <a:gd name="T6" fmla="*/ 0 w 250"/>
                    <a:gd name="T7" fmla="*/ 27 h 51"/>
                    <a:gd name="T8" fmla="*/ 24 w 250"/>
                    <a:gd name="T9" fmla="*/ 51 h 51"/>
                    <a:gd name="T10" fmla="*/ 226 w 250"/>
                    <a:gd name="T11" fmla="*/ 51 h 51"/>
                    <a:gd name="T12" fmla="*/ 250 w 250"/>
                    <a:gd name="T13" fmla="*/ 27 h 51"/>
                    <a:gd name="T14" fmla="*/ 250 w 250"/>
                    <a:gd name="T15" fmla="*/ 24 h 51"/>
                    <a:gd name="T16" fmla="*/ 226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6" y="0"/>
                      </a:moveTo>
                      <a:cubicBezTo>
                        <a:pt x="24" y="0"/>
                        <a:pt x="24" y="0"/>
                        <a:pt x="24" y="0"/>
                      </a:cubicBezTo>
                      <a:cubicBezTo>
                        <a:pt x="10" y="0"/>
                        <a:pt x="0" y="11"/>
                        <a:pt x="0" y="24"/>
                      </a:cubicBezTo>
                      <a:cubicBezTo>
                        <a:pt x="0" y="27"/>
                        <a:pt x="0" y="27"/>
                        <a:pt x="0" y="27"/>
                      </a:cubicBezTo>
                      <a:cubicBezTo>
                        <a:pt x="0" y="41"/>
                        <a:pt x="10" y="51"/>
                        <a:pt x="24" y="51"/>
                      </a:cubicBezTo>
                      <a:cubicBezTo>
                        <a:pt x="226" y="51"/>
                        <a:pt x="226" y="51"/>
                        <a:pt x="226" y="51"/>
                      </a:cubicBezTo>
                      <a:cubicBezTo>
                        <a:pt x="239" y="51"/>
                        <a:pt x="250" y="41"/>
                        <a:pt x="250" y="27"/>
                      </a:cubicBezTo>
                      <a:cubicBezTo>
                        <a:pt x="250" y="24"/>
                        <a:pt x="250" y="24"/>
                        <a:pt x="250" y="24"/>
                      </a:cubicBezTo>
                      <a:cubicBezTo>
                        <a:pt x="250" y="11"/>
                        <a:pt x="239" y="0"/>
                        <a:pt x="226"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2" name="Freeform 22"/>
                <p:cNvSpPr/>
                <p:nvPr/>
              </p:nvSpPr>
              <p:spPr bwMode="auto">
                <a:xfrm>
                  <a:off x="2757430" y="2306193"/>
                  <a:ext cx="231486" cy="49430"/>
                </a:xfrm>
                <a:custGeom>
                  <a:avLst/>
                  <a:gdLst>
                    <a:gd name="T0" fmla="*/ 226 w 250"/>
                    <a:gd name="T1" fmla="*/ 0 h 51"/>
                    <a:gd name="T2" fmla="*/ 24 w 250"/>
                    <a:gd name="T3" fmla="*/ 0 h 51"/>
                    <a:gd name="T4" fmla="*/ 0 w 250"/>
                    <a:gd name="T5" fmla="*/ 24 h 51"/>
                    <a:gd name="T6" fmla="*/ 0 w 250"/>
                    <a:gd name="T7" fmla="*/ 27 h 51"/>
                    <a:gd name="T8" fmla="*/ 24 w 250"/>
                    <a:gd name="T9" fmla="*/ 51 h 51"/>
                    <a:gd name="T10" fmla="*/ 226 w 250"/>
                    <a:gd name="T11" fmla="*/ 51 h 51"/>
                    <a:gd name="T12" fmla="*/ 250 w 250"/>
                    <a:gd name="T13" fmla="*/ 27 h 51"/>
                    <a:gd name="T14" fmla="*/ 250 w 250"/>
                    <a:gd name="T15" fmla="*/ 24 h 51"/>
                    <a:gd name="T16" fmla="*/ 226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6" y="0"/>
                      </a:moveTo>
                      <a:cubicBezTo>
                        <a:pt x="24" y="0"/>
                        <a:pt x="24" y="0"/>
                        <a:pt x="24" y="0"/>
                      </a:cubicBezTo>
                      <a:cubicBezTo>
                        <a:pt x="11" y="0"/>
                        <a:pt x="0" y="11"/>
                        <a:pt x="0" y="24"/>
                      </a:cubicBezTo>
                      <a:cubicBezTo>
                        <a:pt x="0" y="27"/>
                        <a:pt x="0" y="27"/>
                        <a:pt x="0" y="27"/>
                      </a:cubicBezTo>
                      <a:cubicBezTo>
                        <a:pt x="0" y="41"/>
                        <a:pt x="11" y="51"/>
                        <a:pt x="24" y="51"/>
                      </a:cubicBezTo>
                      <a:cubicBezTo>
                        <a:pt x="226" y="51"/>
                        <a:pt x="226" y="51"/>
                        <a:pt x="226" y="51"/>
                      </a:cubicBezTo>
                      <a:cubicBezTo>
                        <a:pt x="240" y="51"/>
                        <a:pt x="250" y="41"/>
                        <a:pt x="250" y="27"/>
                      </a:cubicBezTo>
                      <a:cubicBezTo>
                        <a:pt x="250" y="24"/>
                        <a:pt x="250" y="24"/>
                        <a:pt x="250" y="24"/>
                      </a:cubicBezTo>
                      <a:cubicBezTo>
                        <a:pt x="250" y="11"/>
                        <a:pt x="240" y="0"/>
                        <a:pt x="226"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3" name="Freeform 23"/>
                <p:cNvSpPr/>
                <p:nvPr/>
              </p:nvSpPr>
              <p:spPr bwMode="auto">
                <a:xfrm>
                  <a:off x="3197349" y="2306193"/>
                  <a:ext cx="231486" cy="49430"/>
                </a:xfrm>
                <a:custGeom>
                  <a:avLst/>
                  <a:gdLst>
                    <a:gd name="T0" fmla="*/ 227 w 250"/>
                    <a:gd name="T1" fmla="*/ 0 h 51"/>
                    <a:gd name="T2" fmla="*/ 24 w 250"/>
                    <a:gd name="T3" fmla="*/ 0 h 51"/>
                    <a:gd name="T4" fmla="*/ 0 w 250"/>
                    <a:gd name="T5" fmla="*/ 24 h 51"/>
                    <a:gd name="T6" fmla="*/ 0 w 250"/>
                    <a:gd name="T7" fmla="*/ 27 h 51"/>
                    <a:gd name="T8" fmla="*/ 24 w 250"/>
                    <a:gd name="T9" fmla="*/ 51 h 51"/>
                    <a:gd name="T10" fmla="*/ 227 w 250"/>
                    <a:gd name="T11" fmla="*/ 51 h 51"/>
                    <a:gd name="T12" fmla="*/ 250 w 250"/>
                    <a:gd name="T13" fmla="*/ 27 h 51"/>
                    <a:gd name="T14" fmla="*/ 250 w 250"/>
                    <a:gd name="T15" fmla="*/ 24 h 51"/>
                    <a:gd name="T16" fmla="*/ 227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7" y="0"/>
                      </a:moveTo>
                      <a:cubicBezTo>
                        <a:pt x="24" y="0"/>
                        <a:pt x="24" y="0"/>
                        <a:pt x="24" y="0"/>
                      </a:cubicBezTo>
                      <a:cubicBezTo>
                        <a:pt x="11" y="0"/>
                        <a:pt x="0" y="11"/>
                        <a:pt x="0" y="24"/>
                      </a:cubicBezTo>
                      <a:cubicBezTo>
                        <a:pt x="0" y="27"/>
                        <a:pt x="0" y="27"/>
                        <a:pt x="0" y="27"/>
                      </a:cubicBezTo>
                      <a:cubicBezTo>
                        <a:pt x="0" y="41"/>
                        <a:pt x="11" y="51"/>
                        <a:pt x="24" y="51"/>
                      </a:cubicBezTo>
                      <a:cubicBezTo>
                        <a:pt x="227" y="51"/>
                        <a:pt x="227" y="51"/>
                        <a:pt x="227" y="51"/>
                      </a:cubicBezTo>
                      <a:cubicBezTo>
                        <a:pt x="240" y="51"/>
                        <a:pt x="250" y="41"/>
                        <a:pt x="250" y="27"/>
                      </a:cubicBezTo>
                      <a:cubicBezTo>
                        <a:pt x="250" y="24"/>
                        <a:pt x="250" y="24"/>
                        <a:pt x="250" y="24"/>
                      </a:cubicBezTo>
                      <a:cubicBezTo>
                        <a:pt x="250" y="11"/>
                        <a:pt x="240" y="0"/>
                        <a:pt x="227"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44" name="矩形: 圆角 643"/>
                <p:cNvSpPr>
                  <a:spLocks noChangeAspect="1"/>
                </p:cNvSpPr>
                <p:nvPr/>
              </p:nvSpPr>
              <p:spPr>
                <a:xfrm>
                  <a:off x="810452" y="3480441"/>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45" name="矩形: 圆角 644"/>
                <p:cNvSpPr>
                  <a:spLocks noChangeAspect="1"/>
                </p:cNvSpPr>
                <p:nvPr/>
              </p:nvSpPr>
              <p:spPr>
                <a:xfrm>
                  <a:off x="810452" y="3849165"/>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46" name="矩形: 圆角 645"/>
                <p:cNvSpPr>
                  <a:spLocks noChangeAspect="1"/>
                </p:cNvSpPr>
                <p:nvPr/>
              </p:nvSpPr>
              <p:spPr>
                <a:xfrm>
                  <a:off x="810452" y="4216750"/>
                  <a:ext cx="526366" cy="127814"/>
                </a:xfrm>
                <a:prstGeom prst="roundRect">
                  <a:avLst>
                    <a:gd name="adj" fmla="val 14540"/>
                  </a:avLst>
                </a:prstGeom>
                <a:gradFill>
                  <a:gsLst>
                    <a:gs pos="8000">
                      <a:srgbClr val="F0EEF2"/>
                    </a:gs>
                    <a:gs pos="100000">
                      <a:srgbClr val="F0EEF2">
                        <a:alpha val="0"/>
                      </a:srgb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47" name="矩形: 圆角 646"/>
                <p:cNvSpPr>
                  <a:spLocks noChangeAspect="1"/>
                </p:cNvSpPr>
                <p:nvPr/>
              </p:nvSpPr>
              <p:spPr>
                <a:xfrm>
                  <a:off x="1448859" y="2742992"/>
                  <a:ext cx="2578310" cy="1523165"/>
                </a:xfrm>
                <a:prstGeom prst="roundRect">
                  <a:avLst>
                    <a:gd name="adj" fmla="val 2829"/>
                  </a:avLst>
                </a:prstGeom>
                <a:noFill/>
                <a:ln w="25400">
                  <a:gradFill>
                    <a:gsLst>
                      <a:gs pos="62000">
                        <a:srgbClr val="F0EEF2"/>
                      </a:gs>
                      <a:gs pos="100000">
                        <a:srgbClr val="F0EEF2">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48" name="矩形: 圆角 647"/>
                <p:cNvSpPr>
                  <a:spLocks noChangeAspect="1"/>
                </p:cNvSpPr>
                <p:nvPr/>
              </p:nvSpPr>
              <p:spPr>
                <a:xfrm>
                  <a:off x="810452" y="3111717"/>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9" name="组合 8"/>
              <p:cNvGrpSpPr/>
              <p:nvPr/>
            </p:nvGrpSpPr>
            <p:grpSpPr>
              <a:xfrm>
                <a:off x="1642158" y="3169834"/>
                <a:ext cx="2158596" cy="669284"/>
                <a:chOff x="1642158" y="3169834"/>
                <a:chExt cx="2158596" cy="669284"/>
              </a:xfrm>
            </p:grpSpPr>
            <p:sp>
              <p:nvSpPr>
                <p:cNvPr id="420" name="矩形 419"/>
                <p:cNvSpPr/>
                <p:nvPr/>
              </p:nvSpPr>
              <p:spPr>
                <a:xfrm>
                  <a:off x="1658305" y="3180638"/>
                  <a:ext cx="2142449" cy="109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687146" y="3211004"/>
                  <a:ext cx="2101734" cy="587141"/>
                  <a:chOff x="1633218" y="3294045"/>
                  <a:chExt cx="2101734" cy="587141"/>
                </a:xfrm>
              </p:grpSpPr>
              <p:sp>
                <p:nvSpPr>
                  <p:cNvPr id="125" name="圆角矩形 13"/>
                  <p:cNvSpPr/>
                  <p:nvPr/>
                </p:nvSpPr>
                <p:spPr>
                  <a:xfrm>
                    <a:off x="1633218" y="3294045"/>
                    <a:ext cx="875309" cy="587141"/>
                  </a:xfrm>
                  <a:prstGeom prst="roundRect">
                    <a:avLst>
                      <a:gd name="adj" fmla="val 8038"/>
                    </a:avLst>
                  </a:prstGeom>
                  <a:pattFill prst="pct5">
                    <a:fgClr>
                      <a:srgbClr val="867D98">
                        <a:lumMod val="20000"/>
                        <a:lumOff val="80000"/>
                      </a:srgbClr>
                    </a:fgClr>
                    <a:bgClr>
                      <a:srgbClr val="ADB5BF"/>
                    </a:bgClr>
                  </a:pattFill>
                  <a:ln w="381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endParaRPr lang="zh-CN" altLang="en-US" kern="0" dirty="0">
                      <a:solidFill>
                        <a:srgbClr val="44546A">
                          <a:lumMod val="60000"/>
                          <a:lumOff val="40000"/>
                        </a:srgbClr>
                      </a:solidFill>
                      <a:latin typeface="Arial" panose="020B0604020202020204"/>
                      <a:ea typeface="微软雅黑" panose="020B0503020204020204" charset="-122"/>
                    </a:endParaRPr>
                  </a:p>
                </p:txBody>
              </p:sp>
              <p:grpSp>
                <p:nvGrpSpPr>
                  <p:cNvPr id="144" name="组合 143"/>
                  <p:cNvGrpSpPr/>
                  <p:nvPr/>
                </p:nvGrpSpPr>
                <p:grpSpPr>
                  <a:xfrm>
                    <a:off x="2634832" y="3294045"/>
                    <a:ext cx="1100120" cy="587141"/>
                    <a:chOff x="1703214" y="3185928"/>
                    <a:chExt cx="582258" cy="521425"/>
                  </a:xfrm>
                </p:grpSpPr>
                <p:sp>
                  <p:nvSpPr>
                    <p:cNvPr id="145" name="矩形 144"/>
                    <p:cNvSpPr/>
                    <p:nvPr/>
                  </p:nvSpPr>
                  <p:spPr>
                    <a:xfrm>
                      <a:off x="1703214" y="3185928"/>
                      <a:ext cx="582258"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145"/>
                    <p:cNvSpPr/>
                    <p:nvPr/>
                  </p:nvSpPr>
                  <p:spPr>
                    <a:xfrm>
                      <a:off x="1703214" y="3388853"/>
                      <a:ext cx="530472"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a:off x="1703214" y="3602089"/>
                      <a:ext cx="530472"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69" name="组合 168"/>
                <p:cNvGrpSpPr/>
                <p:nvPr/>
              </p:nvGrpSpPr>
              <p:grpSpPr>
                <a:xfrm>
                  <a:off x="1642158" y="3169834"/>
                  <a:ext cx="956891" cy="669284"/>
                  <a:chOff x="4979129" y="5045363"/>
                  <a:chExt cx="526932" cy="368557"/>
                </a:xfrm>
              </p:grpSpPr>
              <p:sp>
                <p:nvSpPr>
                  <p:cNvPr id="170" name="矩形 169"/>
                  <p:cNvSpPr/>
                  <p:nvPr/>
                </p:nvSpPr>
                <p:spPr>
                  <a:xfrm>
                    <a:off x="5001992" y="5068224"/>
                    <a:ext cx="481727" cy="323135"/>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71" name="椭圆 170"/>
                  <p:cNvSpPr/>
                  <p:nvPr/>
                </p:nvSpPr>
                <p:spPr>
                  <a:xfrm flipH="1">
                    <a:off x="4979129" y="5045363"/>
                    <a:ext cx="45720" cy="45720"/>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椭圆 171"/>
                  <p:cNvSpPr/>
                  <p:nvPr/>
                </p:nvSpPr>
                <p:spPr>
                  <a:xfrm flipH="1">
                    <a:off x="5219995" y="5045363"/>
                    <a:ext cx="45720" cy="45720"/>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椭圆 172"/>
                  <p:cNvSpPr/>
                  <p:nvPr/>
                </p:nvSpPr>
                <p:spPr>
                  <a:xfrm flipH="1">
                    <a:off x="5460337" y="5045363"/>
                    <a:ext cx="45720" cy="45720"/>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椭圆 176"/>
                  <p:cNvSpPr/>
                  <p:nvPr/>
                </p:nvSpPr>
                <p:spPr>
                  <a:xfrm flipH="1">
                    <a:off x="4979129" y="5206931"/>
                    <a:ext cx="45720" cy="45720"/>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椭圆 177"/>
                  <p:cNvSpPr/>
                  <p:nvPr/>
                </p:nvSpPr>
                <p:spPr>
                  <a:xfrm flipH="1">
                    <a:off x="5460341" y="5206931"/>
                    <a:ext cx="45720" cy="45720"/>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0" name="椭圆 189"/>
                  <p:cNvSpPr/>
                  <p:nvPr/>
                </p:nvSpPr>
                <p:spPr>
                  <a:xfrm flipH="1">
                    <a:off x="4979129" y="5368200"/>
                    <a:ext cx="45720" cy="45720"/>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椭圆 190"/>
                  <p:cNvSpPr/>
                  <p:nvPr/>
                </p:nvSpPr>
                <p:spPr>
                  <a:xfrm flipH="1">
                    <a:off x="5219995" y="5368198"/>
                    <a:ext cx="45720" cy="45720"/>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椭圆 191"/>
                  <p:cNvSpPr/>
                  <p:nvPr/>
                </p:nvSpPr>
                <p:spPr>
                  <a:xfrm flipH="1">
                    <a:off x="5460337" y="5368198"/>
                    <a:ext cx="45720" cy="45720"/>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sp>
        <p:nvSpPr>
          <p:cNvPr id="211" name="矩形 210"/>
          <p:cNvSpPr/>
          <p:nvPr/>
        </p:nvSpPr>
        <p:spPr>
          <a:xfrm>
            <a:off x="9010199" y="3180644"/>
            <a:ext cx="2142449" cy="109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8024987" y="1959178"/>
            <a:ext cx="3493913" cy="2403813"/>
            <a:chOff x="8024986" y="1959176"/>
            <a:chExt cx="3493913" cy="2403813"/>
          </a:xfrm>
        </p:grpSpPr>
        <p:grpSp>
          <p:nvGrpSpPr>
            <p:cNvPr id="608" name="组合 607"/>
            <p:cNvGrpSpPr/>
            <p:nvPr/>
          </p:nvGrpSpPr>
          <p:grpSpPr>
            <a:xfrm>
              <a:off x="8024986" y="1959176"/>
              <a:ext cx="3493913" cy="2403813"/>
              <a:chOff x="8024986" y="1959176"/>
              <a:chExt cx="3493913" cy="2403813"/>
            </a:xfrm>
          </p:grpSpPr>
          <p:sp>
            <p:nvSpPr>
              <p:cNvPr id="609" name="Freeform 6"/>
              <p:cNvSpPr/>
              <p:nvPr/>
            </p:nvSpPr>
            <p:spPr bwMode="auto">
              <a:xfrm>
                <a:off x="8024986" y="1959176"/>
                <a:ext cx="3493913" cy="2403813"/>
              </a:xfrm>
              <a:prstGeom prst="rect">
                <a:avLst/>
              </a:prstGeom>
              <a:gradFill>
                <a:gsLst>
                  <a:gs pos="83000">
                    <a:schemeClr val="bg1"/>
                  </a:gs>
                  <a:gs pos="100000">
                    <a:schemeClr val="bg1">
                      <a:alpha val="0"/>
                    </a:schemeClr>
                  </a:gs>
                </a:gsLst>
                <a:lin ang="5400000" scaled="1"/>
              </a:gradFill>
              <a:ln w="9525">
                <a:noFill/>
                <a:round/>
              </a:ln>
              <a:effectLst>
                <a:outerShdw blurRad="63500" sx="102000" sy="102000" algn="ctr" rotWithShape="0">
                  <a:srgbClr val="E7E5EA">
                    <a:alpha val="50000"/>
                  </a:srgbClr>
                </a:outerShdw>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0" name="矩形: 圆角 609"/>
              <p:cNvSpPr>
                <a:spLocks noChangeAspect="1"/>
              </p:cNvSpPr>
              <p:nvPr/>
            </p:nvSpPr>
            <p:spPr>
              <a:xfrm>
                <a:off x="8162338" y="2742993"/>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11" name="Rectangle 8"/>
              <p:cNvSpPr>
                <a:spLocks noChangeArrowheads="1"/>
              </p:cNvSpPr>
              <p:nvPr/>
            </p:nvSpPr>
            <p:spPr bwMode="auto">
              <a:xfrm>
                <a:off x="8162340" y="2228518"/>
                <a:ext cx="3240163" cy="311711"/>
              </a:xfrm>
              <a:prstGeom prst="rect">
                <a:avLst/>
              </a:prstGeom>
              <a:solidFill>
                <a:srgbClr val="F0EE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2" name="Rectangle 9"/>
              <p:cNvSpPr>
                <a:spLocks noChangeArrowheads="1"/>
              </p:cNvSpPr>
              <p:nvPr/>
            </p:nvSpPr>
            <p:spPr bwMode="auto">
              <a:xfrm>
                <a:off x="8162340" y="2228518"/>
                <a:ext cx="3240163" cy="181579"/>
              </a:xfrm>
              <a:prstGeom prst="rect">
                <a:avLst/>
              </a:prstGeom>
              <a:solidFill>
                <a:srgbClr val="B4B4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615" name="Oval 14"/>
              <p:cNvSpPr>
                <a:spLocks noChangeArrowheads="1"/>
              </p:cNvSpPr>
              <p:nvPr/>
            </p:nvSpPr>
            <p:spPr bwMode="auto">
              <a:xfrm>
                <a:off x="8523496" y="2098386"/>
                <a:ext cx="59552"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6" name="Oval 15"/>
              <p:cNvSpPr>
                <a:spLocks noChangeArrowheads="1"/>
              </p:cNvSpPr>
              <p:nvPr/>
            </p:nvSpPr>
            <p:spPr bwMode="auto">
              <a:xfrm>
                <a:off x="8628193" y="2098386"/>
                <a:ext cx="60514"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7" name="Oval 16"/>
              <p:cNvSpPr>
                <a:spLocks noChangeArrowheads="1"/>
              </p:cNvSpPr>
              <p:nvPr/>
            </p:nvSpPr>
            <p:spPr bwMode="auto">
              <a:xfrm>
                <a:off x="8732889" y="2098386"/>
                <a:ext cx="60514"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9" name="Freeform 18"/>
              <p:cNvSpPr/>
              <p:nvPr/>
            </p:nvSpPr>
            <p:spPr bwMode="auto">
              <a:xfrm>
                <a:off x="8967257" y="2262817"/>
                <a:ext cx="505234" cy="164430"/>
              </a:xfrm>
              <a:custGeom>
                <a:avLst/>
                <a:gdLst>
                  <a:gd name="T0" fmla="*/ 520 w 547"/>
                  <a:gd name="T1" fmla="*/ 170 h 170"/>
                  <a:gd name="T2" fmla="*/ 27 w 547"/>
                  <a:gd name="T3" fmla="*/ 170 h 170"/>
                  <a:gd name="T4" fmla="*/ 0 w 547"/>
                  <a:gd name="T5" fmla="*/ 143 h 170"/>
                  <a:gd name="T6" fmla="*/ 0 w 547"/>
                  <a:gd name="T7" fmla="*/ 27 h 170"/>
                  <a:gd name="T8" fmla="*/ 27 w 547"/>
                  <a:gd name="T9" fmla="*/ 0 h 170"/>
                  <a:gd name="T10" fmla="*/ 520 w 547"/>
                  <a:gd name="T11" fmla="*/ 0 h 170"/>
                  <a:gd name="T12" fmla="*/ 547 w 547"/>
                  <a:gd name="T13" fmla="*/ 27 h 170"/>
                  <a:gd name="T14" fmla="*/ 547 w 547"/>
                  <a:gd name="T15" fmla="*/ 143 h 170"/>
                  <a:gd name="T16" fmla="*/ 520 w 547"/>
                  <a:gd name="T17"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7" h="170">
                    <a:moveTo>
                      <a:pt x="520" y="170"/>
                    </a:moveTo>
                    <a:cubicBezTo>
                      <a:pt x="27" y="170"/>
                      <a:pt x="27" y="170"/>
                      <a:pt x="27" y="170"/>
                    </a:cubicBezTo>
                    <a:cubicBezTo>
                      <a:pt x="12" y="170"/>
                      <a:pt x="0" y="158"/>
                      <a:pt x="0" y="143"/>
                    </a:cubicBezTo>
                    <a:cubicBezTo>
                      <a:pt x="0" y="27"/>
                      <a:pt x="0" y="27"/>
                      <a:pt x="0" y="27"/>
                    </a:cubicBezTo>
                    <a:cubicBezTo>
                      <a:pt x="0" y="12"/>
                      <a:pt x="12" y="0"/>
                      <a:pt x="27" y="0"/>
                    </a:cubicBezTo>
                    <a:cubicBezTo>
                      <a:pt x="520" y="0"/>
                      <a:pt x="520" y="0"/>
                      <a:pt x="520" y="0"/>
                    </a:cubicBezTo>
                    <a:cubicBezTo>
                      <a:pt x="535" y="0"/>
                      <a:pt x="547" y="12"/>
                      <a:pt x="547" y="27"/>
                    </a:cubicBezTo>
                    <a:cubicBezTo>
                      <a:pt x="547" y="143"/>
                      <a:pt x="547" y="143"/>
                      <a:pt x="547" y="143"/>
                    </a:cubicBezTo>
                    <a:cubicBezTo>
                      <a:pt x="547" y="158"/>
                      <a:pt x="535" y="170"/>
                      <a:pt x="520" y="170"/>
                    </a:cubicBezTo>
                    <a:close/>
                  </a:path>
                </a:pathLst>
              </a:cu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20" name="Rectangle 19"/>
              <p:cNvSpPr>
                <a:spLocks noChangeArrowheads="1"/>
              </p:cNvSpPr>
              <p:nvPr/>
            </p:nvSpPr>
            <p:spPr bwMode="auto">
              <a:xfrm>
                <a:off x="9089243" y="2320316"/>
                <a:ext cx="243973" cy="49430"/>
              </a:xfrm>
              <a:prstGeom prst="rect">
                <a:avLst/>
              </a:prstGeom>
              <a:solidFill>
                <a:srgbClr val="CFCBD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21" name="Freeform 20"/>
              <p:cNvSpPr/>
              <p:nvPr/>
            </p:nvSpPr>
            <p:spPr bwMode="auto">
              <a:xfrm>
                <a:off x="8491798" y="2306193"/>
                <a:ext cx="232445" cy="49430"/>
              </a:xfrm>
              <a:custGeom>
                <a:avLst/>
                <a:gdLst>
                  <a:gd name="T0" fmla="*/ 227 w 251"/>
                  <a:gd name="T1" fmla="*/ 0 h 51"/>
                  <a:gd name="T2" fmla="*/ 24 w 251"/>
                  <a:gd name="T3" fmla="*/ 0 h 51"/>
                  <a:gd name="T4" fmla="*/ 0 w 251"/>
                  <a:gd name="T5" fmla="*/ 24 h 51"/>
                  <a:gd name="T6" fmla="*/ 0 w 251"/>
                  <a:gd name="T7" fmla="*/ 27 h 51"/>
                  <a:gd name="T8" fmla="*/ 24 w 251"/>
                  <a:gd name="T9" fmla="*/ 51 h 51"/>
                  <a:gd name="T10" fmla="*/ 227 w 251"/>
                  <a:gd name="T11" fmla="*/ 51 h 51"/>
                  <a:gd name="T12" fmla="*/ 251 w 251"/>
                  <a:gd name="T13" fmla="*/ 27 h 51"/>
                  <a:gd name="T14" fmla="*/ 251 w 251"/>
                  <a:gd name="T15" fmla="*/ 24 h 51"/>
                  <a:gd name="T16" fmla="*/ 227 w 251"/>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1" h="51">
                    <a:moveTo>
                      <a:pt x="227" y="0"/>
                    </a:moveTo>
                    <a:cubicBezTo>
                      <a:pt x="24" y="0"/>
                      <a:pt x="24" y="0"/>
                      <a:pt x="24" y="0"/>
                    </a:cubicBezTo>
                    <a:cubicBezTo>
                      <a:pt x="11" y="0"/>
                      <a:pt x="0" y="11"/>
                      <a:pt x="0" y="24"/>
                    </a:cubicBezTo>
                    <a:cubicBezTo>
                      <a:pt x="0" y="27"/>
                      <a:pt x="0" y="27"/>
                      <a:pt x="0" y="27"/>
                    </a:cubicBezTo>
                    <a:cubicBezTo>
                      <a:pt x="0" y="41"/>
                      <a:pt x="11" y="51"/>
                      <a:pt x="24" y="51"/>
                    </a:cubicBezTo>
                    <a:cubicBezTo>
                      <a:pt x="227" y="51"/>
                      <a:pt x="227" y="51"/>
                      <a:pt x="227" y="51"/>
                    </a:cubicBezTo>
                    <a:cubicBezTo>
                      <a:pt x="240" y="51"/>
                      <a:pt x="251" y="41"/>
                      <a:pt x="251" y="27"/>
                    </a:cubicBezTo>
                    <a:cubicBezTo>
                      <a:pt x="251" y="24"/>
                      <a:pt x="251" y="24"/>
                      <a:pt x="251" y="24"/>
                    </a:cubicBezTo>
                    <a:cubicBezTo>
                      <a:pt x="251" y="11"/>
                      <a:pt x="240" y="0"/>
                      <a:pt x="227"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2" name="Freeform 21"/>
              <p:cNvSpPr/>
              <p:nvPr/>
            </p:nvSpPr>
            <p:spPr bwMode="auto">
              <a:xfrm>
                <a:off x="9669398" y="2306193"/>
                <a:ext cx="231486" cy="49430"/>
              </a:xfrm>
              <a:custGeom>
                <a:avLst/>
                <a:gdLst>
                  <a:gd name="T0" fmla="*/ 226 w 250"/>
                  <a:gd name="T1" fmla="*/ 0 h 51"/>
                  <a:gd name="T2" fmla="*/ 24 w 250"/>
                  <a:gd name="T3" fmla="*/ 0 h 51"/>
                  <a:gd name="T4" fmla="*/ 0 w 250"/>
                  <a:gd name="T5" fmla="*/ 24 h 51"/>
                  <a:gd name="T6" fmla="*/ 0 w 250"/>
                  <a:gd name="T7" fmla="*/ 27 h 51"/>
                  <a:gd name="T8" fmla="*/ 24 w 250"/>
                  <a:gd name="T9" fmla="*/ 51 h 51"/>
                  <a:gd name="T10" fmla="*/ 226 w 250"/>
                  <a:gd name="T11" fmla="*/ 51 h 51"/>
                  <a:gd name="T12" fmla="*/ 250 w 250"/>
                  <a:gd name="T13" fmla="*/ 27 h 51"/>
                  <a:gd name="T14" fmla="*/ 250 w 250"/>
                  <a:gd name="T15" fmla="*/ 24 h 51"/>
                  <a:gd name="T16" fmla="*/ 226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6" y="0"/>
                    </a:moveTo>
                    <a:cubicBezTo>
                      <a:pt x="24" y="0"/>
                      <a:pt x="24" y="0"/>
                      <a:pt x="24" y="0"/>
                    </a:cubicBezTo>
                    <a:cubicBezTo>
                      <a:pt x="10" y="0"/>
                      <a:pt x="0" y="11"/>
                      <a:pt x="0" y="24"/>
                    </a:cubicBezTo>
                    <a:cubicBezTo>
                      <a:pt x="0" y="27"/>
                      <a:pt x="0" y="27"/>
                      <a:pt x="0" y="27"/>
                    </a:cubicBezTo>
                    <a:cubicBezTo>
                      <a:pt x="0" y="41"/>
                      <a:pt x="10" y="51"/>
                      <a:pt x="24" y="51"/>
                    </a:cubicBezTo>
                    <a:cubicBezTo>
                      <a:pt x="226" y="51"/>
                      <a:pt x="226" y="51"/>
                      <a:pt x="226" y="51"/>
                    </a:cubicBezTo>
                    <a:cubicBezTo>
                      <a:pt x="239" y="51"/>
                      <a:pt x="250" y="41"/>
                      <a:pt x="250" y="27"/>
                    </a:cubicBezTo>
                    <a:cubicBezTo>
                      <a:pt x="250" y="24"/>
                      <a:pt x="250" y="24"/>
                      <a:pt x="250" y="24"/>
                    </a:cubicBezTo>
                    <a:cubicBezTo>
                      <a:pt x="250" y="11"/>
                      <a:pt x="239" y="0"/>
                      <a:pt x="226"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3" name="Freeform 22"/>
              <p:cNvSpPr/>
              <p:nvPr/>
            </p:nvSpPr>
            <p:spPr bwMode="auto">
              <a:xfrm>
                <a:off x="10109316" y="2306193"/>
                <a:ext cx="231486" cy="49430"/>
              </a:xfrm>
              <a:custGeom>
                <a:avLst/>
                <a:gdLst>
                  <a:gd name="T0" fmla="*/ 226 w 250"/>
                  <a:gd name="T1" fmla="*/ 0 h 51"/>
                  <a:gd name="T2" fmla="*/ 24 w 250"/>
                  <a:gd name="T3" fmla="*/ 0 h 51"/>
                  <a:gd name="T4" fmla="*/ 0 w 250"/>
                  <a:gd name="T5" fmla="*/ 24 h 51"/>
                  <a:gd name="T6" fmla="*/ 0 w 250"/>
                  <a:gd name="T7" fmla="*/ 27 h 51"/>
                  <a:gd name="T8" fmla="*/ 24 w 250"/>
                  <a:gd name="T9" fmla="*/ 51 h 51"/>
                  <a:gd name="T10" fmla="*/ 226 w 250"/>
                  <a:gd name="T11" fmla="*/ 51 h 51"/>
                  <a:gd name="T12" fmla="*/ 250 w 250"/>
                  <a:gd name="T13" fmla="*/ 27 h 51"/>
                  <a:gd name="T14" fmla="*/ 250 w 250"/>
                  <a:gd name="T15" fmla="*/ 24 h 51"/>
                  <a:gd name="T16" fmla="*/ 226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6" y="0"/>
                    </a:moveTo>
                    <a:cubicBezTo>
                      <a:pt x="24" y="0"/>
                      <a:pt x="24" y="0"/>
                      <a:pt x="24" y="0"/>
                    </a:cubicBezTo>
                    <a:cubicBezTo>
                      <a:pt x="11" y="0"/>
                      <a:pt x="0" y="11"/>
                      <a:pt x="0" y="24"/>
                    </a:cubicBezTo>
                    <a:cubicBezTo>
                      <a:pt x="0" y="27"/>
                      <a:pt x="0" y="27"/>
                      <a:pt x="0" y="27"/>
                    </a:cubicBezTo>
                    <a:cubicBezTo>
                      <a:pt x="0" y="41"/>
                      <a:pt x="11" y="51"/>
                      <a:pt x="24" y="51"/>
                    </a:cubicBezTo>
                    <a:cubicBezTo>
                      <a:pt x="226" y="51"/>
                      <a:pt x="226" y="51"/>
                      <a:pt x="226" y="51"/>
                    </a:cubicBezTo>
                    <a:cubicBezTo>
                      <a:pt x="240" y="51"/>
                      <a:pt x="250" y="41"/>
                      <a:pt x="250" y="27"/>
                    </a:cubicBezTo>
                    <a:cubicBezTo>
                      <a:pt x="250" y="24"/>
                      <a:pt x="250" y="24"/>
                      <a:pt x="250" y="24"/>
                    </a:cubicBezTo>
                    <a:cubicBezTo>
                      <a:pt x="250" y="11"/>
                      <a:pt x="240" y="0"/>
                      <a:pt x="226"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4" name="Freeform 23"/>
              <p:cNvSpPr/>
              <p:nvPr/>
            </p:nvSpPr>
            <p:spPr bwMode="auto">
              <a:xfrm>
                <a:off x="10549235" y="2306193"/>
                <a:ext cx="231486" cy="49430"/>
              </a:xfrm>
              <a:custGeom>
                <a:avLst/>
                <a:gdLst>
                  <a:gd name="T0" fmla="*/ 227 w 250"/>
                  <a:gd name="T1" fmla="*/ 0 h 51"/>
                  <a:gd name="T2" fmla="*/ 24 w 250"/>
                  <a:gd name="T3" fmla="*/ 0 h 51"/>
                  <a:gd name="T4" fmla="*/ 0 w 250"/>
                  <a:gd name="T5" fmla="*/ 24 h 51"/>
                  <a:gd name="T6" fmla="*/ 0 w 250"/>
                  <a:gd name="T7" fmla="*/ 27 h 51"/>
                  <a:gd name="T8" fmla="*/ 24 w 250"/>
                  <a:gd name="T9" fmla="*/ 51 h 51"/>
                  <a:gd name="T10" fmla="*/ 227 w 250"/>
                  <a:gd name="T11" fmla="*/ 51 h 51"/>
                  <a:gd name="T12" fmla="*/ 250 w 250"/>
                  <a:gd name="T13" fmla="*/ 27 h 51"/>
                  <a:gd name="T14" fmla="*/ 250 w 250"/>
                  <a:gd name="T15" fmla="*/ 24 h 51"/>
                  <a:gd name="T16" fmla="*/ 227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7" y="0"/>
                    </a:moveTo>
                    <a:cubicBezTo>
                      <a:pt x="24" y="0"/>
                      <a:pt x="24" y="0"/>
                      <a:pt x="24" y="0"/>
                    </a:cubicBezTo>
                    <a:cubicBezTo>
                      <a:pt x="11" y="0"/>
                      <a:pt x="0" y="11"/>
                      <a:pt x="0" y="24"/>
                    </a:cubicBezTo>
                    <a:cubicBezTo>
                      <a:pt x="0" y="27"/>
                      <a:pt x="0" y="27"/>
                      <a:pt x="0" y="27"/>
                    </a:cubicBezTo>
                    <a:cubicBezTo>
                      <a:pt x="0" y="41"/>
                      <a:pt x="11" y="51"/>
                      <a:pt x="24" y="51"/>
                    </a:cubicBezTo>
                    <a:cubicBezTo>
                      <a:pt x="227" y="51"/>
                      <a:pt x="227" y="51"/>
                      <a:pt x="227" y="51"/>
                    </a:cubicBezTo>
                    <a:cubicBezTo>
                      <a:pt x="240" y="51"/>
                      <a:pt x="250" y="41"/>
                      <a:pt x="250" y="27"/>
                    </a:cubicBezTo>
                    <a:cubicBezTo>
                      <a:pt x="250" y="24"/>
                      <a:pt x="250" y="24"/>
                      <a:pt x="250" y="24"/>
                    </a:cubicBezTo>
                    <a:cubicBezTo>
                      <a:pt x="250" y="11"/>
                      <a:pt x="240" y="0"/>
                      <a:pt x="227"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625" name="矩形: 圆角 624"/>
              <p:cNvSpPr>
                <a:spLocks noChangeAspect="1"/>
              </p:cNvSpPr>
              <p:nvPr/>
            </p:nvSpPr>
            <p:spPr>
              <a:xfrm>
                <a:off x="8162338" y="3480441"/>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26" name="矩形: 圆角 625"/>
              <p:cNvSpPr>
                <a:spLocks noChangeAspect="1"/>
              </p:cNvSpPr>
              <p:nvPr/>
            </p:nvSpPr>
            <p:spPr>
              <a:xfrm>
                <a:off x="8162338" y="3849165"/>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27" name="矩形: 圆角 626"/>
              <p:cNvSpPr>
                <a:spLocks noChangeAspect="1"/>
              </p:cNvSpPr>
              <p:nvPr/>
            </p:nvSpPr>
            <p:spPr>
              <a:xfrm>
                <a:off x="8162338" y="4216750"/>
                <a:ext cx="526366" cy="127814"/>
              </a:xfrm>
              <a:prstGeom prst="roundRect">
                <a:avLst>
                  <a:gd name="adj" fmla="val 14540"/>
                </a:avLst>
              </a:prstGeom>
              <a:gradFill>
                <a:gsLst>
                  <a:gs pos="8000">
                    <a:srgbClr val="F0EEF2"/>
                  </a:gs>
                  <a:gs pos="100000">
                    <a:srgbClr val="F0EEF2">
                      <a:alpha val="0"/>
                    </a:srgb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28" name="矩形: 圆角 627"/>
              <p:cNvSpPr>
                <a:spLocks noChangeAspect="1"/>
              </p:cNvSpPr>
              <p:nvPr/>
            </p:nvSpPr>
            <p:spPr>
              <a:xfrm>
                <a:off x="8800745" y="2742992"/>
                <a:ext cx="2578310" cy="1523165"/>
              </a:xfrm>
              <a:prstGeom prst="roundRect">
                <a:avLst>
                  <a:gd name="adj" fmla="val 2829"/>
                </a:avLst>
              </a:prstGeom>
              <a:noFill/>
              <a:ln w="25400">
                <a:gradFill>
                  <a:gsLst>
                    <a:gs pos="62000">
                      <a:srgbClr val="F0EEF2"/>
                    </a:gs>
                    <a:gs pos="100000">
                      <a:srgbClr val="F0EEF2">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29" name="矩形: 圆角 628"/>
              <p:cNvSpPr>
                <a:spLocks noChangeAspect="1"/>
              </p:cNvSpPr>
              <p:nvPr/>
            </p:nvSpPr>
            <p:spPr>
              <a:xfrm>
                <a:off x="8162338" y="3111717"/>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214" name="组合 213"/>
            <p:cNvGrpSpPr/>
            <p:nvPr/>
          </p:nvGrpSpPr>
          <p:grpSpPr>
            <a:xfrm>
              <a:off x="9039034" y="3211004"/>
              <a:ext cx="2101734" cy="587141"/>
              <a:chOff x="1633218" y="3294045"/>
              <a:chExt cx="2101734" cy="587141"/>
            </a:xfrm>
          </p:grpSpPr>
          <p:sp>
            <p:nvSpPr>
              <p:cNvPr id="231" name="圆角矩形 13"/>
              <p:cNvSpPr/>
              <p:nvPr/>
            </p:nvSpPr>
            <p:spPr>
              <a:xfrm>
                <a:off x="1633218" y="3294045"/>
                <a:ext cx="875309" cy="587141"/>
              </a:xfrm>
              <a:prstGeom prst="roundRect">
                <a:avLst>
                  <a:gd name="adj" fmla="val 8038"/>
                </a:avLst>
              </a:prstGeom>
              <a:blipFill>
                <a:blip r:embed="rId1"/>
                <a:srcRect/>
                <a:stretch>
                  <a:fillRect l="-9443" r="-9443"/>
                </a:stretch>
              </a:blipFill>
              <a:ln w="3175">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endParaRPr lang="zh-CN" altLang="en-US" kern="0" dirty="0">
                  <a:solidFill>
                    <a:srgbClr val="44546A">
                      <a:lumMod val="60000"/>
                      <a:lumOff val="40000"/>
                    </a:srgbClr>
                  </a:solidFill>
                </a:endParaRPr>
              </a:p>
            </p:txBody>
          </p:sp>
          <p:grpSp>
            <p:nvGrpSpPr>
              <p:cNvPr id="232" name="组合 231"/>
              <p:cNvGrpSpPr/>
              <p:nvPr/>
            </p:nvGrpSpPr>
            <p:grpSpPr>
              <a:xfrm>
                <a:off x="2634832" y="3294045"/>
                <a:ext cx="1100120" cy="587141"/>
                <a:chOff x="1703214" y="3185928"/>
                <a:chExt cx="582258" cy="521425"/>
              </a:xfrm>
            </p:grpSpPr>
            <p:sp>
              <p:nvSpPr>
                <p:cNvPr id="233" name="矩形 232"/>
                <p:cNvSpPr/>
                <p:nvPr/>
              </p:nvSpPr>
              <p:spPr>
                <a:xfrm>
                  <a:off x="1703214" y="3185928"/>
                  <a:ext cx="582258"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4" name="矩形 233"/>
                <p:cNvSpPr/>
                <p:nvPr/>
              </p:nvSpPr>
              <p:spPr>
                <a:xfrm>
                  <a:off x="1703214" y="3388853"/>
                  <a:ext cx="530472"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5" name="矩形 234"/>
                <p:cNvSpPr/>
                <p:nvPr/>
              </p:nvSpPr>
              <p:spPr>
                <a:xfrm>
                  <a:off x="1703214" y="3602089"/>
                  <a:ext cx="530472"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sp>
        <p:nvSpPr>
          <p:cNvPr id="2" name="标题 1"/>
          <p:cNvSpPr txBox="1"/>
          <p:nvPr/>
        </p:nvSpPr>
        <p:spPr>
          <a:xfrm>
            <a:off x="660400" y="0"/>
            <a:ext cx="10858500" cy="10287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400"/>
            <a:r>
              <a:rPr lang="zh-CN" altLang="en-US" sz="2800" b="1" dirty="0"/>
              <a:t>填充图示中的</a:t>
            </a:r>
            <a:r>
              <a:rPr lang="zh-CN" altLang="en-US" sz="2800" b="1"/>
              <a:t>图片 </a:t>
            </a:r>
            <a:r>
              <a:rPr lang="zh-CN" altLang="en-US" sz="100" b="1"/>
              <a:t> </a:t>
            </a:r>
            <a:r>
              <a:rPr lang="zh-CN" altLang="en-US" sz="2800" b="1"/>
              <a:t> </a:t>
            </a:r>
            <a:r>
              <a:rPr lang="en-US" altLang="zh-CN" sz="2800" b="1" dirty="0"/>
              <a:t>Fill Pictures in Diagram</a:t>
            </a:r>
            <a:endParaRPr lang="zh-CN" altLang="en-US" sz="2800" b="1" dirty="0"/>
          </a:p>
        </p:txBody>
      </p:sp>
      <p:sp>
        <p:nvSpPr>
          <p:cNvPr id="4" name="矩形 3"/>
          <p:cNvSpPr/>
          <p:nvPr/>
        </p:nvSpPr>
        <p:spPr>
          <a:xfrm>
            <a:off x="8978025" y="128575"/>
            <a:ext cx="2540875" cy="771556"/>
          </a:xfrm>
          <a:prstGeom prst="rect">
            <a:avLst/>
          </a:prstGeom>
          <a:solidFill>
            <a:srgbClr val="F73434"/>
          </a:solidFill>
          <a:ln w="12700">
            <a:noFill/>
            <a:prstDash val="sysDash"/>
          </a:ln>
        </p:spPr>
        <p:txBody>
          <a:bodyPr wrap="square" lIns="91440" tIns="91440" rIns="91440" bIns="91440" rtlCol="0" anchor="ctr">
            <a:noAutofit/>
          </a:bodyPr>
          <a:lstStyle/>
          <a:p>
            <a:pPr>
              <a:lnSpc>
                <a:spcPct val="120000"/>
              </a:lnSpc>
            </a:pPr>
            <a:r>
              <a:rPr lang="en-US" altLang="zh-CN" sz="800" b="1" dirty="0">
                <a:solidFill>
                  <a:schemeClr val="bg1"/>
                </a:solidFill>
              </a:rPr>
              <a:t>Note:</a:t>
            </a:r>
            <a:endParaRPr lang="en-US" altLang="zh-CN" sz="800" b="1" dirty="0">
              <a:solidFill>
                <a:schemeClr val="bg1"/>
              </a:solidFill>
            </a:endParaRPr>
          </a:p>
          <a:p>
            <a:pPr>
              <a:lnSpc>
                <a:spcPct val="120000"/>
              </a:lnSpc>
            </a:pPr>
            <a:r>
              <a:rPr lang="zh-CN" altLang="en-US" sz="800" dirty="0">
                <a:solidFill>
                  <a:schemeClr val="bg1"/>
                </a:solidFill>
              </a:rPr>
              <a:t>本页为说明页，使用时请删除本页内容。</a:t>
            </a:r>
            <a:endParaRPr lang="zh-CN" altLang="en-US" sz="800" dirty="0">
              <a:solidFill>
                <a:schemeClr val="bg1"/>
              </a:solidFill>
            </a:endParaRPr>
          </a:p>
          <a:p>
            <a:pPr>
              <a:lnSpc>
                <a:spcPct val="120000"/>
              </a:lnSpc>
            </a:pPr>
            <a:r>
              <a:rPr lang="en-US" altLang="zh-CN" sz="800" dirty="0">
                <a:solidFill>
                  <a:schemeClr val="bg1"/>
                </a:solidFill>
              </a:rPr>
              <a:t>This slide is an instruction. Please </a:t>
            </a:r>
            <a:r>
              <a:rPr lang="en-US" altLang="zh-CN" sz="800">
                <a:solidFill>
                  <a:schemeClr val="bg1"/>
                </a:solidFill>
              </a:rPr>
              <a:t>delete </a:t>
            </a:r>
            <a:r>
              <a:rPr lang="en-US" altLang="zh-CN" sz="100">
                <a:solidFill>
                  <a:schemeClr val="bg1"/>
                </a:solidFill>
              </a:rPr>
              <a:t> </a:t>
            </a:r>
            <a:r>
              <a:rPr lang="en-US" altLang="zh-CN" sz="800">
                <a:solidFill>
                  <a:schemeClr val="bg1"/>
                </a:solidFill>
              </a:rPr>
              <a:t>this </a:t>
            </a:r>
            <a:r>
              <a:rPr lang="en-US" altLang="zh-CN" sz="800" dirty="0">
                <a:solidFill>
                  <a:schemeClr val="bg1"/>
                </a:solidFill>
              </a:rPr>
              <a:t>slide before using it for presentation.</a:t>
            </a:r>
            <a:endParaRPr lang="en-US" altLang="zh-CN" sz="800" dirty="0">
              <a:solidFill>
                <a:schemeClr val="bg1"/>
              </a:solidFill>
            </a:endParaRPr>
          </a:p>
        </p:txBody>
      </p:sp>
    </p:spTree>
    <p:custDataLst>
      <p:tags r:id="rId2"/>
    </p:custData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2" name="组合 11"/>
          <p:cNvGrpSpPr/>
          <p:nvPr/>
        </p:nvGrpSpPr>
        <p:grpSpPr>
          <a:xfrm>
            <a:off x="660400" y="5387492"/>
            <a:ext cx="3493913" cy="553998"/>
            <a:chOff x="673100" y="5387492"/>
            <a:chExt cx="3493913" cy="553998"/>
          </a:xfrm>
        </p:grpSpPr>
        <p:sp>
          <p:nvSpPr>
            <p:cNvPr id="351" name="文本框 350"/>
            <p:cNvSpPr txBox="1"/>
            <p:nvPr/>
          </p:nvSpPr>
          <p:spPr>
            <a:xfrm>
              <a:off x="994562" y="5387492"/>
              <a:ext cx="3172451" cy="553998"/>
            </a:xfrm>
            <a:prstGeom prst="rect">
              <a:avLst/>
            </a:prstGeom>
            <a:noFill/>
          </p:spPr>
          <p:txBody>
            <a:bodyPr wrap="square" rtlCol="0" anchor="ctr">
              <a:spAutoFit/>
            </a:bodyPr>
            <a:lstStyle/>
            <a:p>
              <a:r>
                <a:rPr lang="zh-CN" altLang="en-US" sz="1000" dirty="0">
                  <a:solidFill>
                    <a:srgbClr val="2F2F2F"/>
                  </a:solidFill>
                </a:rPr>
                <a:t>解除组合，选中图示中的插图</a:t>
              </a:r>
              <a:endParaRPr lang="en-US" altLang="zh-CN" sz="1000" dirty="0">
                <a:solidFill>
                  <a:srgbClr val="2F2F2F"/>
                </a:solidFill>
              </a:endParaRPr>
            </a:p>
            <a:p>
              <a:r>
                <a:rPr lang="en-US" altLang="zh-CN" sz="1000" dirty="0">
                  <a:solidFill>
                    <a:srgbClr val="2F2F2F"/>
                  </a:solidFill>
                </a:rPr>
                <a:t>Ungroup the diagram and select </a:t>
              </a:r>
              <a:r>
                <a:rPr lang="en-US" altLang="zh-CN" sz="1000">
                  <a:solidFill>
                    <a:srgbClr val="2F2F2F"/>
                  </a:solidFill>
                </a:rPr>
                <a:t>the </a:t>
              </a:r>
              <a:r>
                <a:rPr lang="en-US" altLang="zh-CN" sz="100">
                  <a:solidFill>
                    <a:srgbClr val="2F2F2F"/>
                  </a:solidFill>
                </a:rPr>
                <a:t> </a:t>
              </a:r>
              <a:r>
                <a:rPr lang="en-US" altLang="zh-CN" sz="1000">
                  <a:solidFill>
                    <a:srgbClr val="2F2F2F"/>
                  </a:solidFill>
                </a:rPr>
                <a:t>shape </a:t>
              </a:r>
              <a:r>
                <a:rPr lang="en-US" altLang="zh-CN" sz="1000" dirty="0">
                  <a:solidFill>
                    <a:srgbClr val="2F2F2F"/>
                  </a:solidFill>
                </a:rPr>
                <a:t>that needs to be replaced</a:t>
              </a:r>
              <a:endParaRPr lang="zh-CN" altLang="en-US" sz="1000" dirty="0">
                <a:solidFill>
                  <a:srgbClr val="2F2F2F"/>
                </a:solidFill>
              </a:endParaRPr>
            </a:p>
          </p:txBody>
        </p:sp>
        <p:sp>
          <p:nvSpPr>
            <p:cNvPr id="350" name="椭圆 349"/>
            <p:cNvSpPr/>
            <p:nvPr/>
          </p:nvSpPr>
          <p:spPr>
            <a:xfrm>
              <a:off x="673100" y="5526315"/>
              <a:ext cx="276343" cy="276343"/>
            </a:xfrm>
            <a:prstGeom prst="ellipse">
              <a:avLst/>
            </a:prstGeom>
            <a:solidFill>
              <a:srgbClr val="2F2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1</a:t>
              </a:r>
              <a:endParaRPr lang="zh-CN" altLang="en-US" sz="1200" dirty="0"/>
            </a:p>
          </p:txBody>
        </p:sp>
      </p:grpSp>
      <p:sp>
        <p:nvSpPr>
          <p:cNvPr id="890" name="Right Arrow 16"/>
          <p:cNvSpPr/>
          <p:nvPr/>
        </p:nvSpPr>
        <p:spPr>
          <a:xfrm>
            <a:off x="4284308" y="3338119"/>
            <a:ext cx="174147" cy="156344"/>
          </a:xfrm>
          <a:custGeom>
            <a:avLst/>
            <a:gdLst>
              <a:gd name="T0" fmla="*/ 4048 w 6714"/>
              <a:gd name="T1" fmla="*/ 194 h 6036"/>
              <a:gd name="T2" fmla="*/ 3696 w 6714"/>
              <a:gd name="T3" fmla="*/ 340 h 6036"/>
              <a:gd name="T4" fmla="*/ 3696 w 6714"/>
              <a:gd name="T5" fmla="*/ 1283 h 6036"/>
              <a:gd name="T6" fmla="*/ 199 w 6714"/>
              <a:gd name="T7" fmla="*/ 1283 h 6036"/>
              <a:gd name="T8" fmla="*/ 0 w 6714"/>
              <a:gd name="T9" fmla="*/ 1482 h 6036"/>
              <a:gd name="T10" fmla="*/ 0 w 6714"/>
              <a:gd name="T11" fmla="*/ 4553 h 6036"/>
              <a:gd name="T12" fmla="*/ 199 w 6714"/>
              <a:gd name="T13" fmla="*/ 4752 h 6036"/>
              <a:gd name="T14" fmla="*/ 3696 w 6714"/>
              <a:gd name="T15" fmla="*/ 4752 h 6036"/>
              <a:gd name="T16" fmla="*/ 3696 w 6714"/>
              <a:gd name="T17" fmla="*/ 5696 h 6036"/>
              <a:gd name="T18" fmla="*/ 4048 w 6714"/>
              <a:gd name="T19" fmla="*/ 5842 h 6036"/>
              <a:gd name="T20" fmla="*/ 6520 w 6714"/>
              <a:gd name="T21" fmla="*/ 3369 h 6036"/>
              <a:gd name="T22" fmla="*/ 6520 w 6714"/>
              <a:gd name="T23" fmla="*/ 2666 h 6036"/>
              <a:gd name="T24" fmla="*/ 4048 w 6714"/>
              <a:gd name="T25" fmla="*/ 194 h 6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14" h="6036">
                <a:moveTo>
                  <a:pt x="4048" y="194"/>
                </a:moveTo>
                <a:cubicBezTo>
                  <a:pt x="3853" y="0"/>
                  <a:pt x="3696" y="65"/>
                  <a:pt x="3696" y="340"/>
                </a:cubicBezTo>
                <a:lnTo>
                  <a:pt x="3696" y="1283"/>
                </a:lnTo>
                <a:lnTo>
                  <a:pt x="199" y="1283"/>
                </a:lnTo>
                <a:cubicBezTo>
                  <a:pt x="89" y="1283"/>
                  <a:pt x="0" y="1372"/>
                  <a:pt x="0" y="1482"/>
                </a:cubicBezTo>
                <a:lnTo>
                  <a:pt x="0" y="4553"/>
                </a:lnTo>
                <a:cubicBezTo>
                  <a:pt x="0" y="4663"/>
                  <a:pt x="89" y="4752"/>
                  <a:pt x="199" y="4752"/>
                </a:cubicBezTo>
                <a:lnTo>
                  <a:pt x="3696" y="4752"/>
                </a:lnTo>
                <a:lnTo>
                  <a:pt x="3696" y="5696"/>
                </a:lnTo>
                <a:cubicBezTo>
                  <a:pt x="3696" y="5971"/>
                  <a:pt x="3853" y="6036"/>
                  <a:pt x="4048" y="5842"/>
                </a:cubicBezTo>
                <a:lnTo>
                  <a:pt x="6520" y="3369"/>
                </a:lnTo>
                <a:cubicBezTo>
                  <a:pt x="6714" y="3175"/>
                  <a:pt x="6714" y="2860"/>
                  <a:pt x="6520" y="2666"/>
                </a:cubicBezTo>
                <a:lnTo>
                  <a:pt x="4048" y="194"/>
                </a:lnTo>
                <a:close/>
              </a:path>
            </a:pathLst>
          </a:custGeom>
          <a:solidFill>
            <a:srgbClr val="867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613" name="文本框 612"/>
          <p:cNvSpPr txBox="1"/>
          <p:nvPr/>
        </p:nvSpPr>
        <p:spPr>
          <a:xfrm>
            <a:off x="4916703" y="5387482"/>
            <a:ext cx="2558947" cy="553998"/>
          </a:xfrm>
          <a:prstGeom prst="rect">
            <a:avLst/>
          </a:prstGeom>
          <a:noFill/>
        </p:spPr>
        <p:txBody>
          <a:bodyPr wrap="square" rtlCol="0" anchor="ctr">
            <a:spAutoFit/>
          </a:bodyPr>
          <a:lstStyle/>
          <a:p>
            <a:r>
              <a:rPr lang="zh-CN" altLang="en-US" sz="1000" dirty="0">
                <a:solidFill>
                  <a:srgbClr val="2F2F2F"/>
                </a:solidFill>
              </a:rPr>
              <a:t>点击 </a:t>
            </a:r>
            <a:r>
              <a:rPr lang="en-US" altLang="zh-CN" sz="1000" dirty="0">
                <a:solidFill>
                  <a:srgbClr val="2F2F2F"/>
                </a:solidFill>
              </a:rPr>
              <a:t>iSlide【</a:t>
            </a:r>
            <a:r>
              <a:rPr lang="zh-CN" altLang="en-US" sz="1000" dirty="0">
                <a:solidFill>
                  <a:srgbClr val="2F2F2F"/>
                </a:solidFill>
              </a:rPr>
              <a:t>插图库</a:t>
            </a:r>
            <a:r>
              <a:rPr lang="en-US" altLang="zh-CN" sz="1000" dirty="0">
                <a:solidFill>
                  <a:srgbClr val="2F2F2F"/>
                </a:solidFill>
              </a:rPr>
              <a:t>】</a:t>
            </a:r>
            <a:r>
              <a:rPr lang="zh-CN" altLang="en-US" sz="1000" dirty="0">
                <a:solidFill>
                  <a:srgbClr val="2F2F2F"/>
                </a:solidFill>
              </a:rPr>
              <a:t>中的插图替换</a:t>
            </a:r>
            <a:endParaRPr lang="en-US" altLang="zh-CN" sz="1000" dirty="0">
              <a:solidFill>
                <a:srgbClr val="2F2F2F"/>
              </a:solidFill>
            </a:endParaRPr>
          </a:p>
          <a:p>
            <a:r>
              <a:rPr lang="en-US" altLang="zh-CN" sz="1000" dirty="0">
                <a:solidFill>
                  <a:srgbClr val="2F2F2F"/>
                </a:solidFill>
              </a:rPr>
              <a:t>Click the target vector in iSlide </a:t>
            </a:r>
            <a:r>
              <a:rPr lang="en-US" altLang="zh-CN" sz="1000">
                <a:solidFill>
                  <a:srgbClr val="2F2F2F"/>
                </a:solidFill>
              </a:rPr>
              <a:t>“Vector</a:t>
            </a:r>
            <a:r>
              <a:rPr lang="en-US" altLang="zh-CN" sz="100">
                <a:solidFill>
                  <a:srgbClr val="2F2F2F"/>
                </a:solidFill>
              </a:rPr>
              <a:t> </a:t>
            </a:r>
            <a:r>
              <a:rPr lang="en-US" altLang="zh-CN" sz="1000">
                <a:solidFill>
                  <a:srgbClr val="2F2F2F"/>
                </a:solidFill>
              </a:rPr>
              <a:t> </a:t>
            </a:r>
            <a:r>
              <a:rPr lang="en-US" altLang="zh-CN" sz="1000" dirty="0">
                <a:solidFill>
                  <a:srgbClr val="2F2F2F"/>
                </a:solidFill>
              </a:rPr>
              <a:t>Library” to insert it into the diagram</a:t>
            </a:r>
            <a:endParaRPr lang="zh-CN" altLang="en-US" sz="1000" dirty="0">
              <a:solidFill>
                <a:srgbClr val="2F2F2F"/>
              </a:solidFill>
            </a:endParaRPr>
          </a:p>
        </p:txBody>
      </p:sp>
      <p:sp>
        <p:nvSpPr>
          <p:cNvPr id="614" name="椭圆 613"/>
          <p:cNvSpPr/>
          <p:nvPr/>
        </p:nvSpPr>
        <p:spPr>
          <a:xfrm>
            <a:off x="4595244" y="5526315"/>
            <a:ext cx="276343" cy="276343"/>
          </a:xfrm>
          <a:prstGeom prst="ellipse">
            <a:avLst/>
          </a:prstGeom>
          <a:solidFill>
            <a:srgbClr val="2F2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2</a:t>
            </a:r>
            <a:endParaRPr lang="zh-CN" altLang="en-US" sz="1200" dirty="0"/>
          </a:p>
        </p:txBody>
      </p:sp>
      <p:sp>
        <p:nvSpPr>
          <p:cNvPr id="891" name="Right Arrow 751"/>
          <p:cNvSpPr/>
          <p:nvPr/>
        </p:nvSpPr>
        <p:spPr>
          <a:xfrm>
            <a:off x="7720845" y="3338119"/>
            <a:ext cx="174147" cy="156344"/>
          </a:xfrm>
          <a:custGeom>
            <a:avLst/>
            <a:gdLst>
              <a:gd name="T0" fmla="*/ 4048 w 6714"/>
              <a:gd name="T1" fmla="*/ 194 h 6036"/>
              <a:gd name="T2" fmla="*/ 3696 w 6714"/>
              <a:gd name="T3" fmla="*/ 340 h 6036"/>
              <a:gd name="T4" fmla="*/ 3696 w 6714"/>
              <a:gd name="T5" fmla="*/ 1283 h 6036"/>
              <a:gd name="T6" fmla="*/ 199 w 6714"/>
              <a:gd name="T7" fmla="*/ 1283 h 6036"/>
              <a:gd name="T8" fmla="*/ 0 w 6714"/>
              <a:gd name="T9" fmla="*/ 1482 h 6036"/>
              <a:gd name="T10" fmla="*/ 0 w 6714"/>
              <a:gd name="T11" fmla="*/ 4553 h 6036"/>
              <a:gd name="T12" fmla="*/ 199 w 6714"/>
              <a:gd name="T13" fmla="*/ 4752 h 6036"/>
              <a:gd name="T14" fmla="*/ 3696 w 6714"/>
              <a:gd name="T15" fmla="*/ 4752 h 6036"/>
              <a:gd name="T16" fmla="*/ 3696 w 6714"/>
              <a:gd name="T17" fmla="*/ 5696 h 6036"/>
              <a:gd name="T18" fmla="*/ 4048 w 6714"/>
              <a:gd name="T19" fmla="*/ 5842 h 6036"/>
              <a:gd name="T20" fmla="*/ 6520 w 6714"/>
              <a:gd name="T21" fmla="*/ 3369 h 6036"/>
              <a:gd name="T22" fmla="*/ 6520 w 6714"/>
              <a:gd name="T23" fmla="*/ 2666 h 6036"/>
              <a:gd name="T24" fmla="*/ 4048 w 6714"/>
              <a:gd name="T25" fmla="*/ 194 h 60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714" h="6036">
                <a:moveTo>
                  <a:pt x="4048" y="194"/>
                </a:moveTo>
                <a:cubicBezTo>
                  <a:pt x="3853" y="0"/>
                  <a:pt x="3696" y="65"/>
                  <a:pt x="3696" y="340"/>
                </a:cubicBezTo>
                <a:lnTo>
                  <a:pt x="3696" y="1283"/>
                </a:lnTo>
                <a:lnTo>
                  <a:pt x="199" y="1283"/>
                </a:lnTo>
                <a:cubicBezTo>
                  <a:pt x="89" y="1283"/>
                  <a:pt x="0" y="1372"/>
                  <a:pt x="0" y="1482"/>
                </a:cubicBezTo>
                <a:lnTo>
                  <a:pt x="0" y="4553"/>
                </a:lnTo>
                <a:cubicBezTo>
                  <a:pt x="0" y="4663"/>
                  <a:pt x="89" y="4752"/>
                  <a:pt x="199" y="4752"/>
                </a:cubicBezTo>
                <a:lnTo>
                  <a:pt x="3696" y="4752"/>
                </a:lnTo>
                <a:lnTo>
                  <a:pt x="3696" y="5696"/>
                </a:lnTo>
                <a:cubicBezTo>
                  <a:pt x="3696" y="5971"/>
                  <a:pt x="3853" y="6036"/>
                  <a:pt x="4048" y="5842"/>
                </a:cubicBezTo>
                <a:lnTo>
                  <a:pt x="6520" y="3369"/>
                </a:lnTo>
                <a:cubicBezTo>
                  <a:pt x="6714" y="3175"/>
                  <a:pt x="6714" y="2860"/>
                  <a:pt x="6520" y="2666"/>
                </a:cubicBezTo>
                <a:lnTo>
                  <a:pt x="4048" y="194"/>
                </a:lnTo>
                <a:close/>
              </a:path>
            </a:pathLst>
          </a:custGeom>
          <a:solidFill>
            <a:srgbClr val="867B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53" name="文本框 752"/>
          <p:cNvSpPr txBox="1"/>
          <p:nvPr/>
        </p:nvSpPr>
        <p:spPr>
          <a:xfrm>
            <a:off x="8346455" y="5464436"/>
            <a:ext cx="3174039" cy="400110"/>
          </a:xfrm>
          <a:prstGeom prst="rect">
            <a:avLst/>
          </a:prstGeom>
          <a:noFill/>
        </p:spPr>
        <p:txBody>
          <a:bodyPr wrap="square" rtlCol="0" anchor="ctr">
            <a:spAutoFit/>
          </a:bodyPr>
          <a:lstStyle/>
          <a:p>
            <a:r>
              <a:rPr lang="zh-CN" altLang="en-US" sz="1000" dirty="0">
                <a:solidFill>
                  <a:srgbClr val="2F2F2F"/>
                </a:solidFill>
              </a:rPr>
              <a:t>替换成功</a:t>
            </a:r>
            <a:endParaRPr lang="en-US" altLang="zh-CN" sz="1000" dirty="0">
              <a:solidFill>
                <a:srgbClr val="2F2F2F"/>
              </a:solidFill>
            </a:endParaRPr>
          </a:p>
          <a:p>
            <a:r>
              <a:rPr lang="en-US" altLang="zh-CN" sz="100">
                <a:solidFill>
                  <a:srgbClr val="2F2F2F"/>
                </a:solidFill>
              </a:rPr>
              <a:t> </a:t>
            </a:r>
            <a:r>
              <a:rPr lang="en-US" altLang="zh-CN" sz="1000">
                <a:solidFill>
                  <a:srgbClr val="2F2F2F"/>
                </a:solidFill>
              </a:rPr>
              <a:t>Done</a:t>
            </a:r>
            <a:endParaRPr lang="zh-CN" altLang="en-US" sz="1000" dirty="0">
              <a:solidFill>
                <a:srgbClr val="2F2F2F"/>
              </a:solidFill>
            </a:endParaRPr>
          </a:p>
        </p:txBody>
      </p:sp>
      <p:sp>
        <p:nvSpPr>
          <p:cNvPr id="754" name="椭圆 753"/>
          <p:cNvSpPr/>
          <p:nvPr/>
        </p:nvSpPr>
        <p:spPr>
          <a:xfrm>
            <a:off x="8024992" y="5526321"/>
            <a:ext cx="276343" cy="276343"/>
          </a:xfrm>
          <a:prstGeom prst="ellipse">
            <a:avLst/>
          </a:prstGeom>
          <a:solidFill>
            <a:srgbClr val="2F2F2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t>3</a:t>
            </a:r>
            <a:endParaRPr lang="zh-CN" altLang="en-US" sz="1200" dirty="0"/>
          </a:p>
        </p:txBody>
      </p:sp>
      <p:grpSp>
        <p:nvGrpSpPr>
          <p:cNvPr id="13" name="组合 12"/>
          <p:cNvGrpSpPr/>
          <p:nvPr/>
        </p:nvGrpSpPr>
        <p:grpSpPr>
          <a:xfrm>
            <a:off x="4588450" y="1963867"/>
            <a:ext cx="3002400" cy="3200416"/>
            <a:chOff x="4595239" y="1963866"/>
            <a:chExt cx="3002400" cy="3200416"/>
          </a:xfrm>
        </p:grpSpPr>
        <p:sp>
          <p:nvSpPr>
            <p:cNvPr id="302" name="矩形 301"/>
            <p:cNvSpPr/>
            <p:nvPr/>
          </p:nvSpPr>
          <p:spPr>
            <a:xfrm>
              <a:off x="4595239" y="1963866"/>
              <a:ext cx="3002400" cy="3002400"/>
            </a:xfrm>
            <a:prstGeom prst="rect">
              <a:avLst/>
            </a:prstGeom>
            <a:gradFill>
              <a:gsLst>
                <a:gs pos="80000">
                  <a:schemeClr val="bg1"/>
                </a:gs>
                <a:gs pos="100000">
                  <a:schemeClr val="bg1">
                    <a:alpha val="0"/>
                  </a:schemeClr>
                </a:gs>
              </a:gsLst>
              <a:lin ang="5400000" scaled="1"/>
            </a:gradFill>
            <a:ln w="9525">
              <a:noFill/>
            </a:ln>
            <a:effectLst>
              <a:outerShdw blurRad="63500" sx="102000" sy="102000" algn="ctr" rotWithShape="0">
                <a:srgbClr val="E7E5EA">
                  <a:alpha val="5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53" name="组合 152"/>
            <p:cNvGrpSpPr/>
            <p:nvPr/>
          </p:nvGrpSpPr>
          <p:grpSpPr>
            <a:xfrm>
              <a:off x="4706067" y="2686508"/>
              <a:ext cx="2780745" cy="2477774"/>
              <a:chOff x="5543523" y="3950927"/>
              <a:chExt cx="2485245" cy="2214470"/>
            </a:xfrm>
            <a:solidFill>
              <a:srgbClr val="E7E5EA"/>
            </a:solidFill>
          </p:grpSpPr>
          <p:sp>
            <p:nvSpPr>
              <p:cNvPr id="154" name="矩形: 圆角 153"/>
              <p:cNvSpPr>
                <a:spLocks noChangeAspect="1"/>
              </p:cNvSpPr>
              <p:nvPr/>
            </p:nvSpPr>
            <p:spPr>
              <a:xfrm>
                <a:off x="5543523" y="3950927"/>
                <a:ext cx="1189177" cy="668912"/>
              </a:xfrm>
              <a:prstGeom prst="roundRect">
                <a:avLst>
                  <a:gd name="adj" fmla="val 4418"/>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55" name="矩形: 圆角 154"/>
              <p:cNvSpPr>
                <a:spLocks noChangeAspect="1"/>
              </p:cNvSpPr>
              <p:nvPr/>
            </p:nvSpPr>
            <p:spPr>
              <a:xfrm>
                <a:off x="5543523" y="4723706"/>
                <a:ext cx="1189177" cy="668912"/>
              </a:xfrm>
              <a:prstGeom prst="roundRect">
                <a:avLst>
                  <a:gd name="adj" fmla="val 4418"/>
                </a:avLst>
              </a:pr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56" name="矩形: 圆角 155"/>
              <p:cNvSpPr>
                <a:spLocks noChangeAspect="1"/>
              </p:cNvSpPr>
              <p:nvPr/>
            </p:nvSpPr>
            <p:spPr>
              <a:xfrm>
                <a:off x="5543523" y="5496485"/>
                <a:ext cx="1189177" cy="668912"/>
              </a:xfrm>
              <a:prstGeom prst="roundRect">
                <a:avLst>
                  <a:gd name="adj" fmla="val 4418"/>
                </a:avLst>
              </a:prstGeom>
              <a:gradFill>
                <a:gsLst>
                  <a:gs pos="0">
                    <a:srgbClr val="E7E5EA"/>
                  </a:gs>
                  <a:gs pos="62000">
                    <a:srgbClr val="E7E5EA">
                      <a:alpha val="0"/>
                    </a:srgbClr>
                  </a:gs>
                </a:gsLst>
                <a:lin ang="5400000" scaled="1"/>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57" name="矩形: 圆角 156"/>
              <p:cNvSpPr>
                <a:spLocks noChangeAspect="1"/>
              </p:cNvSpPr>
              <p:nvPr/>
            </p:nvSpPr>
            <p:spPr>
              <a:xfrm>
                <a:off x="6839591" y="5496485"/>
                <a:ext cx="1189177" cy="668912"/>
              </a:xfrm>
              <a:prstGeom prst="roundRect">
                <a:avLst>
                  <a:gd name="adj" fmla="val 4418"/>
                </a:avLst>
              </a:prstGeom>
              <a:gradFill>
                <a:gsLst>
                  <a:gs pos="0">
                    <a:srgbClr val="E7E5EA"/>
                  </a:gs>
                  <a:gs pos="62000">
                    <a:srgbClr val="E7E5EA">
                      <a:alpha val="0"/>
                    </a:srgbClr>
                  </a:gs>
                </a:gsLst>
                <a:lin ang="5400000" scaled="1"/>
              </a:gra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58" name="矩形: 圆角 157"/>
              <p:cNvSpPr>
                <a:spLocks noChangeAspect="1"/>
              </p:cNvSpPr>
              <p:nvPr/>
            </p:nvSpPr>
            <p:spPr>
              <a:xfrm>
                <a:off x="6839591" y="4723706"/>
                <a:ext cx="1189177" cy="668912"/>
              </a:xfrm>
              <a:prstGeom prst="roundRect">
                <a:avLst>
                  <a:gd name="adj" fmla="val 4418"/>
                </a:avLst>
              </a:prstGeom>
              <a:grp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0" name="矩形: 圆角 159"/>
              <p:cNvSpPr>
                <a:spLocks noChangeAspect="1"/>
              </p:cNvSpPr>
              <p:nvPr/>
            </p:nvSpPr>
            <p:spPr>
              <a:xfrm>
                <a:off x="6839591" y="3950927"/>
                <a:ext cx="1189177" cy="668912"/>
              </a:xfrm>
              <a:prstGeom prst="roundRect">
                <a:avLst>
                  <a:gd name="adj" fmla="val 4418"/>
                </a:avLst>
              </a:prstGeom>
              <a:noFill/>
              <a:ln w="19050">
                <a:solidFill>
                  <a:srgbClr val="F734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5" name="组合 4"/>
            <p:cNvGrpSpPr/>
            <p:nvPr/>
          </p:nvGrpSpPr>
          <p:grpSpPr>
            <a:xfrm>
              <a:off x="4595239" y="1963866"/>
              <a:ext cx="3002400" cy="320240"/>
              <a:chOff x="8616223" y="1963866"/>
              <a:chExt cx="3002400" cy="320240"/>
            </a:xfrm>
          </p:grpSpPr>
          <p:sp>
            <p:nvSpPr>
              <p:cNvPr id="304" name="矩形 303"/>
              <p:cNvSpPr/>
              <p:nvPr/>
            </p:nvSpPr>
            <p:spPr>
              <a:xfrm>
                <a:off x="8616223" y="1963866"/>
                <a:ext cx="3002400" cy="320240"/>
              </a:xfrm>
              <a:prstGeom prst="rect">
                <a:avLst/>
              </a:prstGeom>
              <a:solidFill>
                <a:srgbClr val="B4B4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dirty="0"/>
              </a:p>
            </p:txBody>
          </p:sp>
          <p:sp>
            <p:nvSpPr>
              <p:cNvPr id="306" name="Multiply 213"/>
              <p:cNvSpPr>
                <a:spLocks noChangeAspect="1"/>
              </p:cNvSpPr>
              <p:nvPr/>
            </p:nvSpPr>
            <p:spPr>
              <a:xfrm>
                <a:off x="11404732" y="2067944"/>
                <a:ext cx="112084" cy="112084"/>
              </a:xfrm>
              <a:custGeom>
                <a:avLst/>
                <a:gdLst>
                  <a:gd name="T0" fmla="*/ 11040 w 11360"/>
                  <a:gd name="T1" fmla="*/ 320 h 11360"/>
                  <a:gd name="T2" fmla="*/ 11040 w 11360"/>
                  <a:gd name="T3" fmla="*/ 1360 h 11360"/>
                  <a:gd name="T4" fmla="*/ 6720 w 11360"/>
                  <a:gd name="T5" fmla="*/ 5680 h 11360"/>
                  <a:gd name="T6" fmla="*/ 11040 w 11360"/>
                  <a:gd name="T7" fmla="*/ 10000 h 11360"/>
                  <a:gd name="T8" fmla="*/ 11040 w 11360"/>
                  <a:gd name="T9" fmla="*/ 11040 h 11360"/>
                  <a:gd name="T10" fmla="*/ 10000 w 11360"/>
                  <a:gd name="T11" fmla="*/ 11040 h 11360"/>
                  <a:gd name="T12" fmla="*/ 5680 w 11360"/>
                  <a:gd name="T13" fmla="*/ 6720 h 11360"/>
                  <a:gd name="T14" fmla="*/ 1360 w 11360"/>
                  <a:gd name="T15" fmla="*/ 11040 h 11360"/>
                  <a:gd name="T16" fmla="*/ 320 w 11360"/>
                  <a:gd name="T17" fmla="*/ 11040 h 11360"/>
                  <a:gd name="T18" fmla="*/ 320 w 11360"/>
                  <a:gd name="T19" fmla="*/ 10000 h 11360"/>
                  <a:gd name="T20" fmla="*/ 4640 w 11360"/>
                  <a:gd name="T21" fmla="*/ 5680 h 11360"/>
                  <a:gd name="T22" fmla="*/ 320 w 11360"/>
                  <a:gd name="T23" fmla="*/ 1360 h 11360"/>
                  <a:gd name="T24" fmla="*/ 320 w 11360"/>
                  <a:gd name="T25" fmla="*/ 320 h 11360"/>
                  <a:gd name="T26" fmla="*/ 1360 w 11360"/>
                  <a:gd name="T27" fmla="*/ 320 h 11360"/>
                  <a:gd name="T28" fmla="*/ 5680 w 11360"/>
                  <a:gd name="T29" fmla="*/ 4640 h 11360"/>
                  <a:gd name="T30" fmla="*/ 10000 w 11360"/>
                  <a:gd name="T31" fmla="*/ 320 h 11360"/>
                  <a:gd name="T32" fmla="*/ 11040 w 11360"/>
                  <a:gd name="T33" fmla="*/ 320 h 113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360" h="11360">
                    <a:moveTo>
                      <a:pt x="11040" y="320"/>
                    </a:moveTo>
                    <a:cubicBezTo>
                      <a:pt x="11360" y="640"/>
                      <a:pt x="11360" y="1120"/>
                      <a:pt x="11040" y="1360"/>
                    </a:cubicBezTo>
                    <a:lnTo>
                      <a:pt x="6720" y="5680"/>
                    </a:lnTo>
                    <a:lnTo>
                      <a:pt x="11040" y="10000"/>
                    </a:lnTo>
                    <a:cubicBezTo>
                      <a:pt x="11360" y="10320"/>
                      <a:pt x="11360" y="10800"/>
                      <a:pt x="11040" y="11040"/>
                    </a:cubicBezTo>
                    <a:cubicBezTo>
                      <a:pt x="10720" y="11360"/>
                      <a:pt x="10240" y="11360"/>
                      <a:pt x="10000" y="11040"/>
                    </a:cubicBezTo>
                    <a:lnTo>
                      <a:pt x="5680" y="6720"/>
                    </a:lnTo>
                    <a:lnTo>
                      <a:pt x="1360" y="11040"/>
                    </a:lnTo>
                    <a:cubicBezTo>
                      <a:pt x="1040" y="11360"/>
                      <a:pt x="560" y="11360"/>
                      <a:pt x="320" y="11040"/>
                    </a:cubicBezTo>
                    <a:cubicBezTo>
                      <a:pt x="0" y="10720"/>
                      <a:pt x="0" y="10240"/>
                      <a:pt x="320" y="10000"/>
                    </a:cubicBezTo>
                    <a:lnTo>
                      <a:pt x="4640" y="5680"/>
                    </a:lnTo>
                    <a:lnTo>
                      <a:pt x="320" y="1360"/>
                    </a:lnTo>
                    <a:cubicBezTo>
                      <a:pt x="0" y="1040"/>
                      <a:pt x="0" y="560"/>
                      <a:pt x="320" y="320"/>
                    </a:cubicBezTo>
                    <a:cubicBezTo>
                      <a:pt x="640" y="80"/>
                      <a:pt x="1120" y="0"/>
                      <a:pt x="1360" y="320"/>
                    </a:cubicBezTo>
                    <a:lnTo>
                      <a:pt x="5680" y="4640"/>
                    </a:lnTo>
                    <a:lnTo>
                      <a:pt x="10000" y="320"/>
                    </a:lnTo>
                    <a:cubicBezTo>
                      <a:pt x="10240" y="0"/>
                      <a:pt x="10800" y="0"/>
                      <a:pt x="11040" y="320"/>
                    </a:cubicBezTo>
                    <a:close/>
                  </a:path>
                </a:pathLst>
              </a:custGeom>
              <a:solidFill>
                <a:schemeClr val="bg1"/>
              </a:solidFill>
              <a:ln w="12700" cap="flat" cmpd="sng" algn="ctr">
                <a:noFill/>
                <a:prstDash val="solid"/>
                <a:miter lim="800000"/>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400">
                  <a:defRPr/>
                </a:pPr>
                <a:endParaRPr lang="zh-CN" altLang="en-US" kern="0">
                  <a:solidFill>
                    <a:srgbClr val="FFFFFF"/>
                  </a:solidFill>
                  <a:latin typeface="Arial" panose="020B0604020202020204"/>
                  <a:ea typeface="微软雅黑" panose="020B0503020204020204" charset="-122"/>
                </a:endParaRPr>
              </a:p>
            </p:txBody>
          </p:sp>
        </p:grpSp>
        <p:sp>
          <p:nvSpPr>
            <p:cNvPr id="332" name="矩形 331"/>
            <p:cNvSpPr/>
            <p:nvPr/>
          </p:nvSpPr>
          <p:spPr>
            <a:xfrm>
              <a:off x="4715292" y="2038873"/>
              <a:ext cx="1548011" cy="153888"/>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a:pPr>
              <a:r>
                <a:rPr lang="zh-CN" altLang="en-US" sz="1000" kern="0" dirty="0">
                  <a:solidFill>
                    <a:srgbClr val="FFFFFF"/>
                  </a:solidFill>
                </a:rPr>
                <a:t>插图库 </a:t>
              </a:r>
              <a:r>
                <a:rPr lang="en-US" altLang="zh-CN" sz="1000" kern="0">
                  <a:solidFill>
                    <a:srgbClr val="FFFFFF"/>
                  </a:solidFill>
                </a:rPr>
                <a:t>/ Vector</a:t>
              </a:r>
              <a:r>
                <a:rPr lang="en-US" altLang="zh-CN" sz="100" kern="0">
                  <a:solidFill>
                    <a:srgbClr val="FFFFFF"/>
                  </a:solidFill>
                </a:rPr>
                <a:t> </a:t>
              </a:r>
              <a:r>
                <a:rPr lang="en-US" altLang="zh-CN" sz="1000" kern="0">
                  <a:solidFill>
                    <a:srgbClr val="FFFFFF"/>
                  </a:solidFill>
                </a:rPr>
                <a:t> </a:t>
              </a:r>
              <a:r>
                <a:rPr lang="en-US" altLang="zh-CN" sz="1000" kern="0" dirty="0">
                  <a:solidFill>
                    <a:srgbClr val="FFFFFF"/>
                  </a:solidFill>
                </a:rPr>
                <a:t>Library</a:t>
              </a:r>
              <a:endParaRPr lang="zh-CN" altLang="en-US" sz="1000" kern="0" dirty="0">
                <a:solidFill>
                  <a:srgbClr val="FFFFFF"/>
                </a:solidFill>
              </a:endParaRPr>
            </a:p>
          </p:txBody>
        </p:sp>
        <p:grpSp>
          <p:nvGrpSpPr>
            <p:cNvPr id="335" name="组合 334"/>
            <p:cNvGrpSpPr/>
            <p:nvPr/>
          </p:nvGrpSpPr>
          <p:grpSpPr>
            <a:xfrm>
              <a:off x="4715293" y="2404041"/>
              <a:ext cx="1638861" cy="160073"/>
              <a:chOff x="4248155" y="2141651"/>
              <a:chExt cx="1474301" cy="144000"/>
            </a:xfrm>
            <a:solidFill>
              <a:srgbClr val="E7E5EA"/>
            </a:solidFill>
          </p:grpSpPr>
          <p:sp>
            <p:nvSpPr>
              <p:cNvPr id="489" name="矩形 488"/>
              <p:cNvSpPr/>
              <p:nvPr/>
            </p:nvSpPr>
            <p:spPr>
              <a:xfrm>
                <a:off x="4248155"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90" name="矩形 489"/>
              <p:cNvSpPr/>
              <p:nvPr/>
            </p:nvSpPr>
            <p:spPr>
              <a:xfrm>
                <a:off x="4648245"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91" name="矩形 490"/>
              <p:cNvSpPr/>
              <p:nvPr/>
            </p:nvSpPr>
            <p:spPr>
              <a:xfrm>
                <a:off x="5044245"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495" name="矩形 494"/>
              <p:cNvSpPr/>
              <p:nvPr/>
            </p:nvSpPr>
            <p:spPr>
              <a:xfrm>
                <a:off x="5434456"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grpSp>
        <p:grpSp>
          <p:nvGrpSpPr>
            <p:cNvPr id="336" name="组合 335"/>
            <p:cNvGrpSpPr/>
            <p:nvPr/>
          </p:nvGrpSpPr>
          <p:grpSpPr>
            <a:xfrm>
              <a:off x="6715511" y="2404041"/>
              <a:ext cx="761195" cy="160073"/>
              <a:chOff x="6047529" y="2141651"/>
              <a:chExt cx="684762" cy="144000"/>
            </a:xfrm>
            <a:solidFill>
              <a:srgbClr val="E7E5EA"/>
            </a:solidFill>
          </p:grpSpPr>
          <p:sp>
            <p:nvSpPr>
              <p:cNvPr id="487" name="矩形 486"/>
              <p:cNvSpPr/>
              <p:nvPr/>
            </p:nvSpPr>
            <p:spPr>
              <a:xfrm>
                <a:off x="6047529"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88" name="矩形 487"/>
              <p:cNvSpPr/>
              <p:nvPr/>
            </p:nvSpPr>
            <p:spPr>
              <a:xfrm>
                <a:off x="6444291" y="2141651"/>
                <a:ext cx="288000" cy="144000"/>
              </a:xfrm>
              <a:prstGeom prst="rect">
                <a:avLst/>
              </a:prstGeom>
              <a:solidFill>
                <a:srgbClr val="F0EE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pic>
          <p:nvPicPr>
            <p:cNvPr id="3" name="图形 2"/>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6354959" y="2791001"/>
              <a:ext cx="921528" cy="557932"/>
            </a:xfrm>
            <a:prstGeom prst="rect">
              <a:avLst/>
            </a:prstGeom>
          </p:spPr>
        </p:pic>
      </p:grpSp>
      <p:grpSp>
        <p:nvGrpSpPr>
          <p:cNvPr id="7" name="组合 6"/>
          <p:cNvGrpSpPr/>
          <p:nvPr/>
        </p:nvGrpSpPr>
        <p:grpSpPr>
          <a:xfrm>
            <a:off x="8024987" y="1959178"/>
            <a:ext cx="3493913" cy="2403813"/>
            <a:chOff x="8024986" y="1959176"/>
            <a:chExt cx="3493913" cy="2403813"/>
          </a:xfrm>
        </p:grpSpPr>
        <p:grpSp>
          <p:nvGrpSpPr>
            <p:cNvPr id="228" name="组合 227"/>
            <p:cNvGrpSpPr/>
            <p:nvPr/>
          </p:nvGrpSpPr>
          <p:grpSpPr>
            <a:xfrm>
              <a:off x="8024986" y="1959176"/>
              <a:ext cx="3493913" cy="2403813"/>
              <a:chOff x="8024986" y="1959176"/>
              <a:chExt cx="3493913" cy="2403813"/>
            </a:xfrm>
          </p:grpSpPr>
          <p:sp>
            <p:nvSpPr>
              <p:cNvPr id="229" name="Freeform 6"/>
              <p:cNvSpPr/>
              <p:nvPr/>
            </p:nvSpPr>
            <p:spPr bwMode="auto">
              <a:xfrm>
                <a:off x="8024986" y="1959176"/>
                <a:ext cx="3493913" cy="2403813"/>
              </a:xfrm>
              <a:prstGeom prst="rect">
                <a:avLst/>
              </a:prstGeom>
              <a:gradFill>
                <a:gsLst>
                  <a:gs pos="83000">
                    <a:schemeClr val="bg1"/>
                  </a:gs>
                  <a:gs pos="100000">
                    <a:schemeClr val="bg1">
                      <a:alpha val="0"/>
                    </a:schemeClr>
                  </a:gs>
                </a:gsLst>
                <a:lin ang="5400000" scaled="1"/>
              </a:gradFill>
              <a:ln w="9525">
                <a:noFill/>
                <a:round/>
              </a:ln>
              <a:effectLst>
                <a:outerShdw blurRad="63500" sx="102000" sy="102000" algn="ctr" rotWithShape="0">
                  <a:srgbClr val="E7E5EA">
                    <a:alpha val="50000"/>
                  </a:srgbClr>
                </a:outerShdw>
              </a:effec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0" name="矩形: 圆角 229"/>
              <p:cNvSpPr>
                <a:spLocks noChangeAspect="1"/>
              </p:cNvSpPr>
              <p:nvPr/>
            </p:nvSpPr>
            <p:spPr>
              <a:xfrm>
                <a:off x="8162338" y="2742993"/>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31" name="Rectangle 8"/>
              <p:cNvSpPr>
                <a:spLocks noChangeArrowheads="1"/>
              </p:cNvSpPr>
              <p:nvPr/>
            </p:nvSpPr>
            <p:spPr bwMode="auto">
              <a:xfrm>
                <a:off x="8162340" y="2228518"/>
                <a:ext cx="3240163" cy="311711"/>
              </a:xfrm>
              <a:prstGeom prst="rect">
                <a:avLst/>
              </a:prstGeom>
              <a:solidFill>
                <a:srgbClr val="F0EE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2" name="Rectangle 9"/>
              <p:cNvSpPr>
                <a:spLocks noChangeArrowheads="1"/>
              </p:cNvSpPr>
              <p:nvPr/>
            </p:nvSpPr>
            <p:spPr bwMode="auto">
              <a:xfrm>
                <a:off x="8162340" y="2228518"/>
                <a:ext cx="3240163" cy="181579"/>
              </a:xfrm>
              <a:prstGeom prst="rect">
                <a:avLst/>
              </a:prstGeom>
              <a:solidFill>
                <a:srgbClr val="B4B4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dirty="0"/>
              </a:p>
            </p:txBody>
          </p:sp>
          <p:sp>
            <p:nvSpPr>
              <p:cNvPr id="233" name="Oval 14"/>
              <p:cNvSpPr>
                <a:spLocks noChangeArrowheads="1"/>
              </p:cNvSpPr>
              <p:nvPr/>
            </p:nvSpPr>
            <p:spPr bwMode="auto">
              <a:xfrm>
                <a:off x="8523496" y="2098386"/>
                <a:ext cx="59552"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4" name="Oval 15"/>
              <p:cNvSpPr>
                <a:spLocks noChangeArrowheads="1"/>
              </p:cNvSpPr>
              <p:nvPr/>
            </p:nvSpPr>
            <p:spPr bwMode="auto">
              <a:xfrm>
                <a:off x="8628193" y="2098386"/>
                <a:ext cx="60514"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5" name="Oval 16"/>
              <p:cNvSpPr>
                <a:spLocks noChangeArrowheads="1"/>
              </p:cNvSpPr>
              <p:nvPr/>
            </p:nvSpPr>
            <p:spPr bwMode="auto">
              <a:xfrm>
                <a:off x="8732889" y="2098386"/>
                <a:ext cx="60514"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7" name="Freeform 18"/>
              <p:cNvSpPr/>
              <p:nvPr/>
            </p:nvSpPr>
            <p:spPr bwMode="auto">
              <a:xfrm>
                <a:off x="8967257" y="2262817"/>
                <a:ext cx="505234" cy="164430"/>
              </a:xfrm>
              <a:custGeom>
                <a:avLst/>
                <a:gdLst>
                  <a:gd name="T0" fmla="*/ 520 w 547"/>
                  <a:gd name="T1" fmla="*/ 170 h 170"/>
                  <a:gd name="T2" fmla="*/ 27 w 547"/>
                  <a:gd name="T3" fmla="*/ 170 h 170"/>
                  <a:gd name="T4" fmla="*/ 0 w 547"/>
                  <a:gd name="T5" fmla="*/ 143 h 170"/>
                  <a:gd name="T6" fmla="*/ 0 w 547"/>
                  <a:gd name="T7" fmla="*/ 27 h 170"/>
                  <a:gd name="T8" fmla="*/ 27 w 547"/>
                  <a:gd name="T9" fmla="*/ 0 h 170"/>
                  <a:gd name="T10" fmla="*/ 520 w 547"/>
                  <a:gd name="T11" fmla="*/ 0 h 170"/>
                  <a:gd name="T12" fmla="*/ 547 w 547"/>
                  <a:gd name="T13" fmla="*/ 27 h 170"/>
                  <a:gd name="T14" fmla="*/ 547 w 547"/>
                  <a:gd name="T15" fmla="*/ 143 h 170"/>
                  <a:gd name="T16" fmla="*/ 520 w 547"/>
                  <a:gd name="T17"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7" h="170">
                    <a:moveTo>
                      <a:pt x="520" y="170"/>
                    </a:moveTo>
                    <a:cubicBezTo>
                      <a:pt x="27" y="170"/>
                      <a:pt x="27" y="170"/>
                      <a:pt x="27" y="170"/>
                    </a:cubicBezTo>
                    <a:cubicBezTo>
                      <a:pt x="12" y="170"/>
                      <a:pt x="0" y="158"/>
                      <a:pt x="0" y="143"/>
                    </a:cubicBezTo>
                    <a:cubicBezTo>
                      <a:pt x="0" y="27"/>
                      <a:pt x="0" y="27"/>
                      <a:pt x="0" y="27"/>
                    </a:cubicBezTo>
                    <a:cubicBezTo>
                      <a:pt x="0" y="12"/>
                      <a:pt x="12" y="0"/>
                      <a:pt x="27" y="0"/>
                    </a:cubicBezTo>
                    <a:cubicBezTo>
                      <a:pt x="520" y="0"/>
                      <a:pt x="520" y="0"/>
                      <a:pt x="520" y="0"/>
                    </a:cubicBezTo>
                    <a:cubicBezTo>
                      <a:pt x="535" y="0"/>
                      <a:pt x="547" y="12"/>
                      <a:pt x="547" y="27"/>
                    </a:cubicBezTo>
                    <a:cubicBezTo>
                      <a:pt x="547" y="143"/>
                      <a:pt x="547" y="143"/>
                      <a:pt x="547" y="143"/>
                    </a:cubicBezTo>
                    <a:cubicBezTo>
                      <a:pt x="547" y="158"/>
                      <a:pt x="535" y="170"/>
                      <a:pt x="520" y="170"/>
                    </a:cubicBezTo>
                    <a:close/>
                  </a:path>
                </a:pathLst>
              </a:cu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8" name="Rectangle 19"/>
              <p:cNvSpPr>
                <a:spLocks noChangeArrowheads="1"/>
              </p:cNvSpPr>
              <p:nvPr/>
            </p:nvSpPr>
            <p:spPr bwMode="auto">
              <a:xfrm>
                <a:off x="9089243" y="2320316"/>
                <a:ext cx="243973" cy="49430"/>
              </a:xfrm>
              <a:prstGeom prst="rect">
                <a:avLst/>
              </a:prstGeom>
              <a:solidFill>
                <a:srgbClr val="CFCBD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239" name="Freeform 20"/>
              <p:cNvSpPr/>
              <p:nvPr/>
            </p:nvSpPr>
            <p:spPr bwMode="auto">
              <a:xfrm>
                <a:off x="8491798" y="2306193"/>
                <a:ext cx="232445" cy="49430"/>
              </a:xfrm>
              <a:custGeom>
                <a:avLst/>
                <a:gdLst>
                  <a:gd name="T0" fmla="*/ 227 w 251"/>
                  <a:gd name="T1" fmla="*/ 0 h 51"/>
                  <a:gd name="T2" fmla="*/ 24 w 251"/>
                  <a:gd name="T3" fmla="*/ 0 h 51"/>
                  <a:gd name="T4" fmla="*/ 0 w 251"/>
                  <a:gd name="T5" fmla="*/ 24 h 51"/>
                  <a:gd name="T6" fmla="*/ 0 w 251"/>
                  <a:gd name="T7" fmla="*/ 27 h 51"/>
                  <a:gd name="T8" fmla="*/ 24 w 251"/>
                  <a:gd name="T9" fmla="*/ 51 h 51"/>
                  <a:gd name="T10" fmla="*/ 227 w 251"/>
                  <a:gd name="T11" fmla="*/ 51 h 51"/>
                  <a:gd name="T12" fmla="*/ 251 w 251"/>
                  <a:gd name="T13" fmla="*/ 27 h 51"/>
                  <a:gd name="T14" fmla="*/ 251 w 251"/>
                  <a:gd name="T15" fmla="*/ 24 h 51"/>
                  <a:gd name="T16" fmla="*/ 227 w 251"/>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1" h="51">
                    <a:moveTo>
                      <a:pt x="227" y="0"/>
                    </a:moveTo>
                    <a:cubicBezTo>
                      <a:pt x="24" y="0"/>
                      <a:pt x="24" y="0"/>
                      <a:pt x="24" y="0"/>
                    </a:cubicBezTo>
                    <a:cubicBezTo>
                      <a:pt x="11" y="0"/>
                      <a:pt x="0" y="11"/>
                      <a:pt x="0" y="24"/>
                    </a:cubicBezTo>
                    <a:cubicBezTo>
                      <a:pt x="0" y="27"/>
                      <a:pt x="0" y="27"/>
                      <a:pt x="0" y="27"/>
                    </a:cubicBezTo>
                    <a:cubicBezTo>
                      <a:pt x="0" y="41"/>
                      <a:pt x="11" y="51"/>
                      <a:pt x="24" y="51"/>
                    </a:cubicBezTo>
                    <a:cubicBezTo>
                      <a:pt x="227" y="51"/>
                      <a:pt x="227" y="51"/>
                      <a:pt x="227" y="51"/>
                    </a:cubicBezTo>
                    <a:cubicBezTo>
                      <a:pt x="240" y="51"/>
                      <a:pt x="251" y="41"/>
                      <a:pt x="251" y="27"/>
                    </a:cubicBezTo>
                    <a:cubicBezTo>
                      <a:pt x="251" y="24"/>
                      <a:pt x="251" y="24"/>
                      <a:pt x="251" y="24"/>
                    </a:cubicBezTo>
                    <a:cubicBezTo>
                      <a:pt x="251" y="11"/>
                      <a:pt x="240" y="0"/>
                      <a:pt x="227"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0" name="Freeform 21"/>
              <p:cNvSpPr/>
              <p:nvPr/>
            </p:nvSpPr>
            <p:spPr bwMode="auto">
              <a:xfrm>
                <a:off x="9669398" y="2306193"/>
                <a:ext cx="231486" cy="49430"/>
              </a:xfrm>
              <a:custGeom>
                <a:avLst/>
                <a:gdLst>
                  <a:gd name="T0" fmla="*/ 226 w 250"/>
                  <a:gd name="T1" fmla="*/ 0 h 51"/>
                  <a:gd name="T2" fmla="*/ 24 w 250"/>
                  <a:gd name="T3" fmla="*/ 0 h 51"/>
                  <a:gd name="T4" fmla="*/ 0 w 250"/>
                  <a:gd name="T5" fmla="*/ 24 h 51"/>
                  <a:gd name="T6" fmla="*/ 0 w 250"/>
                  <a:gd name="T7" fmla="*/ 27 h 51"/>
                  <a:gd name="T8" fmla="*/ 24 w 250"/>
                  <a:gd name="T9" fmla="*/ 51 h 51"/>
                  <a:gd name="T10" fmla="*/ 226 w 250"/>
                  <a:gd name="T11" fmla="*/ 51 h 51"/>
                  <a:gd name="T12" fmla="*/ 250 w 250"/>
                  <a:gd name="T13" fmla="*/ 27 h 51"/>
                  <a:gd name="T14" fmla="*/ 250 w 250"/>
                  <a:gd name="T15" fmla="*/ 24 h 51"/>
                  <a:gd name="T16" fmla="*/ 226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6" y="0"/>
                    </a:moveTo>
                    <a:cubicBezTo>
                      <a:pt x="24" y="0"/>
                      <a:pt x="24" y="0"/>
                      <a:pt x="24" y="0"/>
                    </a:cubicBezTo>
                    <a:cubicBezTo>
                      <a:pt x="10" y="0"/>
                      <a:pt x="0" y="11"/>
                      <a:pt x="0" y="24"/>
                    </a:cubicBezTo>
                    <a:cubicBezTo>
                      <a:pt x="0" y="27"/>
                      <a:pt x="0" y="27"/>
                      <a:pt x="0" y="27"/>
                    </a:cubicBezTo>
                    <a:cubicBezTo>
                      <a:pt x="0" y="41"/>
                      <a:pt x="10" y="51"/>
                      <a:pt x="24" y="51"/>
                    </a:cubicBezTo>
                    <a:cubicBezTo>
                      <a:pt x="226" y="51"/>
                      <a:pt x="226" y="51"/>
                      <a:pt x="226" y="51"/>
                    </a:cubicBezTo>
                    <a:cubicBezTo>
                      <a:pt x="239" y="51"/>
                      <a:pt x="250" y="41"/>
                      <a:pt x="250" y="27"/>
                    </a:cubicBezTo>
                    <a:cubicBezTo>
                      <a:pt x="250" y="24"/>
                      <a:pt x="250" y="24"/>
                      <a:pt x="250" y="24"/>
                    </a:cubicBezTo>
                    <a:cubicBezTo>
                      <a:pt x="250" y="11"/>
                      <a:pt x="239" y="0"/>
                      <a:pt x="226"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1" name="Freeform 22"/>
              <p:cNvSpPr/>
              <p:nvPr/>
            </p:nvSpPr>
            <p:spPr bwMode="auto">
              <a:xfrm>
                <a:off x="10109316" y="2306193"/>
                <a:ext cx="231486" cy="49430"/>
              </a:xfrm>
              <a:custGeom>
                <a:avLst/>
                <a:gdLst>
                  <a:gd name="T0" fmla="*/ 226 w 250"/>
                  <a:gd name="T1" fmla="*/ 0 h 51"/>
                  <a:gd name="T2" fmla="*/ 24 w 250"/>
                  <a:gd name="T3" fmla="*/ 0 h 51"/>
                  <a:gd name="T4" fmla="*/ 0 w 250"/>
                  <a:gd name="T5" fmla="*/ 24 h 51"/>
                  <a:gd name="T6" fmla="*/ 0 w 250"/>
                  <a:gd name="T7" fmla="*/ 27 h 51"/>
                  <a:gd name="T8" fmla="*/ 24 w 250"/>
                  <a:gd name="T9" fmla="*/ 51 h 51"/>
                  <a:gd name="T10" fmla="*/ 226 w 250"/>
                  <a:gd name="T11" fmla="*/ 51 h 51"/>
                  <a:gd name="T12" fmla="*/ 250 w 250"/>
                  <a:gd name="T13" fmla="*/ 27 h 51"/>
                  <a:gd name="T14" fmla="*/ 250 w 250"/>
                  <a:gd name="T15" fmla="*/ 24 h 51"/>
                  <a:gd name="T16" fmla="*/ 226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6" y="0"/>
                    </a:moveTo>
                    <a:cubicBezTo>
                      <a:pt x="24" y="0"/>
                      <a:pt x="24" y="0"/>
                      <a:pt x="24" y="0"/>
                    </a:cubicBezTo>
                    <a:cubicBezTo>
                      <a:pt x="11" y="0"/>
                      <a:pt x="0" y="11"/>
                      <a:pt x="0" y="24"/>
                    </a:cubicBezTo>
                    <a:cubicBezTo>
                      <a:pt x="0" y="27"/>
                      <a:pt x="0" y="27"/>
                      <a:pt x="0" y="27"/>
                    </a:cubicBezTo>
                    <a:cubicBezTo>
                      <a:pt x="0" y="41"/>
                      <a:pt x="11" y="51"/>
                      <a:pt x="24" y="51"/>
                    </a:cubicBezTo>
                    <a:cubicBezTo>
                      <a:pt x="226" y="51"/>
                      <a:pt x="226" y="51"/>
                      <a:pt x="226" y="51"/>
                    </a:cubicBezTo>
                    <a:cubicBezTo>
                      <a:pt x="240" y="51"/>
                      <a:pt x="250" y="41"/>
                      <a:pt x="250" y="27"/>
                    </a:cubicBezTo>
                    <a:cubicBezTo>
                      <a:pt x="250" y="24"/>
                      <a:pt x="250" y="24"/>
                      <a:pt x="250" y="24"/>
                    </a:cubicBezTo>
                    <a:cubicBezTo>
                      <a:pt x="250" y="11"/>
                      <a:pt x="240" y="0"/>
                      <a:pt x="226"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2" name="Freeform 23"/>
              <p:cNvSpPr/>
              <p:nvPr/>
            </p:nvSpPr>
            <p:spPr bwMode="auto">
              <a:xfrm>
                <a:off x="10549235" y="2306193"/>
                <a:ext cx="231486" cy="49430"/>
              </a:xfrm>
              <a:custGeom>
                <a:avLst/>
                <a:gdLst>
                  <a:gd name="T0" fmla="*/ 227 w 250"/>
                  <a:gd name="T1" fmla="*/ 0 h 51"/>
                  <a:gd name="T2" fmla="*/ 24 w 250"/>
                  <a:gd name="T3" fmla="*/ 0 h 51"/>
                  <a:gd name="T4" fmla="*/ 0 w 250"/>
                  <a:gd name="T5" fmla="*/ 24 h 51"/>
                  <a:gd name="T6" fmla="*/ 0 w 250"/>
                  <a:gd name="T7" fmla="*/ 27 h 51"/>
                  <a:gd name="T8" fmla="*/ 24 w 250"/>
                  <a:gd name="T9" fmla="*/ 51 h 51"/>
                  <a:gd name="T10" fmla="*/ 227 w 250"/>
                  <a:gd name="T11" fmla="*/ 51 h 51"/>
                  <a:gd name="T12" fmla="*/ 250 w 250"/>
                  <a:gd name="T13" fmla="*/ 27 h 51"/>
                  <a:gd name="T14" fmla="*/ 250 w 250"/>
                  <a:gd name="T15" fmla="*/ 24 h 51"/>
                  <a:gd name="T16" fmla="*/ 227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7" y="0"/>
                    </a:moveTo>
                    <a:cubicBezTo>
                      <a:pt x="24" y="0"/>
                      <a:pt x="24" y="0"/>
                      <a:pt x="24" y="0"/>
                    </a:cubicBezTo>
                    <a:cubicBezTo>
                      <a:pt x="11" y="0"/>
                      <a:pt x="0" y="11"/>
                      <a:pt x="0" y="24"/>
                    </a:cubicBezTo>
                    <a:cubicBezTo>
                      <a:pt x="0" y="27"/>
                      <a:pt x="0" y="27"/>
                      <a:pt x="0" y="27"/>
                    </a:cubicBezTo>
                    <a:cubicBezTo>
                      <a:pt x="0" y="41"/>
                      <a:pt x="11" y="51"/>
                      <a:pt x="24" y="51"/>
                    </a:cubicBezTo>
                    <a:cubicBezTo>
                      <a:pt x="227" y="51"/>
                      <a:pt x="227" y="51"/>
                      <a:pt x="227" y="51"/>
                    </a:cubicBezTo>
                    <a:cubicBezTo>
                      <a:pt x="240" y="51"/>
                      <a:pt x="250" y="41"/>
                      <a:pt x="250" y="27"/>
                    </a:cubicBezTo>
                    <a:cubicBezTo>
                      <a:pt x="250" y="24"/>
                      <a:pt x="250" y="24"/>
                      <a:pt x="250" y="24"/>
                    </a:cubicBezTo>
                    <a:cubicBezTo>
                      <a:pt x="250" y="11"/>
                      <a:pt x="240" y="0"/>
                      <a:pt x="227"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43" name="矩形: 圆角 242"/>
              <p:cNvSpPr>
                <a:spLocks noChangeAspect="1"/>
              </p:cNvSpPr>
              <p:nvPr/>
            </p:nvSpPr>
            <p:spPr>
              <a:xfrm>
                <a:off x="8162338" y="3480441"/>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4" name="矩形: 圆角 243"/>
              <p:cNvSpPr>
                <a:spLocks noChangeAspect="1"/>
              </p:cNvSpPr>
              <p:nvPr/>
            </p:nvSpPr>
            <p:spPr>
              <a:xfrm>
                <a:off x="8162338" y="3849165"/>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5" name="矩形: 圆角 244"/>
              <p:cNvSpPr>
                <a:spLocks noChangeAspect="1"/>
              </p:cNvSpPr>
              <p:nvPr/>
            </p:nvSpPr>
            <p:spPr>
              <a:xfrm>
                <a:off x="8162338" y="4216750"/>
                <a:ext cx="526366" cy="127814"/>
              </a:xfrm>
              <a:prstGeom prst="roundRect">
                <a:avLst>
                  <a:gd name="adj" fmla="val 14540"/>
                </a:avLst>
              </a:prstGeom>
              <a:gradFill>
                <a:gsLst>
                  <a:gs pos="8000">
                    <a:srgbClr val="F0EEF2"/>
                  </a:gs>
                  <a:gs pos="100000">
                    <a:srgbClr val="F0EEF2">
                      <a:alpha val="0"/>
                    </a:srgb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6" name="矩形: 圆角 245"/>
              <p:cNvSpPr>
                <a:spLocks noChangeAspect="1"/>
              </p:cNvSpPr>
              <p:nvPr/>
            </p:nvSpPr>
            <p:spPr>
              <a:xfrm>
                <a:off x="8800745" y="2742992"/>
                <a:ext cx="2578310" cy="1523165"/>
              </a:xfrm>
              <a:prstGeom prst="roundRect">
                <a:avLst>
                  <a:gd name="adj" fmla="val 2829"/>
                </a:avLst>
              </a:prstGeom>
              <a:noFill/>
              <a:ln w="25400">
                <a:gradFill>
                  <a:gsLst>
                    <a:gs pos="62000">
                      <a:srgbClr val="F0EEF2"/>
                    </a:gs>
                    <a:gs pos="100000">
                      <a:srgbClr val="F0EEF2">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47" name="矩形: 圆角 246"/>
              <p:cNvSpPr>
                <a:spLocks noChangeAspect="1"/>
              </p:cNvSpPr>
              <p:nvPr/>
            </p:nvSpPr>
            <p:spPr>
              <a:xfrm>
                <a:off x="8162338" y="3111717"/>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10" name="组合 9"/>
            <p:cNvGrpSpPr/>
            <p:nvPr/>
          </p:nvGrpSpPr>
          <p:grpSpPr>
            <a:xfrm>
              <a:off x="9010193" y="3211004"/>
              <a:ext cx="2127585" cy="587141"/>
              <a:chOff x="9010193" y="3211004"/>
              <a:chExt cx="2127585" cy="587141"/>
            </a:xfrm>
          </p:grpSpPr>
          <p:grpSp>
            <p:nvGrpSpPr>
              <p:cNvPr id="143" name="组合 142"/>
              <p:cNvGrpSpPr/>
              <p:nvPr/>
            </p:nvGrpSpPr>
            <p:grpSpPr>
              <a:xfrm>
                <a:off x="10629190" y="3211004"/>
                <a:ext cx="508588" cy="587141"/>
                <a:chOff x="1703214" y="3185928"/>
                <a:chExt cx="582258" cy="521425"/>
              </a:xfrm>
            </p:grpSpPr>
            <p:sp>
              <p:nvSpPr>
                <p:cNvPr id="167" name="矩形 166"/>
                <p:cNvSpPr/>
                <p:nvPr/>
              </p:nvSpPr>
              <p:spPr>
                <a:xfrm>
                  <a:off x="1703214" y="3185928"/>
                  <a:ext cx="582258"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8" name="矩形 167"/>
                <p:cNvSpPr/>
                <p:nvPr/>
              </p:nvSpPr>
              <p:spPr>
                <a:xfrm>
                  <a:off x="1703214" y="3388853"/>
                  <a:ext cx="530472"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4" name="矩形 173"/>
                <p:cNvSpPr/>
                <p:nvPr/>
              </p:nvSpPr>
              <p:spPr>
                <a:xfrm>
                  <a:off x="1703214" y="3602089"/>
                  <a:ext cx="530472"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47" name="组合 146"/>
              <p:cNvGrpSpPr/>
              <p:nvPr/>
            </p:nvGrpSpPr>
            <p:grpSpPr>
              <a:xfrm>
                <a:off x="9010193" y="3211004"/>
                <a:ext cx="508588" cy="587141"/>
                <a:chOff x="1703214" y="3185928"/>
                <a:chExt cx="582258" cy="521425"/>
              </a:xfrm>
            </p:grpSpPr>
            <p:sp>
              <p:nvSpPr>
                <p:cNvPr id="149" name="矩形 148"/>
                <p:cNvSpPr/>
                <p:nvPr/>
              </p:nvSpPr>
              <p:spPr>
                <a:xfrm>
                  <a:off x="1703214" y="3185928"/>
                  <a:ext cx="582258"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矩形 149"/>
                <p:cNvSpPr/>
                <p:nvPr/>
              </p:nvSpPr>
              <p:spPr>
                <a:xfrm>
                  <a:off x="1755000" y="3388853"/>
                  <a:ext cx="530472"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2" name="矩形 151"/>
                <p:cNvSpPr/>
                <p:nvPr/>
              </p:nvSpPr>
              <p:spPr>
                <a:xfrm>
                  <a:off x="1755000" y="3602089"/>
                  <a:ext cx="530472"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76" name="图形 175"/>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a:xfrm>
                <a:off x="9610087" y="3216083"/>
                <a:ext cx="921528" cy="557932"/>
              </a:xfrm>
              <a:prstGeom prst="rect">
                <a:avLst/>
              </a:prstGeom>
            </p:spPr>
          </p:pic>
        </p:grpSp>
      </p:grpSp>
      <p:sp>
        <p:nvSpPr>
          <p:cNvPr id="4" name="标题 1"/>
          <p:cNvSpPr txBox="1"/>
          <p:nvPr/>
        </p:nvSpPr>
        <p:spPr>
          <a:xfrm>
            <a:off x="660400" y="0"/>
            <a:ext cx="10858500" cy="1028700"/>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defTabSz="914400"/>
            <a:r>
              <a:rPr lang="zh-CN" altLang="en-US" sz="2800" b="1" dirty="0"/>
              <a:t>更改图示中的插图  </a:t>
            </a:r>
            <a:r>
              <a:rPr lang="en-US" altLang="zh-CN" sz="2800" b="1"/>
              <a:t>Replace Vect</a:t>
            </a:r>
            <a:r>
              <a:rPr lang="en-US" altLang="zh-CN" sz="100" b="1"/>
              <a:t> </a:t>
            </a:r>
            <a:r>
              <a:rPr lang="en-US" altLang="zh-CN" sz="2800" b="1"/>
              <a:t>ors </a:t>
            </a:r>
            <a:r>
              <a:rPr lang="en-US" altLang="zh-CN" sz="2800" b="1" dirty="0"/>
              <a:t>in Diagram</a:t>
            </a:r>
            <a:endParaRPr lang="zh-CN" altLang="en-US" sz="2800" b="1" dirty="0"/>
          </a:p>
        </p:txBody>
      </p:sp>
      <p:grpSp>
        <p:nvGrpSpPr>
          <p:cNvPr id="11" name="组合 10"/>
          <p:cNvGrpSpPr/>
          <p:nvPr/>
        </p:nvGrpSpPr>
        <p:grpSpPr>
          <a:xfrm>
            <a:off x="660400" y="1959178"/>
            <a:ext cx="3493913" cy="2403813"/>
            <a:chOff x="660400" y="1959178"/>
            <a:chExt cx="3493913" cy="2403813"/>
          </a:xfrm>
        </p:grpSpPr>
        <p:sp>
          <p:nvSpPr>
            <p:cNvPr id="795" name="Rectangle 10"/>
            <p:cNvSpPr>
              <a:spLocks noChangeArrowheads="1"/>
            </p:cNvSpPr>
            <p:nvPr/>
          </p:nvSpPr>
          <p:spPr bwMode="auto">
            <a:xfrm>
              <a:off x="809622" y="2219171"/>
              <a:ext cx="3240163" cy="17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grpSp>
          <p:nvGrpSpPr>
            <p:cNvPr id="9" name="组合 8"/>
            <p:cNvGrpSpPr/>
            <p:nvPr/>
          </p:nvGrpSpPr>
          <p:grpSpPr>
            <a:xfrm>
              <a:off x="660400" y="1959178"/>
              <a:ext cx="3493913" cy="2403813"/>
              <a:chOff x="673100" y="1959176"/>
              <a:chExt cx="3493913" cy="2403813"/>
            </a:xfrm>
          </p:grpSpPr>
          <p:grpSp>
            <p:nvGrpSpPr>
              <p:cNvPr id="248" name="组合 247"/>
              <p:cNvGrpSpPr/>
              <p:nvPr/>
            </p:nvGrpSpPr>
            <p:grpSpPr>
              <a:xfrm>
                <a:off x="673100" y="1959176"/>
                <a:ext cx="3493913" cy="2403813"/>
                <a:chOff x="673100" y="1959176"/>
                <a:chExt cx="3493913" cy="2403813"/>
              </a:xfrm>
            </p:grpSpPr>
            <p:sp>
              <p:nvSpPr>
                <p:cNvPr id="249" name="Freeform 6"/>
                <p:cNvSpPr/>
                <p:nvPr/>
              </p:nvSpPr>
              <p:spPr bwMode="auto">
                <a:xfrm>
                  <a:off x="673100" y="1959176"/>
                  <a:ext cx="3493913" cy="2403813"/>
                </a:xfrm>
                <a:prstGeom prst="rect">
                  <a:avLst/>
                </a:prstGeom>
                <a:gradFill>
                  <a:gsLst>
                    <a:gs pos="83000">
                      <a:schemeClr val="bg1"/>
                    </a:gs>
                    <a:gs pos="100000">
                      <a:schemeClr val="bg1">
                        <a:alpha val="0"/>
                      </a:schemeClr>
                    </a:gs>
                  </a:gsLst>
                  <a:lin ang="5400000" scaled="1"/>
                </a:gradFill>
                <a:ln w="9525">
                  <a:noFill/>
                  <a:round/>
                </a:ln>
                <a:effectLst>
                  <a:outerShdw blurRad="63500" sx="102000" sy="102000" algn="ctr" rotWithShape="0">
                    <a:srgbClr val="E7E5EA">
                      <a:alpha val="50000"/>
                    </a:srgbClr>
                  </a:outerShdw>
                </a:effectLst>
              </p:spPr>
              <p:txBody>
                <a:bodyPr vert="horz" wrap="square" lIns="91440" tIns="45720" rIns="91440" bIns="45720" numCol="1" anchor="t" anchorCtr="0" compatLnSpc="1"/>
                <a:lstStyle/>
                <a:p>
                  <a:endParaRPr lang="zh-CN" altLang="en-US"/>
                </a:p>
              </p:txBody>
            </p:sp>
            <p:sp>
              <p:nvSpPr>
                <p:cNvPr id="250" name="矩形: 圆角 249"/>
                <p:cNvSpPr>
                  <a:spLocks noChangeAspect="1"/>
                </p:cNvSpPr>
                <p:nvPr/>
              </p:nvSpPr>
              <p:spPr>
                <a:xfrm>
                  <a:off x="810452" y="2742993"/>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51" name="Rectangle 8"/>
                <p:cNvSpPr>
                  <a:spLocks noChangeArrowheads="1"/>
                </p:cNvSpPr>
                <p:nvPr/>
              </p:nvSpPr>
              <p:spPr bwMode="auto">
                <a:xfrm>
                  <a:off x="810454" y="2228518"/>
                  <a:ext cx="3240163" cy="311711"/>
                </a:xfrm>
                <a:prstGeom prst="rect">
                  <a:avLst/>
                </a:prstGeom>
                <a:solidFill>
                  <a:srgbClr val="F0EEF2"/>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2" name="Rectangle 9"/>
                <p:cNvSpPr>
                  <a:spLocks noChangeArrowheads="1"/>
                </p:cNvSpPr>
                <p:nvPr/>
              </p:nvSpPr>
              <p:spPr bwMode="auto">
                <a:xfrm>
                  <a:off x="810454" y="2228518"/>
                  <a:ext cx="3240163" cy="181579"/>
                </a:xfrm>
                <a:prstGeom prst="rect">
                  <a:avLst/>
                </a:prstGeom>
                <a:solidFill>
                  <a:srgbClr val="B4B4B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3" name="Oval 14"/>
                <p:cNvSpPr>
                  <a:spLocks noChangeArrowheads="1"/>
                </p:cNvSpPr>
                <p:nvPr/>
              </p:nvSpPr>
              <p:spPr bwMode="auto">
                <a:xfrm>
                  <a:off x="1171610" y="2098386"/>
                  <a:ext cx="59552"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4" name="Oval 15"/>
                <p:cNvSpPr>
                  <a:spLocks noChangeArrowheads="1"/>
                </p:cNvSpPr>
                <p:nvPr/>
              </p:nvSpPr>
              <p:spPr bwMode="auto">
                <a:xfrm>
                  <a:off x="1276307" y="2098386"/>
                  <a:ext cx="60514"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5" name="Oval 16"/>
                <p:cNvSpPr>
                  <a:spLocks noChangeArrowheads="1"/>
                </p:cNvSpPr>
                <p:nvPr/>
              </p:nvSpPr>
              <p:spPr bwMode="auto">
                <a:xfrm>
                  <a:off x="1381003" y="2098386"/>
                  <a:ext cx="60514" cy="62543"/>
                </a:xfrm>
                <a:prstGeom prst="ellipse">
                  <a:avLst/>
                </a:pr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6" name="Freeform 18"/>
                <p:cNvSpPr/>
                <p:nvPr/>
              </p:nvSpPr>
              <p:spPr bwMode="auto">
                <a:xfrm>
                  <a:off x="1615371" y="2262817"/>
                  <a:ext cx="505234" cy="164430"/>
                </a:xfrm>
                <a:custGeom>
                  <a:avLst/>
                  <a:gdLst>
                    <a:gd name="T0" fmla="*/ 520 w 547"/>
                    <a:gd name="T1" fmla="*/ 170 h 170"/>
                    <a:gd name="T2" fmla="*/ 27 w 547"/>
                    <a:gd name="T3" fmla="*/ 170 h 170"/>
                    <a:gd name="T4" fmla="*/ 0 w 547"/>
                    <a:gd name="T5" fmla="*/ 143 h 170"/>
                    <a:gd name="T6" fmla="*/ 0 w 547"/>
                    <a:gd name="T7" fmla="*/ 27 h 170"/>
                    <a:gd name="T8" fmla="*/ 27 w 547"/>
                    <a:gd name="T9" fmla="*/ 0 h 170"/>
                    <a:gd name="T10" fmla="*/ 520 w 547"/>
                    <a:gd name="T11" fmla="*/ 0 h 170"/>
                    <a:gd name="T12" fmla="*/ 547 w 547"/>
                    <a:gd name="T13" fmla="*/ 27 h 170"/>
                    <a:gd name="T14" fmla="*/ 547 w 547"/>
                    <a:gd name="T15" fmla="*/ 143 h 170"/>
                    <a:gd name="T16" fmla="*/ 520 w 547"/>
                    <a:gd name="T17"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7" h="170">
                      <a:moveTo>
                        <a:pt x="520" y="170"/>
                      </a:moveTo>
                      <a:cubicBezTo>
                        <a:pt x="27" y="170"/>
                        <a:pt x="27" y="170"/>
                        <a:pt x="27" y="170"/>
                      </a:cubicBezTo>
                      <a:cubicBezTo>
                        <a:pt x="12" y="170"/>
                        <a:pt x="0" y="158"/>
                        <a:pt x="0" y="143"/>
                      </a:cubicBezTo>
                      <a:cubicBezTo>
                        <a:pt x="0" y="27"/>
                        <a:pt x="0" y="27"/>
                        <a:pt x="0" y="27"/>
                      </a:cubicBezTo>
                      <a:cubicBezTo>
                        <a:pt x="0" y="12"/>
                        <a:pt x="12" y="0"/>
                        <a:pt x="27" y="0"/>
                      </a:cubicBezTo>
                      <a:cubicBezTo>
                        <a:pt x="520" y="0"/>
                        <a:pt x="520" y="0"/>
                        <a:pt x="520" y="0"/>
                      </a:cubicBezTo>
                      <a:cubicBezTo>
                        <a:pt x="535" y="0"/>
                        <a:pt x="547" y="12"/>
                        <a:pt x="547" y="27"/>
                      </a:cubicBezTo>
                      <a:cubicBezTo>
                        <a:pt x="547" y="143"/>
                        <a:pt x="547" y="143"/>
                        <a:pt x="547" y="143"/>
                      </a:cubicBezTo>
                      <a:cubicBezTo>
                        <a:pt x="547" y="158"/>
                        <a:pt x="535" y="170"/>
                        <a:pt x="520" y="170"/>
                      </a:cubicBezTo>
                      <a:close/>
                    </a:path>
                  </a:pathLst>
                </a:custGeom>
                <a:solidFill>
                  <a:srgbClr val="F0EEF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7" name="Rectangle 19"/>
                <p:cNvSpPr>
                  <a:spLocks noChangeArrowheads="1"/>
                </p:cNvSpPr>
                <p:nvPr/>
              </p:nvSpPr>
              <p:spPr bwMode="auto">
                <a:xfrm>
                  <a:off x="1737357" y="2320316"/>
                  <a:ext cx="243973" cy="49430"/>
                </a:xfrm>
                <a:prstGeom prst="rect">
                  <a:avLst/>
                </a:prstGeom>
                <a:solidFill>
                  <a:srgbClr val="CFCBD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a:p>
              </p:txBody>
            </p:sp>
            <p:sp>
              <p:nvSpPr>
                <p:cNvPr id="258" name="Freeform 20"/>
                <p:cNvSpPr/>
                <p:nvPr/>
              </p:nvSpPr>
              <p:spPr bwMode="auto">
                <a:xfrm>
                  <a:off x="1139912" y="2306193"/>
                  <a:ext cx="232445" cy="49430"/>
                </a:xfrm>
                <a:custGeom>
                  <a:avLst/>
                  <a:gdLst>
                    <a:gd name="T0" fmla="*/ 227 w 251"/>
                    <a:gd name="T1" fmla="*/ 0 h 51"/>
                    <a:gd name="T2" fmla="*/ 24 w 251"/>
                    <a:gd name="T3" fmla="*/ 0 h 51"/>
                    <a:gd name="T4" fmla="*/ 0 w 251"/>
                    <a:gd name="T5" fmla="*/ 24 h 51"/>
                    <a:gd name="T6" fmla="*/ 0 w 251"/>
                    <a:gd name="T7" fmla="*/ 27 h 51"/>
                    <a:gd name="T8" fmla="*/ 24 w 251"/>
                    <a:gd name="T9" fmla="*/ 51 h 51"/>
                    <a:gd name="T10" fmla="*/ 227 w 251"/>
                    <a:gd name="T11" fmla="*/ 51 h 51"/>
                    <a:gd name="T12" fmla="*/ 251 w 251"/>
                    <a:gd name="T13" fmla="*/ 27 h 51"/>
                    <a:gd name="T14" fmla="*/ 251 w 251"/>
                    <a:gd name="T15" fmla="*/ 24 h 51"/>
                    <a:gd name="T16" fmla="*/ 227 w 251"/>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1" h="51">
                      <a:moveTo>
                        <a:pt x="227" y="0"/>
                      </a:moveTo>
                      <a:cubicBezTo>
                        <a:pt x="24" y="0"/>
                        <a:pt x="24" y="0"/>
                        <a:pt x="24" y="0"/>
                      </a:cubicBezTo>
                      <a:cubicBezTo>
                        <a:pt x="11" y="0"/>
                        <a:pt x="0" y="11"/>
                        <a:pt x="0" y="24"/>
                      </a:cubicBezTo>
                      <a:cubicBezTo>
                        <a:pt x="0" y="27"/>
                        <a:pt x="0" y="27"/>
                        <a:pt x="0" y="27"/>
                      </a:cubicBezTo>
                      <a:cubicBezTo>
                        <a:pt x="0" y="41"/>
                        <a:pt x="11" y="51"/>
                        <a:pt x="24" y="51"/>
                      </a:cubicBezTo>
                      <a:cubicBezTo>
                        <a:pt x="227" y="51"/>
                        <a:pt x="227" y="51"/>
                        <a:pt x="227" y="51"/>
                      </a:cubicBezTo>
                      <a:cubicBezTo>
                        <a:pt x="240" y="51"/>
                        <a:pt x="251" y="41"/>
                        <a:pt x="251" y="27"/>
                      </a:cubicBezTo>
                      <a:cubicBezTo>
                        <a:pt x="251" y="24"/>
                        <a:pt x="251" y="24"/>
                        <a:pt x="251" y="24"/>
                      </a:cubicBezTo>
                      <a:cubicBezTo>
                        <a:pt x="251" y="11"/>
                        <a:pt x="240" y="0"/>
                        <a:pt x="227"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59" name="Freeform 21"/>
                <p:cNvSpPr/>
                <p:nvPr/>
              </p:nvSpPr>
              <p:spPr bwMode="auto">
                <a:xfrm>
                  <a:off x="2317512" y="2306193"/>
                  <a:ext cx="231486" cy="49430"/>
                </a:xfrm>
                <a:custGeom>
                  <a:avLst/>
                  <a:gdLst>
                    <a:gd name="T0" fmla="*/ 226 w 250"/>
                    <a:gd name="T1" fmla="*/ 0 h 51"/>
                    <a:gd name="T2" fmla="*/ 24 w 250"/>
                    <a:gd name="T3" fmla="*/ 0 h 51"/>
                    <a:gd name="T4" fmla="*/ 0 w 250"/>
                    <a:gd name="T5" fmla="*/ 24 h 51"/>
                    <a:gd name="T6" fmla="*/ 0 w 250"/>
                    <a:gd name="T7" fmla="*/ 27 h 51"/>
                    <a:gd name="T8" fmla="*/ 24 w 250"/>
                    <a:gd name="T9" fmla="*/ 51 h 51"/>
                    <a:gd name="T10" fmla="*/ 226 w 250"/>
                    <a:gd name="T11" fmla="*/ 51 h 51"/>
                    <a:gd name="T12" fmla="*/ 250 w 250"/>
                    <a:gd name="T13" fmla="*/ 27 h 51"/>
                    <a:gd name="T14" fmla="*/ 250 w 250"/>
                    <a:gd name="T15" fmla="*/ 24 h 51"/>
                    <a:gd name="T16" fmla="*/ 226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6" y="0"/>
                      </a:moveTo>
                      <a:cubicBezTo>
                        <a:pt x="24" y="0"/>
                        <a:pt x="24" y="0"/>
                        <a:pt x="24" y="0"/>
                      </a:cubicBezTo>
                      <a:cubicBezTo>
                        <a:pt x="10" y="0"/>
                        <a:pt x="0" y="11"/>
                        <a:pt x="0" y="24"/>
                      </a:cubicBezTo>
                      <a:cubicBezTo>
                        <a:pt x="0" y="27"/>
                        <a:pt x="0" y="27"/>
                        <a:pt x="0" y="27"/>
                      </a:cubicBezTo>
                      <a:cubicBezTo>
                        <a:pt x="0" y="41"/>
                        <a:pt x="10" y="51"/>
                        <a:pt x="24" y="51"/>
                      </a:cubicBezTo>
                      <a:cubicBezTo>
                        <a:pt x="226" y="51"/>
                        <a:pt x="226" y="51"/>
                        <a:pt x="226" y="51"/>
                      </a:cubicBezTo>
                      <a:cubicBezTo>
                        <a:pt x="239" y="51"/>
                        <a:pt x="250" y="41"/>
                        <a:pt x="250" y="27"/>
                      </a:cubicBezTo>
                      <a:cubicBezTo>
                        <a:pt x="250" y="24"/>
                        <a:pt x="250" y="24"/>
                        <a:pt x="250" y="24"/>
                      </a:cubicBezTo>
                      <a:cubicBezTo>
                        <a:pt x="250" y="11"/>
                        <a:pt x="239" y="0"/>
                        <a:pt x="226"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0" name="Freeform 22"/>
                <p:cNvSpPr/>
                <p:nvPr/>
              </p:nvSpPr>
              <p:spPr bwMode="auto">
                <a:xfrm>
                  <a:off x="2757430" y="2306193"/>
                  <a:ext cx="231486" cy="49430"/>
                </a:xfrm>
                <a:custGeom>
                  <a:avLst/>
                  <a:gdLst>
                    <a:gd name="T0" fmla="*/ 226 w 250"/>
                    <a:gd name="T1" fmla="*/ 0 h 51"/>
                    <a:gd name="T2" fmla="*/ 24 w 250"/>
                    <a:gd name="T3" fmla="*/ 0 h 51"/>
                    <a:gd name="T4" fmla="*/ 0 w 250"/>
                    <a:gd name="T5" fmla="*/ 24 h 51"/>
                    <a:gd name="T6" fmla="*/ 0 w 250"/>
                    <a:gd name="T7" fmla="*/ 27 h 51"/>
                    <a:gd name="T8" fmla="*/ 24 w 250"/>
                    <a:gd name="T9" fmla="*/ 51 h 51"/>
                    <a:gd name="T10" fmla="*/ 226 w 250"/>
                    <a:gd name="T11" fmla="*/ 51 h 51"/>
                    <a:gd name="T12" fmla="*/ 250 w 250"/>
                    <a:gd name="T13" fmla="*/ 27 h 51"/>
                    <a:gd name="T14" fmla="*/ 250 w 250"/>
                    <a:gd name="T15" fmla="*/ 24 h 51"/>
                    <a:gd name="T16" fmla="*/ 226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6" y="0"/>
                      </a:moveTo>
                      <a:cubicBezTo>
                        <a:pt x="24" y="0"/>
                        <a:pt x="24" y="0"/>
                        <a:pt x="24" y="0"/>
                      </a:cubicBezTo>
                      <a:cubicBezTo>
                        <a:pt x="11" y="0"/>
                        <a:pt x="0" y="11"/>
                        <a:pt x="0" y="24"/>
                      </a:cubicBezTo>
                      <a:cubicBezTo>
                        <a:pt x="0" y="27"/>
                        <a:pt x="0" y="27"/>
                        <a:pt x="0" y="27"/>
                      </a:cubicBezTo>
                      <a:cubicBezTo>
                        <a:pt x="0" y="41"/>
                        <a:pt x="11" y="51"/>
                        <a:pt x="24" y="51"/>
                      </a:cubicBezTo>
                      <a:cubicBezTo>
                        <a:pt x="226" y="51"/>
                        <a:pt x="226" y="51"/>
                        <a:pt x="226" y="51"/>
                      </a:cubicBezTo>
                      <a:cubicBezTo>
                        <a:pt x="240" y="51"/>
                        <a:pt x="250" y="41"/>
                        <a:pt x="250" y="27"/>
                      </a:cubicBezTo>
                      <a:cubicBezTo>
                        <a:pt x="250" y="24"/>
                        <a:pt x="250" y="24"/>
                        <a:pt x="250" y="24"/>
                      </a:cubicBezTo>
                      <a:cubicBezTo>
                        <a:pt x="250" y="11"/>
                        <a:pt x="240" y="0"/>
                        <a:pt x="226"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1" name="Freeform 23"/>
                <p:cNvSpPr/>
                <p:nvPr/>
              </p:nvSpPr>
              <p:spPr bwMode="auto">
                <a:xfrm>
                  <a:off x="3197349" y="2306193"/>
                  <a:ext cx="231486" cy="49430"/>
                </a:xfrm>
                <a:custGeom>
                  <a:avLst/>
                  <a:gdLst>
                    <a:gd name="T0" fmla="*/ 227 w 250"/>
                    <a:gd name="T1" fmla="*/ 0 h 51"/>
                    <a:gd name="T2" fmla="*/ 24 w 250"/>
                    <a:gd name="T3" fmla="*/ 0 h 51"/>
                    <a:gd name="T4" fmla="*/ 0 w 250"/>
                    <a:gd name="T5" fmla="*/ 24 h 51"/>
                    <a:gd name="T6" fmla="*/ 0 w 250"/>
                    <a:gd name="T7" fmla="*/ 27 h 51"/>
                    <a:gd name="T8" fmla="*/ 24 w 250"/>
                    <a:gd name="T9" fmla="*/ 51 h 51"/>
                    <a:gd name="T10" fmla="*/ 227 w 250"/>
                    <a:gd name="T11" fmla="*/ 51 h 51"/>
                    <a:gd name="T12" fmla="*/ 250 w 250"/>
                    <a:gd name="T13" fmla="*/ 27 h 51"/>
                    <a:gd name="T14" fmla="*/ 250 w 250"/>
                    <a:gd name="T15" fmla="*/ 24 h 51"/>
                    <a:gd name="T16" fmla="*/ 227 w 250"/>
                    <a:gd name="T17"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50" h="51">
                      <a:moveTo>
                        <a:pt x="227" y="0"/>
                      </a:moveTo>
                      <a:cubicBezTo>
                        <a:pt x="24" y="0"/>
                        <a:pt x="24" y="0"/>
                        <a:pt x="24" y="0"/>
                      </a:cubicBezTo>
                      <a:cubicBezTo>
                        <a:pt x="11" y="0"/>
                        <a:pt x="0" y="11"/>
                        <a:pt x="0" y="24"/>
                      </a:cubicBezTo>
                      <a:cubicBezTo>
                        <a:pt x="0" y="27"/>
                        <a:pt x="0" y="27"/>
                        <a:pt x="0" y="27"/>
                      </a:cubicBezTo>
                      <a:cubicBezTo>
                        <a:pt x="0" y="41"/>
                        <a:pt x="11" y="51"/>
                        <a:pt x="24" y="51"/>
                      </a:cubicBezTo>
                      <a:cubicBezTo>
                        <a:pt x="227" y="51"/>
                        <a:pt x="227" y="51"/>
                        <a:pt x="227" y="51"/>
                      </a:cubicBezTo>
                      <a:cubicBezTo>
                        <a:pt x="240" y="51"/>
                        <a:pt x="250" y="41"/>
                        <a:pt x="250" y="27"/>
                      </a:cubicBezTo>
                      <a:cubicBezTo>
                        <a:pt x="250" y="24"/>
                        <a:pt x="250" y="24"/>
                        <a:pt x="250" y="24"/>
                      </a:cubicBezTo>
                      <a:cubicBezTo>
                        <a:pt x="250" y="11"/>
                        <a:pt x="240" y="0"/>
                        <a:pt x="227" y="0"/>
                      </a:cubicBezTo>
                    </a:path>
                  </a:pathLst>
                </a:custGeom>
                <a:solidFill>
                  <a:srgbClr val="EAECEF">
                    <a:alpha val="66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262" name="矩形: 圆角 261"/>
                <p:cNvSpPr>
                  <a:spLocks noChangeAspect="1"/>
                </p:cNvSpPr>
                <p:nvPr/>
              </p:nvSpPr>
              <p:spPr>
                <a:xfrm>
                  <a:off x="810452" y="3480441"/>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63" name="矩形: 圆角 262"/>
                <p:cNvSpPr>
                  <a:spLocks noChangeAspect="1"/>
                </p:cNvSpPr>
                <p:nvPr/>
              </p:nvSpPr>
              <p:spPr>
                <a:xfrm>
                  <a:off x="810452" y="3849165"/>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64" name="矩形: 圆角 263"/>
                <p:cNvSpPr>
                  <a:spLocks noChangeAspect="1"/>
                </p:cNvSpPr>
                <p:nvPr/>
              </p:nvSpPr>
              <p:spPr>
                <a:xfrm>
                  <a:off x="810452" y="4216750"/>
                  <a:ext cx="526366" cy="127814"/>
                </a:xfrm>
                <a:prstGeom prst="roundRect">
                  <a:avLst>
                    <a:gd name="adj" fmla="val 14540"/>
                  </a:avLst>
                </a:prstGeom>
                <a:gradFill>
                  <a:gsLst>
                    <a:gs pos="8000">
                      <a:srgbClr val="F0EEF2"/>
                    </a:gs>
                    <a:gs pos="100000">
                      <a:srgbClr val="F0EEF2">
                        <a:alpha val="0"/>
                      </a:srgbClr>
                    </a:gs>
                  </a:gsLst>
                  <a:lin ang="54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65" name="矩形: 圆角 264"/>
                <p:cNvSpPr>
                  <a:spLocks noChangeAspect="1"/>
                </p:cNvSpPr>
                <p:nvPr/>
              </p:nvSpPr>
              <p:spPr>
                <a:xfrm>
                  <a:off x="1448859" y="2742992"/>
                  <a:ext cx="2578310" cy="1523165"/>
                </a:xfrm>
                <a:prstGeom prst="roundRect">
                  <a:avLst>
                    <a:gd name="adj" fmla="val 2829"/>
                  </a:avLst>
                </a:prstGeom>
                <a:noFill/>
                <a:ln w="25400">
                  <a:gradFill>
                    <a:gsLst>
                      <a:gs pos="62000">
                        <a:srgbClr val="F0EEF2"/>
                      </a:gs>
                      <a:gs pos="100000">
                        <a:srgbClr val="F0EEF2">
                          <a:alpha val="0"/>
                        </a:srgb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266" name="矩形: 圆角 265"/>
                <p:cNvSpPr>
                  <a:spLocks noChangeAspect="1"/>
                </p:cNvSpPr>
                <p:nvPr/>
              </p:nvSpPr>
              <p:spPr>
                <a:xfrm>
                  <a:off x="810452" y="3111717"/>
                  <a:ext cx="526366" cy="310957"/>
                </a:xfrm>
                <a:prstGeom prst="roundRect">
                  <a:avLst>
                    <a:gd name="adj" fmla="val 4418"/>
                  </a:avLst>
                </a:prstGeom>
                <a:solidFill>
                  <a:srgbClr val="F0EE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grpSp>
            <p:nvGrpSpPr>
              <p:cNvPr id="8" name="组合 7"/>
              <p:cNvGrpSpPr/>
              <p:nvPr/>
            </p:nvGrpSpPr>
            <p:grpSpPr>
              <a:xfrm>
                <a:off x="1658305" y="3112822"/>
                <a:ext cx="2142449" cy="735267"/>
                <a:chOff x="1658305" y="3112822"/>
                <a:chExt cx="2142449" cy="735267"/>
              </a:xfrm>
            </p:grpSpPr>
            <p:grpSp>
              <p:nvGrpSpPr>
                <p:cNvPr id="6" name="组合 5"/>
                <p:cNvGrpSpPr/>
                <p:nvPr/>
              </p:nvGrpSpPr>
              <p:grpSpPr>
                <a:xfrm>
                  <a:off x="1658305" y="3180638"/>
                  <a:ext cx="2142449" cy="617507"/>
                  <a:chOff x="1658305" y="3180638"/>
                  <a:chExt cx="2142449" cy="617507"/>
                </a:xfrm>
              </p:grpSpPr>
              <p:sp>
                <p:nvSpPr>
                  <p:cNvPr id="420" name="矩形 419"/>
                  <p:cNvSpPr/>
                  <p:nvPr/>
                </p:nvSpPr>
                <p:spPr>
                  <a:xfrm>
                    <a:off x="1658305" y="3180638"/>
                    <a:ext cx="2142449" cy="1097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4" name="组合 143"/>
                  <p:cNvGrpSpPr/>
                  <p:nvPr/>
                </p:nvGrpSpPr>
                <p:grpSpPr>
                  <a:xfrm>
                    <a:off x="3277302" y="3211004"/>
                    <a:ext cx="508588" cy="587141"/>
                    <a:chOff x="1703214" y="3185928"/>
                    <a:chExt cx="582258" cy="521425"/>
                  </a:xfrm>
                </p:grpSpPr>
                <p:sp>
                  <p:nvSpPr>
                    <p:cNvPr id="145" name="矩形 144"/>
                    <p:cNvSpPr/>
                    <p:nvPr/>
                  </p:nvSpPr>
                  <p:spPr>
                    <a:xfrm>
                      <a:off x="1703214" y="3185928"/>
                      <a:ext cx="582258"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6" name="矩形 145"/>
                    <p:cNvSpPr/>
                    <p:nvPr/>
                  </p:nvSpPr>
                  <p:spPr>
                    <a:xfrm>
                      <a:off x="1703214" y="3388853"/>
                      <a:ext cx="530472"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 150"/>
                    <p:cNvSpPr/>
                    <p:nvPr/>
                  </p:nvSpPr>
                  <p:spPr>
                    <a:xfrm>
                      <a:off x="1703214" y="3602089"/>
                      <a:ext cx="530472"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5" name="组合 114"/>
                  <p:cNvGrpSpPr/>
                  <p:nvPr/>
                </p:nvGrpSpPr>
                <p:grpSpPr>
                  <a:xfrm>
                    <a:off x="1658305" y="3211004"/>
                    <a:ext cx="508588" cy="587141"/>
                    <a:chOff x="1703214" y="3185928"/>
                    <a:chExt cx="582258" cy="521425"/>
                  </a:xfrm>
                </p:grpSpPr>
                <p:sp>
                  <p:nvSpPr>
                    <p:cNvPr id="116" name="矩形 115"/>
                    <p:cNvSpPr/>
                    <p:nvPr/>
                  </p:nvSpPr>
                  <p:spPr>
                    <a:xfrm>
                      <a:off x="1703214" y="3185928"/>
                      <a:ext cx="582258"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矩形 116"/>
                    <p:cNvSpPr/>
                    <p:nvPr/>
                  </p:nvSpPr>
                  <p:spPr>
                    <a:xfrm>
                      <a:off x="1755000" y="3388853"/>
                      <a:ext cx="530472"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8" name="矩形 117"/>
                    <p:cNvSpPr/>
                    <p:nvPr/>
                  </p:nvSpPr>
                  <p:spPr>
                    <a:xfrm>
                      <a:off x="1755000" y="3602089"/>
                      <a:ext cx="530472" cy="105264"/>
                    </a:xfrm>
                    <a:prstGeom prst="rect">
                      <a:avLst/>
                    </a:prstGeom>
                    <a:solidFill>
                      <a:srgbClr val="E7E5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25" name="组合 124"/>
                <p:cNvGrpSpPr/>
                <p:nvPr/>
              </p:nvGrpSpPr>
              <p:grpSpPr>
                <a:xfrm>
                  <a:off x="2346134" y="3112822"/>
                  <a:ext cx="735363" cy="735267"/>
                  <a:chOff x="2347940" y="3126117"/>
                  <a:chExt cx="483318" cy="483256"/>
                </a:xfrm>
              </p:grpSpPr>
              <p:grpSp>
                <p:nvGrpSpPr>
                  <p:cNvPr id="148" name="组合 147"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p:nvPr/>
                </p:nvGrpSpPr>
                <p:grpSpPr>
                  <a:xfrm>
                    <a:off x="2390718" y="3167761"/>
                    <a:ext cx="439014" cy="405868"/>
                    <a:chOff x="3614738" y="1136650"/>
                    <a:chExt cx="4983163" cy="4606926"/>
                  </a:xfrm>
                </p:grpSpPr>
                <p:sp>
                  <p:nvSpPr>
                    <p:cNvPr id="172" name="is1íḍe"/>
                    <p:cNvSpPr/>
                    <p:nvPr/>
                  </p:nvSpPr>
                  <p:spPr bwMode="auto">
                    <a:xfrm>
                      <a:off x="3614738" y="2106613"/>
                      <a:ext cx="749300" cy="3636963"/>
                    </a:xfrm>
                    <a:prstGeom prst="rect">
                      <a:avLst/>
                    </a:prstGeom>
                    <a:solidFill>
                      <a:srgbClr val="8FD5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73" name="í$1idè"/>
                    <p:cNvSpPr/>
                    <p:nvPr/>
                  </p:nvSpPr>
                  <p:spPr bwMode="auto">
                    <a:xfrm>
                      <a:off x="3614738" y="2106613"/>
                      <a:ext cx="749300" cy="1123950"/>
                    </a:xfrm>
                    <a:prstGeom prst="rect">
                      <a:avLst/>
                    </a:prstGeom>
                    <a:solidFill>
                      <a:srgbClr val="3787B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75" name="ïšļíḋe"/>
                    <p:cNvSpPr/>
                    <p:nvPr/>
                  </p:nvSpPr>
                  <p:spPr bwMode="auto">
                    <a:xfrm>
                      <a:off x="4651376" y="2459038"/>
                      <a:ext cx="771525" cy="3284538"/>
                    </a:xfrm>
                    <a:prstGeom prst="rect">
                      <a:avLst/>
                    </a:prstGeom>
                    <a:solidFill>
                      <a:srgbClr val="8FD5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77" name="îŝ1iḑé"/>
                    <p:cNvSpPr/>
                    <p:nvPr/>
                  </p:nvSpPr>
                  <p:spPr bwMode="auto">
                    <a:xfrm>
                      <a:off x="4651376" y="2459038"/>
                      <a:ext cx="771525" cy="573088"/>
                    </a:xfrm>
                    <a:prstGeom prst="rect">
                      <a:avLst/>
                    </a:prstGeom>
                    <a:solidFill>
                      <a:srgbClr val="3787B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78" name="iṥľiďè"/>
                    <p:cNvSpPr/>
                    <p:nvPr/>
                  </p:nvSpPr>
                  <p:spPr bwMode="auto">
                    <a:xfrm>
                      <a:off x="5708651" y="2833688"/>
                      <a:ext cx="750888" cy="2909888"/>
                    </a:xfrm>
                    <a:prstGeom prst="rect">
                      <a:avLst/>
                    </a:prstGeom>
                    <a:solidFill>
                      <a:srgbClr val="8FD5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79" name="ïšļiḓè"/>
                    <p:cNvSpPr/>
                    <p:nvPr/>
                  </p:nvSpPr>
                  <p:spPr bwMode="auto">
                    <a:xfrm>
                      <a:off x="5708651" y="2833688"/>
                      <a:ext cx="750888" cy="661988"/>
                    </a:xfrm>
                    <a:prstGeom prst="rect">
                      <a:avLst/>
                    </a:prstGeom>
                    <a:solidFill>
                      <a:srgbClr val="3787B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80" name="î$ḷîdê"/>
                    <p:cNvSpPr/>
                    <p:nvPr/>
                  </p:nvSpPr>
                  <p:spPr bwMode="auto">
                    <a:xfrm>
                      <a:off x="6745288" y="3605213"/>
                      <a:ext cx="750888" cy="2138363"/>
                    </a:xfrm>
                    <a:prstGeom prst="rect">
                      <a:avLst/>
                    </a:prstGeom>
                    <a:solidFill>
                      <a:srgbClr val="8FD5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81" name="ïṡḻïdê"/>
                    <p:cNvSpPr/>
                    <p:nvPr/>
                  </p:nvSpPr>
                  <p:spPr bwMode="auto">
                    <a:xfrm>
                      <a:off x="6745288" y="3605213"/>
                      <a:ext cx="750888" cy="396875"/>
                    </a:xfrm>
                    <a:prstGeom prst="rect">
                      <a:avLst/>
                    </a:prstGeom>
                    <a:solidFill>
                      <a:srgbClr val="3787B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90" name="ïšľïḑè"/>
                    <p:cNvSpPr/>
                    <p:nvPr/>
                  </p:nvSpPr>
                  <p:spPr bwMode="auto">
                    <a:xfrm>
                      <a:off x="7781926" y="4464050"/>
                      <a:ext cx="771525" cy="1279525"/>
                    </a:xfrm>
                    <a:prstGeom prst="rect">
                      <a:avLst/>
                    </a:prstGeom>
                    <a:solidFill>
                      <a:srgbClr val="8FD5E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91" name="ïSľíḍê"/>
                    <p:cNvSpPr/>
                    <p:nvPr/>
                  </p:nvSpPr>
                  <p:spPr bwMode="auto">
                    <a:xfrm>
                      <a:off x="7781926" y="4464050"/>
                      <a:ext cx="771525" cy="331788"/>
                    </a:xfrm>
                    <a:prstGeom prst="rect">
                      <a:avLst/>
                    </a:prstGeom>
                    <a:solidFill>
                      <a:srgbClr val="3787BC"/>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p>
                  </p:txBody>
                </p:sp>
                <p:sp>
                  <p:nvSpPr>
                    <p:cNvPr id="192" name="îṡlïḋe"/>
                    <p:cNvSpPr/>
                    <p:nvPr/>
                  </p:nvSpPr>
                  <p:spPr bwMode="auto">
                    <a:xfrm>
                      <a:off x="3657601" y="1136650"/>
                      <a:ext cx="4940300" cy="2865438"/>
                    </a:xfrm>
                    <a:custGeom>
                      <a:avLst/>
                      <a:gdLst>
                        <a:gd name="T0" fmla="*/ 3112 w 3112"/>
                        <a:gd name="T1" fmla="*/ 1305 h 1805"/>
                        <a:gd name="T2" fmla="*/ 3112 w 3112"/>
                        <a:gd name="T3" fmla="*/ 1805 h 1805"/>
                        <a:gd name="T4" fmla="*/ 2612 w 3112"/>
                        <a:gd name="T5" fmla="*/ 1624 h 1805"/>
                        <a:gd name="T6" fmla="*/ 2765 w 3112"/>
                        <a:gd name="T7" fmla="*/ 1527 h 1805"/>
                        <a:gd name="T8" fmla="*/ 2515 w 3112"/>
                        <a:gd name="T9" fmla="*/ 1166 h 1805"/>
                        <a:gd name="T10" fmla="*/ 2195 w 3112"/>
                        <a:gd name="T11" fmla="*/ 1222 h 1805"/>
                        <a:gd name="T12" fmla="*/ 1890 w 3112"/>
                        <a:gd name="T13" fmla="*/ 764 h 1805"/>
                        <a:gd name="T14" fmla="*/ 1570 w 3112"/>
                        <a:gd name="T15" fmla="*/ 875 h 1805"/>
                        <a:gd name="T16" fmla="*/ 1084 w 3112"/>
                        <a:gd name="T17" fmla="*/ 417 h 1805"/>
                        <a:gd name="T18" fmla="*/ 848 w 3112"/>
                        <a:gd name="T19" fmla="*/ 556 h 1805"/>
                        <a:gd name="T20" fmla="*/ 0 w 3112"/>
                        <a:gd name="T21" fmla="*/ 236 h 1805"/>
                        <a:gd name="T22" fmla="*/ 84 w 3112"/>
                        <a:gd name="T23" fmla="*/ 0 h 1805"/>
                        <a:gd name="T24" fmla="*/ 820 w 3112"/>
                        <a:gd name="T25" fmla="*/ 278 h 1805"/>
                        <a:gd name="T26" fmla="*/ 1112 w 3112"/>
                        <a:gd name="T27" fmla="*/ 111 h 1805"/>
                        <a:gd name="T28" fmla="*/ 1626 w 3112"/>
                        <a:gd name="T29" fmla="*/ 583 h 1805"/>
                        <a:gd name="T30" fmla="*/ 1987 w 3112"/>
                        <a:gd name="T31" fmla="*/ 458 h 1805"/>
                        <a:gd name="T32" fmla="*/ 2320 w 3112"/>
                        <a:gd name="T33" fmla="*/ 944 h 1805"/>
                        <a:gd name="T34" fmla="*/ 2626 w 3112"/>
                        <a:gd name="T35" fmla="*/ 875 h 1805"/>
                        <a:gd name="T36" fmla="*/ 2973 w 3112"/>
                        <a:gd name="T37" fmla="*/ 1388 h 1805"/>
                        <a:gd name="T38" fmla="*/ 3112 w 3112"/>
                        <a:gd name="T39" fmla="*/ 1305 h 18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12" h="1805">
                          <a:moveTo>
                            <a:pt x="3112" y="1305"/>
                          </a:moveTo>
                          <a:lnTo>
                            <a:pt x="3112" y="1805"/>
                          </a:lnTo>
                          <a:lnTo>
                            <a:pt x="2612" y="1624"/>
                          </a:lnTo>
                          <a:lnTo>
                            <a:pt x="2765" y="1527"/>
                          </a:lnTo>
                          <a:lnTo>
                            <a:pt x="2515" y="1166"/>
                          </a:lnTo>
                          <a:lnTo>
                            <a:pt x="2195" y="1222"/>
                          </a:lnTo>
                          <a:lnTo>
                            <a:pt x="1890" y="764"/>
                          </a:lnTo>
                          <a:lnTo>
                            <a:pt x="1570" y="875"/>
                          </a:lnTo>
                          <a:lnTo>
                            <a:pt x="1084" y="417"/>
                          </a:lnTo>
                          <a:lnTo>
                            <a:pt x="848" y="556"/>
                          </a:lnTo>
                          <a:lnTo>
                            <a:pt x="0" y="236"/>
                          </a:lnTo>
                          <a:lnTo>
                            <a:pt x="84" y="0"/>
                          </a:lnTo>
                          <a:lnTo>
                            <a:pt x="820" y="278"/>
                          </a:lnTo>
                          <a:lnTo>
                            <a:pt x="1112" y="111"/>
                          </a:lnTo>
                          <a:lnTo>
                            <a:pt x="1626" y="583"/>
                          </a:lnTo>
                          <a:lnTo>
                            <a:pt x="1987" y="458"/>
                          </a:lnTo>
                          <a:lnTo>
                            <a:pt x="2320" y="944"/>
                          </a:lnTo>
                          <a:lnTo>
                            <a:pt x="2626" y="875"/>
                          </a:lnTo>
                          <a:lnTo>
                            <a:pt x="2973" y="1388"/>
                          </a:lnTo>
                          <a:lnTo>
                            <a:pt x="3112" y="1305"/>
                          </a:lnTo>
                          <a:close/>
                        </a:path>
                      </a:pathLst>
                    </a:custGeom>
                    <a:solidFill>
                      <a:srgbClr val="FD5A1E"/>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159" name="组合 158"/>
                  <p:cNvGrpSpPr/>
                  <p:nvPr/>
                </p:nvGrpSpPr>
                <p:grpSpPr>
                  <a:xfrm>
                    <a:off x="2347940" y="3126117"/>
                    <a:ext cx="483318" cy="483256"/>
                    <a:chOff x="4992153" y="5058387"/>
                    <a:chExt cx="183315" cy="183292"/>
                  </a:xfrm>
                </p:grpSpPr>
                <p:sp>
                  <p:nvSpPr>
                    <p:cNvPr id="161" name="矩形 160"/>
                    <p:cNvSpPr/>
                    <p:nvPr/>
                  </p:nvSpPr>
                  <p:spPr>
                    <a:xfrm>
                      <a:off x="5001989" y="5068223"/>
                      <a:ext cx="164175" cy="164176"/>
                    </a:xfrm>
                    <a:prstGeom prst="rect">
                      <a:avLst/>
                    </a:prstGeom>
                    <a:no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
                  <p:nvSpPr>
                    <p:cNvPr id="162" name="椭圆 161"/>
                    <p:cNvSpPr/>
                    <p:nvPr/>
                  </p:nvSpPr>
                  <p:spPr>
                    <a:xfrm flipH="1">
                      <a:off x="4992153" y="5058387"/>
                      <a:ext cx="19673" cy="19673"/>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椭圆 162"/>
                    <p:cNvSpPr/>
                    <p:nvPr/>
                  </p:nvSpPr>
                  <p:spPr>
                    <a:xfrm flipH="1">
                      <a:off x="5073974" y="5058387"/>
                      <a:ext cx="19673" cy="19673"/>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 name="椭圆 163"/>
                    <p:cNvSpPr/>
                    <p:nvPr/>
                  </p:nvSpPr>
                  <p:spPr>
                    <a:xfrm flipH="1">
                      <a:off x="5155795" y="5058387"/>
                      <a:ext cx="19673" cy="19673"/>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5" name="椭圆 164"/>
                    <p:cNvSpPr/>
                    <p:nvPr/>
                  </p:nvSpPr>
                  <p:spPr>
                    <a:xfrm flipH="1">
                      <a:off x="4992153" y="5222006"/>
                      <a:ext cx="19673" cy="19673"/>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6" name="椭圆 165"/>
                    <p:cNvSpPr/>
                    <p:nvPr/>
                  </p:nvSpPr>
                  <p:spPr>
                    <a:xfrm flipH="1">
                      <a:off x="5073974" y="5222006"/>
                      <a:ext cx="19673" cy="19673"/>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9" name="椭圆 168"/>
                    <p:cNvSpPr/>
                    <p:nvPr/>
                  </p:nvSpPr>
                  <p:spPr>
                    <a:xfrm flipH="1">
                      <a:off x="5155795" y="5222006"/>
                      <a:ext cx="19673" cy="19673"/>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0" name="椭圆 169"/>
                    <p:cNvSpPr/>
                    <p:nvPr/>
                  </p:nvSpPr>
                  <p:spPr>
                    <a:xfrm flipH="1">
                      <a:off x="4992153" y="5136664"/>
                      <a:ext cx="19673" cy="19673"/>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1" name="椭圆 170"/>
                    <p:cNvSpPr/>
                    <p:nvPr/>
                  </p:nvSpPr>
                  <p:spPr>
                    <a:xfrm flipH="1">
                      <a:off x="5155790" y="5136664"/>
                      <a:ext cx="19673" cy="19673"/>
                    </a:xfrm>
                    <a:prstGeom prst="ellipse">
                      <a:avLst/>
                    </a:prstGeom>
                    <a:solidFill>
                      <a:schemeClr val="bg1"/>
                    </a:solidFill>
                    <a:ln w="63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grpSp>
      </p:grpSp>
      <p:sp>
        <p:nvSpPr>
          <p:cNvPr id="2" name="矩形 1"/>
          <p:cNvSpPr/>
          <p:nvPr/>
        </p:nvSpPr>
        <p:spPr>
          <a:xfrm>
            <a:off x="8978025" y="128575"/>
            <a:ext cx="2540875" cy="771556"/>
          </a:xfrm>
          <a:prstGeom prst="rect">
            <a:avLst/>
          </a:prstGeom>
          <a:solidFill>
            <a:srgbClr val="F73434"/>
          </a:solidFill>
          <a:ln w="12700">
            <a:noFill/>
            <a:prstDash val="sysDash"/>
          </a:ln>
        </p:spPr>
        <p:txBody>
          <a:bodyPr wrap="square" lIns="91440" tIns="91440" rIns="91440" bIns="91440" rtlCol="0" anchor="ctr">
            <a:noAutofit/>
          </a:bodyPr>
          <a:lstStyle/>
          <a:p>
            <a:pPr>
              <a:lnSpc>
                <a:spcPct val="120000"/>
              </a:lnSpc>
            </a:pPr>
            <a:r>
              <a:rPr lang="en-US" altLang="zh-CN" sz="800" b="1" dirty="0">
                <a:solidFill>
                  <a:schemeClr val="bg1"/>
                </a:solidFill>
              </a:rPr>
              <a:t>Note:</a:t>
            </a:r>
            <a:endParaRPr lang="en-US" altLang="zh-CN" sz="800" b="1" dirty="0">
              <a:solidFill>
                <a:schemeClr val="bg1"/>
              </a:solidFill>
            </a:endParaRPr>
          </a:p>
          <a:p>
            <a:pPr>
              <a:lnSpc>
                <a:spcPct val="120000"/>
              </a:lnSpc>
            </a:pPr>
            <a:r>
              <a:rPr lang="zh-CN" altLang="en-US" sz="800" dirty="0">
                <a:solidFill>
                  <a:schemeClr val="bg1"/>
                </a:solidFill>
              </a:rPr>
              <a:t>本页为说明页，使用时请删除本页内容。</a:t>
            </a:r>
            <a:endParaRPr lang="zh-CN" altLang="en-US" sz="800" dirty="0">
              <a:solidFill>
                <a:schemeClr val="bg1"/>
              </a:solidFill>
            </a:endParaRPr>
          </a:p>
          <a:p>
            <a:pPr>
              <a:lnSpc>
                <a:spcPct val="120000"/>
              </a:lnSpc>
            </a:pPr>
            <a:r>
              <a:rPr lang="en-US" altLang="zh-CN" sz="800" dirty="0">
                <a:solidFill>
                  <a:schemeClr val="bg1"/>
                </a:solidFill>
              </a:rPr>
              <a:t>This slide is an instruction. Please </a:t>
            </a:r>
            <a:r>
              <a:rPr lang="en-US" altLang="zh-CN" sz="800">
                <a:solidFill>
                  <a:schemeClr val="bg1"/>
                </a:solidFill>
              </a:rPr>
              <a:t>delete </a:t>
            </a:r>
            <a:r>
              <a:rPr lang="en-US" altLang="zh-CN" sz="100">
                <a:solidFill>
                  <a:schemeClr val="bg1"/>
                </a:solidFill>
              </a:rPr>
              <a:t> </a:t>
            </a:r>
            <a:r>
              <a:rPr lang="en-US" altLang="zh-CN" sz="800">
                <a:solidFill>
                  <a:schemeClr val="bg1"/>
                </a:solidFill>
              </a:rPr>
              <a:t>this </a:t>
            </a:r>
            <a:r>
              <a:rPr lang="en-US" altLang="zh-CN" sz="800" dirty="0">
                <a:solidFill>
                  <a:schemeClr val="bg1"/>
                </a:solidFill>
              </a:rPr>
              <a:t>slide before using it for presentation.</a:t>
            </a:r>
            <a:endParaRPr lang="en-US" altLang="zh-CN" sz="800" dirty="0">
              <a:solidFill>
                <a:schemeClr val="bg1"/>
              </a:solidFill>
            </a:endParaRPr>
          </a:p>
        </p:txBody>
      </p:sp>
    </p:spTree>
    <p:custDataLst>
      <p:tags r:id="rId2"/>
    </p:custData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grpSp>
        <p:nvGrpSpPr>
          <p:cNvPr id="47" name="组合 46"/>
          <p:cNvGrpSpPr/>
          <p:nvPr/>
        </p:nvGrpSpPr>
        <p:grpSpPr>
          <a:xfrm>
            <a:off x="5252647" y="0"/>
            <a:ext cx="6939359" cy="6858000"/>
            <a:chOff x="5252643" y="0"/>
            <a:chExt cx="6939358" cy="6858000"/>
          </a:xfrm>
          <a:solidFill>
            <a:srgbClr val="F7F7F7"/>
          </a:solidFill>
        </p:grpSpPr>
        <p:sp>
          <p:nvSpPr>
            <p:cNvPr id="48" name="任意多边形: 形状 47"/>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grpFill/>
            <a:ln w="14015" cap="flat">
              <a:noFill/>
              <a:prstDash val="solid"/>
              <a:miter/>
            </a:ln>
          </p:spPr>
          <p:txBody>
            <a:bodyPr rtlCol="0" anchor="ctr"/>
            <a:lstStyle/>
            <a:p>
              <a:pPr lvl="0"/>
              <a:endParaRPr lang="zh-CN" altLang="en-US"/>
            </a:p>
          </p:txBody>
        </p:sp>
        <p:sp>
          <p:nvSpPr>
            <p:cNvPr id="49" name="任意多边形: 形状 48"/>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grpFill/>
            <a:ln w="11088" cap="flat">
              <a:noFill/>
              <a:prstDash val="solid"/>
              <a:miter/>
            </a:ln>
          </p:spPr>
          <p:txBody>
            <a:bodyPr rtlCol="0" anchor="ctr"/>
            <a:lstStyle/>
            <a:p>
              <a:pPr lvl="0"/>
              <a:endParaRPr lang="zh-CN" altLang="en-US"/>
            </a:p>
          </p:txBody>
        </p:sp>
        <p:sp>
          <p:nvSpPr>
            <p:cNvPr id="50" name="任意多边形: 形状 49"/>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grpFill/>
            <a:ln w="14015" cap="flat">
              <a:noFill/>
              <a:prstDash val="solid"/>
              <a:miter/>
            </a:ln>
          </p:spPr>
          <p:txBody>
            <a:bodyPr rtlCol="0" anchor="ctr"/>
            <a:lstStyle/>
            <a:p>
              <a:pPr lvl="0"/>
              <a:endParaRPr lang="zh-CN" altLang="en-US"/>
            </a:p>
          </p:txBody>
        </p:sp>
      </p:grpSp>
      <p:grpSp>
        <p:nvGrpSpPr>
          <p:cNvPr id="6" name="组合 5"/>
          <p:cNvGrpSpPr/>
          <p:nvPr/>
        </p:nvGrpSpPr>
        <p:grpSpPr>
          <a:xfrm>
            <a:off x="660400" y="2340017"/>
            <a:ext cx="2890521" cy="1850256"/>
            <a:chOff x="3422179" y="1150240"/>
            <a:chExt cx="2890521" cy="1850257"/>
          </a:xfrm>
        </p:grpSpPr>
        <p:sp>
          <p:nvSpPr>
            <p:cNvPr id="7" name="矩形 189"/>
            <p:cNvSpPr/>
            <p:nvPr/>
          </p:nvSpPr>
          <p:spPr>
            <a:xfrm>
              <a:off x="3422179" y="2665341"/>
              <a:ext cx="2890520" cy="335156"/>
            </a:xfrm>
            <a:prstGeom prst="rect">
              <a:avLst/>
            </a:prstGeom>
            <a:noFill/>
            <a:ln>
              <a:noFill/>
            </a:ln>
          </p:spPr>
          <p:txBody>
            <a:bodyPr wrap="square" anchor="ctr">
              <a:spAutoFit/>
            </a:bodyPr>
            <a:lstStyle/>
            <a:p>
              <a:pPr defTabSz="914400">
                <a:lnSpc>
                  <a:spcPct val="150000"/>
                </a:lnSpc>
                <a:defRPr/>
              </a:pPr>
              <a:r>
                <a:rPr lang="en-US" altLang="zh-CN" sz="1200" dirty="0">
                  <a:solidFill>
                    <a:srgbClr val="F73434"/>
                  </a:solidFill>
                  <a:latin typeface="Arial" panose="020B0604020202020204" pitchFamily="34" charset="0"/>
                  <a:ea typeface="微软雅黑" panose="020B0503020204020204" charset="-122"/>
                  <a:sym typeface="Arial" panose="020B0604020202020204" pitchFamily="34" charset="0"/>
                  <a:hlinkClick r:id="rId1"/>
                </a:rPr>
                <a:t>www</a:t>
              </a:r>
              <a:r>
                <a:rPr lang="en-US" altLang="zh-CN" sz="1200">
                  <a:solidFill>
                    <a:srgbClr val="F73434"/>
                  </a:solidFill>
                  <a:latin typeface="Arial" panose="020B0604020202020204" pitchFamily="34" charset="0"/>
                  <a:ea typeface="微软雅黑" panose="020B0503020204020204" charset="-122"/>
                  <a:sym typeface="Arial" panose="020B0604020202020204" pitchFamily="34" charset="0"/>
                  <a:hlinkClick r:id="rId1"/>
                </a:rPr>
                <a:t>.isl</a:t>
              </a:r>
              <a:r>
                <a:rPr lang="en-US" altLang="zh-CN" sz="100">
                  <a:solidFill>
                    <a:srgbClr val="F73434"/>
                  </a:solidFill>
                  <a:latin typeface="Arial" panose="020B0604020202020204" pitchFamily="34" charset="0"/>
                  <a:ea typeface="微软雅黑" panose="020B0503020204020204" charset="-122"/>
                  <a:sym typeface="Arial" panose="020B0604020202020204" pitchFamily="34" charset="0"/>
                  <a:hlinkClick r:id="rId1"/>
                </a:rPr>
                <a:t> </a:t>
              </a:r>
              <a:r>
                <a:rPr lang="en-US" altLang="zh-CN" sz="1200">
                  <a:solidFill>
                    <a:srgbClr val="F73434"/>
                  </a:solidFill>
                  <a:latin typeface="Arial" panose="020B0604020202020204" pitchFamily="34" charset="0"/>
                  <a:ea typeface="微软雅黑" panose="020B0503020204020204" charset="-122"/>
                  <a:sym typeface="Arial" panose="020B0604020202020204" pitchFamily="34" charset="0"/>
                  <a:hlinkClick r:id="rId1"/>
                </a:rPr>
                <a:t>ide</a:t>
              </a:r>
              <a:r>
                <a:rPr lang="en-US" altLang="zh-CN" sz="1200" dirty="0">
                  <a:solidFill>
                    <a:srgbClr val="F73434"/>
                  </a:solidFill>
                  <a:latin typeface="Arial" panose="020B0604020202020204" pitchFamily="34" charset="0"/>
                  <a:ea typeface="微软雅黑" panose="020B0503020204020204" charset="-122"/>
                  <a:sym typeface="Arial" panose="020B0604020202020204" pitchFamily="34" charset="0"/>
                  <a:hlinkClick r:id="rId1"/>
                </a:rPr>
                <a:t>.cc</a:t>
              </a:r>
              <a:endParaRPr lang="zh-CN" altLang="en-US" sz="1200" dirty="0">
                <a:solidFill>
                  <a:srgbClr val="F73434"/>
                </a:solidFill>
                <a:latin typeface="Arial" panose="020B0604020202020204" pitchFamily="34" charset="0"/>
                <a:ea typeface="微软雅黑" panose="020B0503020204020204" charset="-122"/>
                <a:sym typeface="Arial" panose="020B0604020202020204" pitchFamily="34" charset="0"/>
              </a:endParaRPr>
            </a:p>
          </p:txBody>
        </p:sp>
        <p:sp>
          <p:nvSpPr>
            <p:cNvPr id="8" name="矩形 190"/>
            <p:cNvSpPr/>
            <p:nvPr/>
          </p:nvSpPr>
          <p:spPr>
            <a:xfrm>
              <a:off x="3422180" y="1150240"/>
              <a:ext cx="2890520" cy="1224952"/>
            </a:xfrm>
            <a:prstGeom prst="rect">
              <a:avLst/>
            </a:prstGeom>
            <a:noFill/>
            <a:ln>
              <a:noFill/>
            </a:ln>
          </p:spPr>
          <p:txBody>
            <a:bodyPr wrap="square" anchor="t">
              <a:spAutoFit/>
            </a:bodyPr>
            <a:lstStyle/>
            <a:p>
              <a:pPr defTabSz="914400">
                <a:lnSpc>
                  <a:spcPct val="120000"/>
                </a:lnSpc>
                <a:defRPr/>
              </a:pPr>
              <a:r>
                <a:rPr lang="zh-CN" altLang="en-US" sz="1400" dirty="0">
                  <a:solidFill>
                    <a:srgbClr val="2F2F2F"/>
                  </a:solidFill>
                  <a:latin typeface="Arial" panose="020B0604020202020204" pitchFamily="34" charset="0"/>
                  <a:ea typeface="微软雅黑" panose="020B0503020204020204" charset="-122"/>
                  <a:sym typeface="Arial" panose="020B0604020202020204" pitchFamily="34" charset="0"/>
                </a:rPr>
                <a:t>海量原创模版 </a:t>
              </a:r>
              <a:r>
                <a:rPr lang="en-US" altLang="zh-CN" sz="1400" dirty="0">
                  <a:solidFill>
                    <a:srgbClr val="2F2F2F"/>
                  </a:solidFill>
                  <a:latin typeface="Arial" panose="020B0604020202020204" pitchFamily="34" charset="0"/>
                  <a:ea typeface="微软雅黑" panose="020B0503020204020204" charset="-122"/>
                  <a:sym typeface="Arial" panose="020B0604020202020204" pitchFamily="34" charset="0"/>
                </a:rPr>
                <a:t>+ </a:t>
              </a:r>
              <a:r>
                <a:rPr lang="zh-CN" altLang="en-US" sz="1400" dirty="0">
                  <a:solidFill>
                    <a:srgbClr val="2F2F2F"/>
                  </a:solidFill>
                  <a:latin typeface="Arial" panose="020B0604020202020204" pitchFamily="34" charset="0"/>
                  <a:ea typeface="微软雅黑" panose="020B0503020204020204" charset="-122"/>
                  <a:sym typeface="Arial" panose="020B0604020202020204" pitchFamily="34" charset="0"/>
                </a:rPr>
                <a:t>一键优化功能</a:t>
              </a:r>
              <a:endParaRPr lang="en-US" altLang="zh-CN" sz="1400" dirty="0">
                <a:solidFill>
                  <a:srgbClr val="2F2F2F"/>
                </a:solidFill>
                <a:latin typeface="Arial" panose="020B0604020202020204" pitchFamily="34" charset="0"/>
                <a:ea typeface="微软雅黑" panose="020B0503020204020204" charset="-122"/>
                <a:sym typeface="Arial" panose="020B0604020202020204" pitchFamily="34" charset="0"/>
              </a:endParaRPr>
            </a:p>
            <a:p>
              <a:pPr defTabSz="914400">
                <a:lnSpc>
                  <a:spcPct val="120000"/>
                </a:lnSpc>
                <a:defRPr/>
              </a:pPr>
              <a:r>
                <a:rPr lang="en-US" altLang="zh-CN" sz="1400" dirty="0">
                  <a:solidFill>
                    <a:srgbClr val="2F2F2F"/>
                  </a:solidFill>
                  <a:latin typeface="Arial" panose="020B0604020202020204" pitchFamily="34" charset="0"/>
                  <a:ea typeface="微软雅黑" panose="020B0503020204020204" charset="-122"/>
                  <a:sym typeface="Arial" panose="020B0604020202020204" pitchFamily="34" charset="0"/>
                </a:rPr>
                <a:t>iSlide</a:t>
              </a:r>
              <a:r>
                <a:rPr lang="zh-CN" altLang="en-US" sz="1400" dirty="0">
                  <a:solidFill>
                    <a:srgbClr val="2F2F2F"/>
                  </a:solidFill>
                  <a:latin typeface="Arial" panose="020B0604020202020204" pitchFamily="34" charset="0"/>
                  <a:ea typeface="微软雅黑" panose="020B0503020204020204" charset="-122"/>
                  <a:sym typeface="Arial" panose="020B0604020202020204" pitchFamily="34" charset="0"/>
                </a:rPr>
                <a:t>，让 </a:t>
              </a:r>
              <a:r>
                <a:rPr lang="en-US" altLang="zh-CN" sz="1400" dirty="0">
                  <a:solidFill>
                    <a:srgbClr val="2F2F2F"/>
                  </a:solidFill>
                  <a:latin typeface="Arial" panose="020B0604020202020204" pitchFamily="34" charset="0"/>
                  <a:ea typeface="微软雅黑" panose="020B0503020204020204" charset="-122"/>
                  <a:sym typeface="Arial" panose="020B0604020202020204" pitchFamily="34" charset="0"/>
                </a:rPr>
                <a:t>PPT </a:t>
              </a:r>
              <a:r>
                <a:rPr lang="zh-CN" altLang="en-US" sz="1400" dirty="0">
                  <a:solidFill>
                    <a:srgbClr val="2F2F2F"/>
                  </a:solidFill>
                  <a:latin typeface="Arial" panose="020B0604020202020204" pitchFamily="34" charset="0"/>
                  <a:ea typeface="微软雅黑" panose="020B0503020204020204" charset="-122"/>
                  <a:sym typeface="Arial" panose="020B0604020202020204" pitchFamily="34" charset="0"/>
                </a:rPr>
                <a:t>设计简单起来！</a:t>
              </a:r>
              <a:endParaRPr lang="en-US" altLang="zh-CN" sz="1400" dirty="0">
                <a:solidFill>
                  <a:srgbClr val="2F2F2F"/>
                </a:solidFill>
                <a:latin typeface="Arial" panose="020B0604020202020204" pitchFamily="34" charset="0"/>
                <a:ea typeface="微软雅黑" panose="020B0503020204020204" charset="-122"/>
                <a:sym typeface="Arial" panose="020B0604020202020204" pitchFamily="34" charset="0"/>
              </a:endParaRPr>
            </a:p>
            <a:p>
              <a:pPr defTabSz="914400">
                <a:defRPr/>
              </a:pPr>
              <a:endParaRPr lang="en-US" altLang="zh-CN" sz="1000" dirty="0">
                <a:solidFill>
                  <a:srgbClr val="000000"/>
                </a:solidFill>
                <a:latin typeface="Arial" panose="020B0604020202020204" pitchFamily="34" charset="0"/>
                <a:ea typeface="微软雅黑" panose="020B0503020204020204" charset="-122"/>
                <a:sym typeface="Arial" panose="020B0604020202020204" pitchFamily="34" charset="0"/>
              </a:endParaRPr>
            </a:p>
            <a:p>
              <a:pPr defTabSz="914400">
                <a:defRPr/>
              </a:pPr>
              <a:r>
                <a:rPr lang="en-US" altLang="zh-CN" sz="1000" dirty="0">
                  <a:solidFill>
                    <a:schemeClr val="bg1">
                      <a:lumMod val="65000"/>
                    </a:schemeClr>
                  </a:solidFill>
                  <a:latin typeface="Arial" panose="020B0604020202020204" pitchFamily="34" charset="0"/>
                  <a:ea typeface="微软雅黑" panose="020B0503020204020204" charset="-122"/>
                  <a:sym typeface="Arial" panose="020B0604020202020204" pitchFamily="34" charset="0"/>
                </a:rPr>
                <a:t>One-click </a:t>
              </a:r>
              <a:r>
                <a:rPr lang="en-US" altLang="zh-CN" sz="1000">
                  <a:solidFill>
                    <a:schemeClr val="bg1">
                      <a:lumMod val="65000"/>
                    </a:schemeClr>
                  </a:solidFill>
                  <a:latin typeface="Arial" panose="020B0604020202020204" pitchFamily="34" charset="0"/>
                  <a:ea typeface="微软雅黑" panose="020B0503020204020204" charset="-122"/>
                  <a:sym typeface="Arial" panose="020B0604020202020204" pitchFamily="34" charset="0"/>
                </a:rPr>
                <a:t>Optimization Feat</a:t>
              </a:r>
              <a:r>
                <a:rPr lang="en-US" altLang="zh-CN" sz="100">
                  <a:solidFill>
                    <a:schemeClr val="bg1">
                      <a:lumMod val="65000"/>
                    </a:schemeClr>
                  </a:solidFill>
                  <a:latin typeface="Arial" panose="020B0604020202020204" pitchFamily="34" charset="0"/>
                  <a:ea typeface="微软雅黑" panose="020B0503020204020204" charset="-122"/>
                  <a:sym typeface="Arial" panose="020B0604020202020204" pitchFamily="34" charset="0"/>
                </a:rPr>
                <a:t> </a:t>
              </a:r>
              <a:r>
                <a:rPr lang="en-US" altLang="zh-CN" sz="1000">
                  <a:solidFill>
                    <a:schemeClr val="bg1">
                      <a:lumMod val="65000"/>
                    </a:schemeClr>
                  </a:solidFill>
                  <a:latin typeface="Arial" panose="020B0604020202020204" pitchFamily="34" charset="0"/>
                  <a:ea typeface="微软雅黑" panose="020B0503020204020204" charset="-122"/>
                  <a:sym typeface="Arial" panose="020B0604020202020204" pitchFamily="34" charset="0"/>
                </a:rPr>
                <a:t>ures </a:t>
              </a:r>
              <a:r>
                <a:rPr lang="en-US" altLang="zh-CN" sz="1000" dirty="0">
                  <a:solidFill>
                    <a:schemeClr val="bg1">
                      <a:lumMod val="65000"/>
                    </a:schemeClr>
                  </a:solidFill>
                  <a:latin typeface="Arial" panose="020B0604020202020204" pitchFamily="34" charset="0"/>
                  <a:ea typeface="微软雅黑" panose="020B0503020204020204" charset="-122"/>
                  <a:sym typeface="Arial" panose="020B0604020202020204" pitchFamily="34" charset="0"/>
                </a:rPr>
                <a:t>&amp; </a:t>
              </a:r>
              <a:endParaRPr lang="en-US" altLang="zh-CN" sz="1000" dirty="0">
                <a:solidFill>
                  <a:schemeClr val="bg1">
                    <a:lumMod val="65000"/>
                  </a:schemeClr>
                </a:solidFill>
                <a:latin typeface="Arial" panose="020B0604020202020204" pitchFamily="34" charset="0"/>
                <a:ea typeface="微软雅黑" panose="020B0503020204020204" charset="-122"/>
                <a:sym typeface="Arial" panose="020B0604020202020204" pitchFamily="34" charset="0"/>
              </a:endParaRPr>
            </a:p>
            <a:p>
              <a:pPr defTabSz="914400">
                <a:defRPr/>
              </a:pPr>
              <a:r>
                <a:rPr lang="en-US" altLang="zh-CN" sz="1000" dirty="0">
                  <a:solidFill>
                    <a:schemeClr val="bg1">
                      <a:lumMod val="65000"/>
                    </a:schemeClr>
                  </a:solidFill>
                  <a:latin typeface="Arial" panose="020B0604020202020204" pitchFamily="34" charset="0"/>
                  <a:ea typeface="微软雅黑" panose="020B0503020204020204" charset="-122"/>
                  <a:sym typeface="Arial" panose="020B0604020202020204" pitchFamily="34" charset="0"/>
                </a:rPr>
                <a:t>Massive Presentation Resources</a:t>
              </a:r>
              <a:endParaRPr lang="en-US" altLang="zh-CN" sz="1000" dirty="0">
                <a:solidFill>
                  <a:schemeClr val="bg1">
                    <a:lumMod val="65000"/>
                  </a:schemeClr>
                </a:solidFill>
                <a:latin typeface="Arial" panose="020B0604020202020204" pitchFamily="34" charset="0"/>
                <a:ea typeface="微软雅黑" panose="020B0503020204020204" charset="-122"/>
                <a:sym typeface="Arial" panose="020B0604020202020204" pitchFamily="34" charset="0"/>
              </a:endParaRPr>
            </a:p>
            <a:p>
              <a:pPr defTabSz="914400">
                <a:defRPr/>
              </a:pPr>
              <a:r>
                <a:rPr lang="en-US" altLang="zh-CN" sz="1000" dirty="0">
                  <a:solidFill>
                    <a:schemeClr val="bg1">
                      <a:lumMod val="65000"/>
                    </a:schemeClr>
                  </a:solidFill>
                  <a:latin typeface="Arial" panose="020B0604020202020204" pitchFamily="34" charset="0"/>
                  <a:ea typeface="微软雅黑" panose="020B0503020204020204" charset="-122"/>
                  <a:sym typeface="Arial" panose="020B0604020202020204" pitchFamily="34" charset="0"/>
                </a:rPr>
                <a:t>Great Presentation Made Easy with iSlide</a:t>
              </a:r>
              <a:endParaRPr lang="zh-CN" altLang="en-US" sz="1000" dirty="0">
                <a:solidFill>
                  <a:schemeClr val="bg1">
                    <a:lumMod val="65000"/>
                  </a:schemeClr>
                </a:solidFill>
                <a:latin typeface="Arial" panose="020B0604020202020204" pitchFamily="34" charset="0"/>
                <a:ea typeface="微软雅黑" panose="020B0503020204020204" charset="-122"/>
                <a:sym typeface="Arial" panose="020B0604020202020204" pitchFamily="34" charset="0"/>
              </a:endParaRPr>
            </a:p>
          </p:txBody>
        </p:sp>
      </p:grpSp>
      <p:grpSp>
        <p:nvGrpSpPr>
          <p:cNvPr id="35" name="组合 34"/>
          <p:cNvGrpSpPr/>
          <p:nvPr/>
        </p:nvGrpSpPr>
        <p:grpSpPr>
          <a:xfrm>
            <a:off x="3937427" y="2352595"/>
            <a:ext cx="7581473" cy="3646763"/>
            <a:chOff x="3898800" y="2179738"/>
            <a:chExt cx="7619676" cy="3466182"/>
          </a:xfrm>
        </p:grpSpPr>
        <p:sp>
          <p:nvSpPr>
            <p:cNvPr id="20" name="矩形 19"/>
            <p:cNvSpPr/>
            <p:nvPr/>
          </p:nvSpPr>
          <p:spPr>
            <a:xfrm>
              <a:off x="3898800" y="2495332"/>
              <a:ext cx="7619676" cy="3150588"/>
            </a:xfrm>
            <a:prstGeom prst="rect">
              <a:avLst/>
            </a:prstGeom>
            <a:ln w="3175">
              <a:noFill/>
            </a:ln>
          </p:spPr>
          <p:txBody>
            <a:bodyPr wrap="square">
              <a:noAutofit/>
            </a:bodyPr>
            <a:lstStyle/>
            <a:p>
              <a:pPr>
                <a:lnSpc>
                  <a:spcPct val="150000"/>
                </a:lnSpc>
              </a:pPr>
              <a: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t>本 </a:t>
              </a:r>
              <a:r>
                <a:rPr lang="en-US" altLang="zh-CN" sz="900" dirty="0">
                  <a:solidFill>
                    <a:srgbClr val="2F2F2F"/>
                  </a:solidFill>
                  <a:latin typeface="Arial" panose="020B0604020202020204" pitchFamily="34" charset="0"/>
                  <a:ea typeface="微软雅黑" panose="020B0503020204020204" charset="-122"/>
                  <a:sym typeface="Arial" panose="020B0604020202020204" pitchFamily="34" charset="0"/>
                </a:rPr>
                <a:t>PPT </a:t>
              </a:r>
              <a: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t>文件由 </a:t>
              </a:r>
              <a:r>
                <a:rPr lang="en-US" altLang="zh-CN" sz="900" dirty="0">
                  <a:solidFill>
                    <a:srgbClr val="2F2F2F"/>
                  </a:solidFill>
                  <a:latin typeface="Arial" panose="020B0604020202020204" pitchFamily="34" charset="0"/>
                  <a:ea typeface="微软雅黑" panose="020B0503020204020204" charset="-122"/>
                  <a:sym typeface="Arial" panose="020B0604020202020204" pitchFamily="34" charset="0"/>
                </a:rPr>
                <a:t>iSlide </a:t>
              </a:r>
              <a: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t>提供</a:t>
              </a:r>
              <a:b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br>
              <a:r>
                <a:rPr lang="en-US" altLang="zh-CN" sz="900" dirty="0">
                  <a:solidFill>
                    <a:srgbClr val="2F2F2F"/>
                  </a:solidFill>
                  <a:latin typeface="Arial" panose="020B0604020202020204" pitchFamily="34" charset="0"/>
                  <a:ea typeface="微软雅黑" panose="020B0503020204020204" charset="-122"/>
                  <a:sym typeface="Arial" panose="020B0604020202020204" pitchFamily="34" charset="0"/>
                </a:rPr>
                <a:t>iSlide </a:t>
              </a:r>
              <a: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t>尊重知识产权并注重保护用户享有的各项权利。</a:t>
              </a:r>
              <a:endParaRPr lang="en-US" altLang="zh-CN" sz="900" dirty="0">
                <a:solidFill>
                  <a:srgbClr val="2F2F2F"/>
                </a:solidFill>
                <a:latin typeface="Arial" panose="020B0604020202020204" pitchFamily="34" charset="0"/>
                <a:ea typeface="微软雅黑" panose="020B0503020204020204" charset="-122"/>
                <a:sym typeface="Arial" panose="020B0604020202020204" pitchFamily="34" charset="0"/>
              </a:endParaRPr>
            </a:p>
            <a:p>
              <a:pPr>
                <a:lnSpc>
                  <a:spcPct val="150000"/>
                </a:lnSpc>
              </a:pPr>
              <a: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t>郑重提醒您：</a:t>
              </a:r>
              <a:b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br>
              <a: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t>本 </a:t>
              </a:r>
              <a:r>
                <a:rPr lang="en-US" altLang="zh-CN" sz="900" dirty="0">
                  <a:solidFill>
                    <a:srgbClr val="2F2F2F"/>
                  </a:solidFill>
                  <a:latin typeface="Arial" panose="020B0604020202020204" pitchFamily="34" charset="0"/>
                  <a:ea typeface="微软雅黑" panose="020B0503020204020204" charset="-122"/>
                  <a:sym typeface="Arial" panose="020B0604020202020204" pitchFamily="34" charset="0"/>
                </a:rPr>
                <a:t>PPT </a:t>
              </a:r>
              <a: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t>文件中提供的任何信息内容的所有权、知识产权归其原始权利人或权利受让人所有，您免费</a:t>
              </a:r>
              <a:r>
                <a:rPr lang="en-US" altLang="zh-CN" sz="900" dirty="0">
                  <a:solidFill>
                    <a:srgbClr val="2F2F2F"/>
                  </a:solidFill>
                  <a:latin typeface="Arial" panose="020B0604020202020204" pitchFamily="34" charset="0"/>
                  <a:ea typeface="微软雅黑" panose="020B0503020204020204" charset="-122"/>
                  <a:sym typeface="Arial" panose="020B0604020202020204" pitchFamily="34" charset="0"/>
                </a:rPr>
                <a:t>/</a:t>
              </a:r>
              <a: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t>付费获得的是信息内容的使用权，您的使用行为应当遵循 </a:t>
              </a:r>
              <a:r>
                <a:rPr lang="en-US" altLang="zh-CN" sz="900" dirty="0">
                  <a:solidFill>
                    <a:srgbClr val="2F2F2F"/>
                  </a:solidFill>
                  <a:latin typeface="Arial" panose="020B0604020202020204" pitchFamily="34" charset="0"/>
                  <a:ea typeface="微软雅黑" panose="020B0503020204020204" charset="-122"/>
                  <a:sym typeface="Arial" panose="020B0604020202020204" pitchFamily="34" charset="0"/>
                </a:rPr>
                <a:t>iSlide </a:t>
              </a:r>
              <a: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t>官方网站（ </a:t>
              </a:r>
              <a:r>
                <a:rPr lang="en-US" altLang="zh-CN" sz="900" dirty="0">
                  <a:solidFill>
                    <a:srgbClr val="2F2F2F"/>
                  </a:solidFill>
                  <a:latin typeface="Arial" panose="020B0604020202020204" pitchFamily="34" charset="0"/>
                  <a:ea typeface="微软雅黑" panose="020B0503020204020204" charset="-122"/>
                  <a:sym typeface="Arial" panose="020B0604020202020204" pitchFamily="34" charset="0"/>
                </a:rPr>
                <a:t>https://www.islide.cc </a:t>
              </a:r>
              <a: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t>）的“版权声明”、“用户协议”、“会员协议”等条款的约束。</a:t>
              </a:r>
              <a:b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br>
              <a:r>
                <a:rPr lang="en-US" altLang="zh-CN" sz="900" dirty="0">
                  <a:solidFill>
                    <a:srgbClr val="2F2F2F"/>
                  </a:solidFill>
                  <a:latin typeface="Arial" panose="020B0604020202020204" pitchFamily="34" charset="0"/>
                  <a:ea typeface="微软雅黑" panose="020B0503020204020204" charset="-122"/>
                  <a:sym typeface="Arial" panose="020B0604020202020204" pitchFamily="34" charset="0"/>
                </a:rPr>
                <a:t>1</a:t>
              </a:r>
              <a: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t>、您不可将信息内容的全部或部分用于出售，或以出租、出借、发布等其他任何直接获利方式供他人使用；</a:t>
              </a:r>
              <a:b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br>
              <a:r>
                <a:rPr lang="en-US" altLang="zh-CN" sz="900" dirty="0">
                  <a:solidFill>
                    <a:srgbClr val="2F2F2F"/>
                  </a:solidFill>
                  <a:latin typeface="Arial" panose="020B0604020202020204" pitchFamily="34" charset="0"/>
                  <a:ea typeface="微软雅黑" panose="020B0503020204020204" charset="-122"/>
                  <a:sym typeface="Arial" panose="020B0604020202020204" pitchFamily="34" charset="0"/>
                </a:rPr>
                <a:t>2</a:t>
              </a:r>
              <a: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t>、您不可在接入互联网或移动互联网的任何网站、平台、应用或程序上以任何方式为他人提供 </a:t>
              </a:r>
              <a:r>
                <a:rPr lang="en-US" altLang="zh-CN" sz="900" dirty="0">
                  <a:solidFill>
                    <a:srgbClr val="2F2F2F"/>
                  </a:solidFill>
                  <a:latin typeface="Arial" panose="020B0604020202020204" pitchFamily="34" charset="0"/>
                  <a:ea typeface="微软雅黑" panose="020B0503020204020204" charset="-122"/>
                  <a:sym typeface="Arial" panose="020B0604020202020204" pitchFamily="34" charset="0"/>
                </a:rPr>
                <a:t>iSlide </a:t>
              </a:r>
              <a: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t>工具 </a:t>
              </a:r>
              <a:r>
                <a:rPr lang="en-US" altLang="zh-CN" sz="900" dirty="0">
                  <a:solidFill>
                    <a:srgbClr val="2F2F2F"/>
                  </a:solidFill>
                  <a:latin typeface="Arial" panose="020B0604020202020204" pitchFamily="34" charset="0"/>
                  <a:ea typeface="微软雅黑" panose="020B0503020204020204" charset="-122"/>
                  <a:sym typeface="Arial" panose="020B0604020202020204" pitchFamily="34" charset="0"/>
                </a:rPr>
                <a:t>/ </a:t>
              </a:r>
              <a:r>
                <a:rPr lang="zh-CN" altLang="en-US" sz="900" dirty="0">
                  <a:solidFill>
                    <a:srgbClr val="2F2F2F"/>
                  </a:solidFill>
                  <a:latin typeface="Arial" panose="020B0604020202020204" pitchFamily="34" charset="0"/>
                  <a:ea typeface="微软雅黑" panose="020B0503020204020204" charset="-122"/>
                  <a:sym typeface="Arial" panose="020B0604020202020204" pitchFamily="34" charset="0"/>
                </a:rPr>
                <a:t>平台中的资源内容下载。</a:t>
              </a:r>
              <a:endParaRPr lang="en-US" altLang="zh-CN" sz="900" dirty="0">
                <a:solidFill>
                  <a:srgbClr val="2F2F2F"/>
                </a:solidFill>
                <a:latin typeface="Arial" panose="020B0604020202020204" pitchFamily="34" charset="0"/>
                <a:ea typeface="微软雅黑" panose="020B0503020204020204" charset="-122"/>
                <a:sym typeface="Arial" panose="020B0604020202020204" pitchFamily="34" charset="0"/>
              </a:endParaRPr>
            </a:p>
            <a:p>
              <a:pPr>
                <a:lnSpc>
                  <a:spcPct val="150000"/>
                </a:lnSpc>
              </a:pPr>
              <a:endParaRPr lang="en-US" altLang="zh-CN" sz="900" dirty="0">
                <a:solidFill>
                  <a:schemeClr val="accent3"/>
                </a:solidFill>
                <a:latin typeface="Arial" panose="020B0604020202020204" pitchFamily="34" charset="0"/>
                <a:ea typeface="微软雅黑" panose="020B0503020204020204" charset="-122"/>
                <a:sym typeface="Arial" panose="020B0604020202020204" pitchFamily="34" charset="0"/>
              </a:endParaRPr>
            </a:p>
            <a:p>
              <a:pPr>
                <a:lnSpc>
                  <a:spcPct val="150000"/>
                </a:lnSpc>
              </a:pPr>
              <a:r>
                <a:rPr lang="en-US" altLang="zh-CN" sz="900" dirty="0">
                  <a:solidFill>
                    <a:srgbClr val="A6A6A6"/>
                  </a:solidFill>
                  <a:latin typeface="Arial" panose="020B0604020202020204" pitchFamily="34" charset="0"/>
                  <a:ea typeface="微软雅黑" panose="020B0503020204020204" charset="-122"/>
                  <a:sym typeface="Arial" panose="020B0604020202020204" pitchFamily="34" charset="0"/>
                </a:rPr>
                <a:t>This presentation file is supplied by iSlide.</a:t>
              </a:r>
              <a:endParaRPr lang="en-US" altLang="zh-CN" sz="900" dirty="0">
                <a:solidFill>
                  <a:srgbClr val="A6A6A6"/>
                </a:solidFill>
                <a:latin typeface="Arial" panose="020B0604020202020204" pitchFamily="34" charset="0"/>
                <a:ea typeface="微软雅黑" panose="020B0503020204020204" charset="-122"/>
                <a:sym typeface="Arial" panose="020B0604020202020204" pitchFamily="34" charset="0"/>
              </a:endParaRPr>
            </a:p>
            <a:p>
              <a:pPr>
                <a:lnSpc>
                  <a:spcPct val="150000"/>
                </a:lnSpc>
              </a:pPr>
              <a:r>
                <a:rPr lang="en-US" altLang="zh-CN" sz="900" dirty="0">
                  <a:solidFill>
                    <a:srgbClr val="A6A6A6"/>
                  </a:solidFill>
                  <a:latin typeface="Arial" panose="020B0604020202020204" pitchFamily="34" charset="0"/>
                  <a:ea typeface="微软雅黑" panose="020B0503020204020204" charset="-122"/>
                  <a:sym typeface="Arial" panose="020B0604020202020204" pitchFamily="34" charset="0"/>
                </a:rPr>
                <a:t>iSlide respects all intellectual property rights and protects all the rights its users acquired. Here iSlide solemnly reminds you:</a:t>
              </a:r>
              <a:endParaRPr lang="en-US" altLang="zh-CN" sz="900" dirty="0">
                <a:solidFill>
                  <a:srgbClr val="A6A6A6"/>
                </a:solidFill>
                <a:latin typeface="Arial" panose="020B0604020202020204" pitchFamily="34" charset="0"/>
                <a:ea typeface="微软雅黑" panose="020B0503020204020204" charset="-122"/>
                <a:sym typeface="Arial" panose="020B0604020202020204" pitchFamily="34" charset="0"/>
              </a:endParaRPr>
            </a:p>
            <a:p>
              <a:pPr>
                <a:lnSpc>
                  <a:spcPct val="150000"/>
                </a:lnSpc>
              </a:pPr>
              <a:endParaRPr lang="en-US" altLang="zh-CN" sz="900" dirty="0">
                <a:solidFill>
                  <a:srgbClr val="A6A6A6"/>
                </a:solidFill>
                <a:latin typeface="Arial" panose="020B0604020202020204" pitchFamily="34" charset="0"/>
                <a:ea typeface="微软雅黑" panose="020B0503020204020204" charset="-122"/>
                <a:sym typeface="Arial" panose="020B0604020202020204" pitchFamily="34" charset="0"/>
              </a:endParaRPr>
            </a:p>
            <a:p>
              <a:pPr>
                <a:lnSpc>
                  <a:spcPct val="150000"/>
                </a:lnSpc>
              </a:pPr>
              <a:r>
                <a:rPr lang="en-US" altLang="zh-CN" sz="900" dirty="0">
                  <a:solidFill>
                    <a:srgbClr val="A6A6A6"/>
                  </a:solidFill>
                  <a:latin typeface="Arial" panose="020B0604020202020204" pitchFamily="34" charset="0"/>
                  <a:ea typeface="微软雅黑" panose="020B0503020204020204" charset="-122"/>
                  <a:sym typeface="Arial" panose="020B0604020202020204" pitchFamily="34" charset="0"/>
                </a:rPr>
                <a:t>The ownership and </a:t>
              </a:r>
              <a:r>
                <a:rPr lang="en-US" altLang="zh-CN" sz="900">
                  <a:solidFill>
                    <a:srgbClr val="A6A6A6"/>
                  </a:solidFill>
                  <a:latin typeface="Arial" panose="020B0604020202020204" pitchFamily="34" charset="0"/>
                  <a:ea typeface="微软雅黑" panose="020B0503020204020204" charset="-122"/>
                  <a:sym typeface="Arial" panose="020B0604020202020204" pitchFamily="34" charset="0"/>
                </a:rPr>
                <a:t>intellectual prop</a:t>
              </a:r>
              <a:r>
                <a:rPr lang="en-US" altLang="zh-CN" sz="100">
                  <a:solidFill>
                    <a:srgbClr val="A6A6A6"/>
                  </a:solidFill>
                  <a:latin typeface="Arial" panose="020B0604020202020204" pitchFamily="34" charset="0"/>
                  <a:ea typeface="微软雅黑" panose="020B0503020204020204" charset="-122"/>
                  <a:sym typeface="Arial" panose="020B0604020202020204" pitchFamily="34" charset="0"/>
                </a:rPr>
                <a:t> </a:t>
              </a:r>
              <a:r>
                <a:rPr lang="en-US" altLang="zh-CN" sz="900">
                  <a:solidFill>
                    <a:srgbClr val="A6A6A6"/>
                  </a:solidFill>
                  <a:latin typeface="Arial" panose="020B0604020202020204" pitchFamily="34" charset="0"/>
                  <a:ea typeface="微软雅黑" panose="020B0503020204020204" charset="-122"/>
                  <a:sym typeface="Arial" panose="020B0604020202020204" pitchFamily="34" charset="0"/>
                </a:rPr>
                <a:t>erty </a:t>
              </a:r>
              <a:r>
                <a:rPr lang="en-US" altLang="zh-CN" sz="900" dirty="0">
                  <a:solidFill>
                    <a:srgbClr val="A6A6A6"/>
                  </a:solidFill>
                  <a:latin typeface="Arial" panose="020B0604020202020204" pitchFamily="34" charset="0"/>
                  <a:ea typeface="微软雅黑" panose="020B0503020204020204" charset="-122"/>
                  <a:sym typeface="Arial" panose="020B0604020202020204" pitchFamily="34" charset="0"/>
                </a:rPr>
                <a:t>of any content in this PowerPoint presentation belongs to its owner or the assignee of this ownership. What you purchased or got for free is the right to use the content. The usage should be subject to the terms of “Copyright Notice”, “User License Agreement”, “Premium Agreement” and more Agreements of iSlide official website (https://www.islide.cc ) :</a:t>
              </a:r>
              <a:endParaRPr lang="en-US" altLang="zh-CN" sz="900" dirty="0">
                <a:solidFill>
                  <a:srgbClr val="A6A6A6"/>
                </a:solidFill>
                <a:latin typeface="Arial" panose="020B0604020202020204" pitchFamily="34" charset="0"/>
                <a:ea typeface="微软雅黑" panose="020B0503020204020204" charset="-122"/>
                <a:sym typeface="Arial" panose="020B0604020202020204" pitchFamily="34" charset="0"/>
              </a:endParaRPr>
            </a:p>
            <a:p>
              <a:pPr>
                <a:lnSpc>
                  <a:spcPct val="150000"/>
                </a:lnSpc>
              </a:pPr>
              <a:r>
                <a:rPr lang="en-US" altLang="zh-CN" sz="900" dirty="0">
                  <a:solidFill>
                    <a:srgbClr val="A6A6A6"/>
                  </a:solidFill>
                  <a:latin typeface="Arial" panose="020B0604020202020204" pitchFamily="34" charset="0"/>
                  <a:ea typeface="微软雅黑" panose="020B0503020204020204" charset="-122"/>
                  <a:sym typeface="Arial" panose="020B0604020202020204" pitchFamily="34" charset="0"/>
                </a:rPr>
                <a:t>1.You may not use all or part of the content for sale; or rent, lend; or distribute it in any directly profitable way.</a:t>
              </a:r>
              <a:endParaRPr lang="en-US" altLang="zh-CN" sz="900" dirty="0">
                <a:solidFill>
                  <a:srgbClr val="A6A6A6"/>
                </a:solidFill>
                <a:latin typeface="Arial" panose="020B0604020202020204" pitchFamily="34" charset="0"/>
                <a:ea typeface="微软雅黑" panose="020B0503020204020204" charset="-122"/>
                <a:sym typeface="Arial" panose="020B0604020202020204" pitchFamily="34" charset="0"/>
              </a:endParaRPr>
            </a:p>
            <a:p>
              <a:pPr>
                <a:lnSpc>
                  <a:spcPct val="150000"/>
                </a:lnSpc>
              </a:pPr>
              <a:r>
                <a:rPr lang="en-US" altLang="zh-CN" sz="900" dirty="0">
                  <a:solidFill>
                    <a:srgbClr val="A6A6A6"/>
                  </a:solidFill>
                  <a:latin typeface="Arial" panose="020B0604020202020204" pitchFamily="34" charset="0"/>
                  <a:ea typeface="微软雅黑" panose="020B0503020204020204" charset="-122"/>
                  <a:sym typeface="Arial" panose="020B0604020202020204" pitchFamily="34" charset="0"/>
                </a:rPr>
                <a:t>2.You may not provide the resource of iSlide add-in/platform to any website, platform, application in the Internet or mobile Internet in any way.</a:t>
              </a:r>
              <a:endParaRPr lang="en-US" altLang="zh-CN" sz="900" dirty="0">
                <a:solidFill>
                  <a:srgbClr val="A6A6A6"/>
                </a:solidFill>
                <a:latin typeface="Arial" panose="020B0604020202020204" pitchFamily="34" charset="0"/>
                <a:ea typeface="微软雅黑" panose="020B0503020204020204" charset="-122"/>
                <a:sym typeface="Arial" panose="020B0604020202020204" pitchFamily="34" charset="0"/>
              </a:endParaRPr>
            </a:p>
          </p:txBody>
        </p:sp>
        <p:sp>
          <p:nvSpPr>
            <p:cNvPr id="34" name="矩形 33"/>
            <p:cNvSpPr/>
            <p:nvPr/>
          </p:nvSpPr>
          <p:spPr>
            <a:xfrm>
              <a:off x="3898800" y="2179738"/>
              <a:ext cx="2675812"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charset="-122"/>
                  <a:sym typeface="Arial" panose="020B0604020202020204" pitchFamily="34" charset="0"/>
                </a:rPr>
                <a:t>重要</a:t>
              </a:r>
              <a:r>
                <a:rPr lang="zh-CN" altLang="en-US" sz="1400" b="1">
                  <a:solidFill>
                    <a:srgbClr val="F73434"/>
                  </a:solidFill>
                  <a:latin typeface="Arial" panose="020B0604020202020204" pitchFamily="34" charset="0"/>
                  <a:ea typeface="微软雅黑" panose="020B0503020204020204" charset="-122"/>
                  <a:sym typeface="Arial" panose="020B0604020202020204" pitchFamily="34" charset="0"/>
                </a:rPr>
                <a:t>提示 </a:t>
              </a:r>
              <a:r>
                <a:rPr lang="en-US" altLang="zh-CN" sz="1400" b="1">
                  <a:solidFill>
                    <a:srgbClr val="F73434"/>
                  </a:solidFill>
                  <a:latin typeface="Arial" panose="020B0604020202020204" pitchFamily="34" charset="0"/>
                  <a:ea typeface="微软雅黑" panose="020B0503020204020204" charset="-122"/>
                  <a:sym typeface="Arial" panose="020B0604020202020204" pitchFamily="34" charset="0"/>
                </a:rPr>
                <a:t>IMPO</a:t>
              </a:r>
              <a:r>
                <a:rPr lang="en-US" altLang="zh-CN" sz="100" b="1">
                  <a:solidFill>
                    <a:srgbClr val="F73434"/>
                  </a:solidFill>
                  <a:latin typeface="Arial" panose="020B0604020202020204" pitchFamily="34" charset="0"/>
                  <a:ea typeface="微软雅黑" panose="020B0503020204020204" charset="-122"/>
                  <a:sym typeface="Arial" panose="020B0604020202020204" pitchFamily="34" charset="0"/>
                </a:rPr>
                <a:t> </a:t>
              </a:r>
              <a:r>
                <a:rPr lang="en-US" altLang="zh-CN" sz="1400" b="1">
                  <a:solidFill>
                    <a:srgbClr val="F73434"/>
                  </a:solidFill>
                  <a:latin typeface="Arial" panose="020B0604020202020204" pitchFamily="34" charset="0"/>
                  <a:ea typeface="微软雅黑" panose="020B0503020204020204" charset="-122"/>
                  <a:sym typeface="Arial" panose="020B0604020202020204" pitchFamily="34" charset="0"/>
                </a:rPr>
                <a:t>RTANT </a:t>
              </a:r>
              <a:r>
                <a:rPr lang="en-US" altLang="zh-CN" sz="1400" b="1" dirty="0">
                  <a:solidFill>
                    <a:srgbClr val="F73434"/>
                  </a:solidFill>
                  <a:latin typeface="Arial" panose="020B0604020202020204" pitchFamily="34" charset="0"/>
                  <a:ea typeface="微软雅黑" panose="020B0503020204020204" charset="-122"/>
                  <a:sym typeface="Arial" panose="020B0604020202020204" pitchFamily="34" charset="0"/>
                </a:rPr>
                <a:t>NOTE:</a:t>
              </a:r>
              <a:endParaRPr lang="zh-CN" altLang="en-US" sz="1400" b="1" dirty="0">
                <a:solidFill>
                  <a:srgbClr val="F73434"/>
                </a:solidFill>
                <a:latin typeface="Arial" panose="020B0604020202020204" pitchFamily="34" charset="0"/>
                <a:ea typeface="微软雅黑" panose="020B0503020204020204" charset="-122"/>
                <a:sym typeface="Arial" panose="020B0604020202020204" pitchFamily="34" charset="0"/>
              </a:endParaRPr>
            </a:p>
          </p:txBody>
        </p:sp>
      </p:grpSp>
      <p:pic>
        <p:nvPicPr>
          <p:cNvPr id="130" name="图片 129"/>
          <p:cNvPicPr/>
          <p:nvPr/>
        </p:nvPicPr>
        <p:blipFill>
          <a:blip r:embed="rId2">
            <a:extLst>
              <a:ext uri="{28A0092B-C50C-407E-A947-70E740481C1C}">
                <a14:useLocalDpi xmlns:a14="http://schemas.microsoft.com/office/drawing/2010/main" val="0"/>
              </a:ext>
            </a:extLst>
          </a:blip>
          <a:srcRect/>
          <a:stretch>
            <a:fillRect/>
          </a:stretch>
        </p:blipFill>
        <p:spPr>
          <a:xfrm>
            <a:off x="660400" y="5031395"/>
            <a:ext cx="1048192" cy="1048192"/>
          </a:xfrm>
          <a:prstGeom prst="rect">
            <a:avLst/>
          </a:prstGeom>
        </p:spPr>
      </p:pic>
      <p:grpSp>
        <p:nvGrpSpPr>
          <p:cNvPr id="14" name="组合 13"/>
          <p:cNvGrpSpPr/>
          <p:nvPr/>
        </p:nvGrpSpPr>
        <p:grpSpPr>
          <a:xfrm>
            <a:off x="660400" y="1193800"/>
            <a:ext cx="1595567" cy="451484"/>
            <a:chOff x="683269" y="1142808"/>
            <a:chExt cx="1595567" cy="451484"/>
          </a:xfrm>
        </p:grpSpPr>
        <p:grpSp>
          <p:nvGrpSpPr>
            <p:cNvPr id="15" name="图形 2"/>
            <p:cNvGrpSpPr/>
            <p:nvPr/>
          </p:nvGrpSpPr>
          <p:grpSpPr>
            <a:xfrm>
              <a:off x="683269" y="1142808"/>
              <a:ext cx="450234" cy="451484"/>
              <a:chOff x="683269" y="1142808"/>
              <a:chExt cx="450234" cy="451484"/>
            </a:xfrm>
          </p:grpSpPr>
          <p:sp>
            <p:nvSpPr>
              <p:cNvPr id="17" name="任意多边形: 形状 16"/>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p>
            </p:txBody>
          </p:sp>
          <p:sp>
            <p:nvSpPr>
              <p:cNvPr id="18" name="任意多边形: 形状 17"/>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p>
            </p:txBody>
          </p:sp>
        </p:grpSp>
        <p:sp>
          <p:nvSpPr>
            <p:cNvPr id="16" name="任意多边形: 形状 15"/>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rgbClr val="2F2F2F"/>
            </a:solidFill>
            <a:ln w="2462" cap="flat">
              <a:noFill/>
              <a:prstDash val="solid"/>
              <a:miter/>
            </a:ln>
          </p:spPr>
          <p:txBody>
            <a:bodyPr rtlCol="0" anchor="ctr"/>
            <a:lstStyle/>
            <a:p>
              <a:endParaRPr lang="zh-CN" altLang="en-US"/>
            </a:p>
          </p:txBody>
        </p:sp>
      </p:grpSp>
    </p:spTree>
    <p:custDataLst>
      <p:tags r:id="rId3"/>
    </p:custDataLst>
  </p:cSld>
  <p:clrMapOvr>
    <a:masterClrMapping/>
  </p:clrMapOvr>
  <p:transition/>
</p:sld>
</file>

<file path=ppt/tags/tag1.xml><?xml version="1.0" encoding="utf-8"?>
<p:tagLst xmlns:p="http://schemas.openxmlformats.org/presentationml/2006/main">
  <p:tag name="ISLIDE.THEME" val="https://www.islide.cc;"/>
</p:tagLst>
</file>

<file path=ppt/tags/tag2.xml><?xml version="1.0" encoding="utf-8"?>
<p:tagLst xmlns:p="http://schemas.openxmlformats.org/presentationml/2006/main">
  <p:tag name="ISLIDE.THEME" val="https://www.islide.cc;"/>
</p:tagLst>
</file>

<file path=ppt/tags/tag3.xml><?xml version="1.0" encoding="utf-8"?>
<p:tagLst xmlns:p="http://schemas.openxmlformats.org/presentationml/2006/main">
  <p:tag name="ISLIDE.THEME" val="https://www.islide.cc;"/>
</p:tagLst>
</file>

<file path=ppt/tags/tag4.xml><?xml version="1.0" encoding="utf-8"?>
<p:tagLst xmlns:p="http://schemas.openxmlformats.org/presentationml/2006/main">
  <p:tag name="ISLIDE.THEME" val="https://www.islide.cc;"/>
</p:tagLst>
</file>

<file path=ppt/tags/tag5.xml><?xml version="1.0" encoding="utf-8"?>
<p:tagLst xmlns:p="http://schemas.openxmlformats.org/presentationml/2006/main">
  <p:tag name="ISLIDE.THEME" val="https://www.islide.cc;"/>
</p:tagLst>
</file>

<file path=ppt/tags/tag6.xml><?xml version="1.0" encoding="utf-8"?>
<p:tagLst xmlns:p="http://schemas.openxmlformats.org/presentationml/2006/main">
  <p:tag name="ISLIDE.THEME" val="https://www.islide.cc;"/>
</p:tagLst>
</file>

<file path=ppt/tags/tag7.xml><?xml version="1.0" encoding="utf-8"?>
<p:tagLst xmlns:p="http://schemas.openxmlformats.org/presentationml/2006/main">
  <p:tag name="ISLIDE.THEME" val="https://www.islide.cc;"/>
</p:tagLst>
</file>

<file path=ppt/tags/tag8.xml><?xml version="1.0" encoding="utf-8"?>
<p:tagLst xmlns:p="http://schemas.openxmlformats.org/presentationml/2006/main">
  <p:tag name="ISLIDE.THEME" val="https://www.islide.cc;"/>
</p:tagLst>
</file>

<file path=ppt/tags/tag9.xml><?xml version="1.0" encoding="utf-8"?>
<p:tagLst xmlns:p="http://schemas.openxmlformats.org/presentationml/2006/main">
  <p:tag name="ISLIDE.THEME" val="https://www.islide.cc;"/>
</p:tagLst>
</file>

<file path=ppt/tags/tag10.xml><?xml version="1.0" encoding="utf-8"?>
<p:tagLst xmlns:p="http://schemas.openxmlformats.org/presentationml/2006/main">
  <p:tag name="ISLIDE.THEME" val="https://www.islide.cc;"/>
</p:tagLst>
</file>

<file path=ppt/tags/tag11.xml><?xml version="1.0" encoding="utf-8"?>
<p:tagLst xmlns:p="http://schemas.openxmlformats.org/presentationml/2006/main">
  <p:tag name="ISLIDE.THEME" val="https://www.islide.cc;"/>
</p:tagLst>
</file>

<file path=ppt/tags/tag12.xml><?xml version="1.0" encoding="utf-8"?>
<p:tagLst xmlns:p="http://schemas.openxmlformats.org/presentationml/2006/main">
  <p:tag name="ISLIDE.THEME" val="https://www.islide.cc;"/>
</p:tagLst>
</file>

<file path=ppt/tags/tag13.xml><?xml version="1.0" encoding="utf-8"?>
<p:tagLst xmlns:p="http://schemas.openxmlformats.org/presentationml/2006/main">
  <p:tag name="ISLIDE.THEME" val="https://www.islide.cc;"/>
</p:tagLst>
</file>

<file path=ppt/tags/tag14.xml><?xml version="1.0" encoding="utf-8"?>
<p:tagLst xmlns:p="http://schemas.openxmlformats.org/presentationml/2006/main">
  <p:tag name="ISLIDE.THEME" val="https://www.islide.cc;"/>
</p:tagLst>
</file>

<file path=ppt/tags/tag15.xml><?xml version="1.0" encoding="utf-8"?>
<p:tagLst xmlns:p="http://schemas.openxmlformats.org/presentationml/2006/main">
  <p:tag name="ISLIDE.THEME" val="#23"/>
</p:tagLst>
</file>

<file path=ppt/theme/theme1.xml><?xml version="1.0" encoding="utf-8"?>
<a:theme xmlns:a="http://schemas.openxmlformats.org/drawingml/2006/main" name="主题5">
  <a:themeElements>
    <a:clrScheme name="自定义 26">
      <a:dk1>
        <a:srgbClr val="000000"/>
      </a:dk1>
      <a:lt1>
        <a:srgbClr val="FFFFFF"/>
      </a:lt1>
      <a:dk2>
        <a:srgbClr val="778495"/>
      </a:dk2>
      <a:lt2>
        <a:srgbClr val="F0F0F0"/>
      </a:lt2>
      <a:accent1>
        <a:srgbClr val="698FCE"/>
      </a:accent1>
      <a:accent2>
        <a:srgbClr val="969EC2"/>
      </a:accent2>
      <a:accent3>
        <a:srgbClr val="85C2BC"/>
      </a:accent3>
      <a:accent4>
        <a:srgbClr val="FAD25F"/>
      </a:accent4>
      <a:accent5>
        <a:srgbClr val="99CAE6"/>
      </a:accent5>
      <a:accent6>
        <a:srgbClr val="8491CB"/>
      </a:accent6>
      <a:hlink>
        <a:srgbClr val="7DC8EB"/>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26">
    <a:dk1>
      <a:srgbClr val="000000"/>
    </a:dk1>
    <a:lt1>
      <a:srgbClr val="FFFFFF"/>
    </a:lt1>
    <a:dk2>
      <a:srgbClr val="778495"/>
    </a:dk2>
    <a:lt2>
      <a:srgbClr val="F0F0F0"/>
    </a:lt2>
    <a:accent1>
      <a:srgbClr val="698FCE"/>
    </a:accent1>
    <a:accent2>
      <a:srgbClr val="969EC2"/>
    </a:accent2>
    <a:accent3>
      <a:srgbClr val="85C2BC"/>
    </a:accent3>
    <a:accent4>
      <a:srgbClr val="FAD25F"/>
    </a:accent4>
    <a:accent5>
      <a:srgbClr val="99CAE6"/>
    </a:accent5>
    <a:accent6>
      <a:srgbClr val="8491CB"/>
    </a:accent6>
    <a:hlink>
      <a:srgbClr val="7DC8EB"/>
    </a:hlink>
    <a:folHlink>
      <a:srgbClr val="BFBFBF"/>
    </a:folHlink>
  </a:clrScheme>
</a:themeOverride>
</file>

<file path=ppt/theme/themeOverride2.xml><?xml version="1.0" encoding="utf-8"?>
<a:themeOverride xmlns:a="http://schemas.openxmlformats.org/drawingml/2006/main">
  <a:clrScheme name="自定义 26">
    <a:dk1>
      <a:srgbClr val="000000"/>
    </a:dk1>
    <a:lt1>
      <a:srgbClr val="FFFFFF"/>
    </a:lt1>
    <a:dk2>
      <a:srgbClr val="778495"/>
    </a:dk2>
    <a:lt2>
      <a:srgbClr val="F0F0F0"/>
    </a:lt2>
    <a:accent1>
      <a:srgbClr val="698FCE"/>
    </a:accent1>
    <a:accent2>
      <a:srgbClr val="969EC2"/>
    </a:accent2>
    <a:accent3>
      <a:srgbClr val="85C2BC"/>
    </a:accent3>
    <a:accent4>
      <a:srgbClr val="FAD25F"/>
    </a:accent4>
    <a:accent5>
      <a:srgbClr val="99CAE6"/>
    </a:accent5>
    <a:accent6>
      <a:srgbClr val="8491CB"/>
    </a:accent6>
    <a:hlink>
      <a:srgbClr val="7DC8EB"/>
    </a:hlink>
    <a:folHlink>
      <a:srgbClr val="BFBFBF"/>
    </a:folHlink>
  </a:clrScheme>
</a:themeOverride>
</file>

<file path=ppt/theme/themeOverride3.xml><?xml version="1.0" encoding="utf-8"?>
<a:themeOverride xmlns:a="http://schemas.openxmlformats.org/drawingml/2006/main">
  <a:clrScheme name="自定义 26">
    <a:dk1>
      <a:srgbClr val="000000"/>
    </a:dk1>
    <a:lt1>
      <a:srgbClr val="FFFFFF"/>
    </a:lt1>
    <a:dk2>
      <a:srgbClr val="778495"/>
    </a:dk2>
    <a:lt2>
      <a:srgbClr val="F0F0F0"/>
    </a:lt2>
    <a:accent1>
      <a:srgbClr val="698FCE"/>
    </a:accent1>
    <a:accent2>
      <a:srgbClr val="969EC2"/>
    </a:accent2>
    <a:accent3>
      <a:srgbClr val="85C2BC"/>
    </a:accent3>
    <a:accent4>
      <a:srgbClr val="FAD25F"/>
    </a:accent4>
    <a:accent5>
      <a:srgbClr val="99CAE6"/>
    </a:accent5>
    <a:accent6>
      <a:srgbClr val="8491CB"/>
    </a:accent6>
    <a:hlink>
      <a:srgbClr val="7DC8EB"/>
    </a:hlink>
    <a:folHlink>
      <a:srgbClr val="BFBFBF"/>
    </a:folHlink>
  </a:clrScheme>
</a:themeOverride>
</file>

<file path=docProps/app.xml><?xml version="1.0" encoding="utf-8"?>
<Properties xmlns="http://schemas.openxmlformats.org/officeDocument/2006/extended-properties" xmlns:vt="http://schemas.openxmlformats.org/officeDocument/2006/docPropsVTypes">
  <Template>iSlide</Template>
  <TotalTime>0</TotalTime>
  <Words>4641</Words>
  <Application>WPS 演示</Application>
  <PresentationFormat>宽屏</PresentationFormat>
  <Paragraphs>287</Paragraphs>
  <Slides>24</Slides>
  <Notes>1</Notes>
  <HiddenSlides>7</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24</vt:i4>
      </vt:variant>
    </vt:vector>
  </HeadingPairs>
  <TitlesOfParts>
    <vt:vector size="34" baseType="lpstr">
      <vt:lpstr>Arial</vt:lpstr>
      <vt:lpstr>宋体</vt:lpstr>
      <vt:lpstr>Wingdings</vt:lpstr>
      <vt:lpstr>微软雅黑</vt:lpstr>
      <vt:lpstr>Calibri</vt:lpstr>
      <vt:lpstr>Arial Unicode MS</vt:lpstr>
      <vt:lpstr>-apple-system</vt:lpstr>
      <vt:lpstr>Segoe Print</vt:lpstr>
      <vt:lpstr>Arial</vt:lpstr>
      <vt:lpstr>主题5</vt:lpstr>
      <vt:lpstr>Horizon-Novel Dev Team</vt:lpstr>
      <vt:lpstr>项目团队</vt:lpstr>
      <vt:lpstr>团队成员介绍</vt:lpstr>
      <vt:lpstr>Web项目建议书</vt:lpstr>
      <vt:lpstr>PowerPoint 演示文稿</vt:lpstr>
      <vt:lpstr>Web应用建模</vt:lpstr>
      <vt:lpstr>功能需求建模——静态</vt:lpstr>
      <vt:lpstr>功能需求建模——动态</vt:lpstr>
      <vt:lpstr>内容建模——静态</vt:lpstr>
      <vt:lpstr>内容建模——动态</vt:lpstr>
      <vt:lpstr>超文本建模——静态</vt:lpstr>
      <vt:lpstr>超文本建模——动态</vt:lpstr>
      <vt:lpstr>适应性建模——静态</vt:lpstr>
      <vt:lpstr>适应性建模——动态</vt:lpstr>
      <vt:lpstr>Web应用架构设计</vt:lpstr>
      <vt:lpstr>PowerPoint 演示文稿</vt:lpstr>
      <vt:lpstr>Thanks. </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iSlide</Company>
  <LinksUpToDate>false</LinksUpToDate>
  <SharedDoc>false</SharedDoc>
  <HyperlinksChanged>false</HyperlinksChanged>
  <AppVersion>14.0000</AppVersion>
  <Manager>iSlide</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iSlide</dc:creator>
  <cp:category>business proposal;oral defense;training courseware</cp:category>
  <cp:lastModifiedBy>夜空的星</cp:lastModifiedBy>
  <cp:revision>48</cp:revision>
  <cp:lastPrinted>2018-02-05T16:00:00Z</cp:lastPrinted>
  <dcterms:created xsi:type="dcterms:W3CDTF">2018-02-05T16:00:00Z</dcterms:created>
  <dcterms:modified xsi:type="dcterms:W3CDTF">2021-04-25T13:39:54Z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a18adb86-5929-4bf5-a1c6-bcf101f86030</vt:lpwstr>
  </property>
  <property fmtid="{D5CDD505-2E9C-101B-9397-08002B2CF9AE}" pid="3" name="ICV">
    <vt:lpwstr>40EB82AEF02640999F6F0DC55F37DA28</vt:lpwstr>
  </property>
  <property fmtid="{D5CDD505-2E9C-101B-9397-08002B2CF9AE}" pid="4" name="KSOProductBuildVer">
    <vt:lpwstr>2052-11.1.0.10356</vt:lpwstr>
  </property>
</Properties>
</file>